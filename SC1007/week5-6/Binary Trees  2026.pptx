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7" r:id="rId1"/>
  </p:sldMasterIdLst>
  <p:notesMasterIdLst>
    <p:notesMasterId r:id="rId54"/>
  </p:notesMasterIdLst>
  <p:handoutMasterIdLst>
    <p:handoutMasterId r:id="rId55"/>
  </p:handoutMasterIdLst>
  <p:sldIdLst>
    <p:sldId id="256" r:id="rId2"/>
    <p:sldId id="257" r:id="rId3"/>
    <p:sldId id="258" r:id="rId4"/>
    <p:sldId id="309" r:id="rId5"/>
    <p:sldId id="311" r:id="rId6"/>
    <p:sldId id="786" r:id="rId7"/>
    <p:sldId id="310" r:id="rId8"/>
    <p:sldId id="312" r:id="rId9"/>
    <p:sldId id="313" r:id="rId10"/>
    <p:sldId id="787" r:id="rId11"/>
    <p:sldId id="788" r:id="rId12"/>
    <p:sldId id="789" r:id="rId13"/>
    <p:sldId id="315" r:id="rId14"/>
    <p:sldId id="316" r:id="rId15"/>
    <p:sldId id="317" r:id="rId16"/>
    <p:sldId id="318" r:id="rId17"/>
    <p:sldId id="319" r:id="rId18"/>
    <p:sldId id="320" r:id="rId19"/>
    <p:sldId id="321" r:id="rId20"/>
    <p:sldId id="793" r:id="rId21"/>
    <p:sldId id="790" r:id="rId22"/>
    <p:sldId id="281" r:id="rId23"/>
    <p:sldId id="723" r:id="rId24"/>
    <p:sldId id="719" r:id="rId25"/>
    <p:sldId id="724" r:id="rId26"/>
    <p:sldId id="720" r:id="rId27"/>
    <p:sldId id="727" r:id="rId28"/>
    <p:sldId id="726" r:id="rId29"/>
    <p:sldId id="730" r:id="rId30"/>
    <p:sldId id="729" r:id="rId31"/>
    <p:sldId id="728" r:id="rId32"/>
    <p:sldId id="731" r:id="rId33"/>
    <p:sldId id="732" r:id="rId34"/>
    <p:sldId id="791" r:id="rId35"/>
    <p:sldId id="733" r:id="rId36"/>
    <p:sldId id="734" r:id="rId37"/>
    <p:sldId id="792" r:id="rId38"/>
    <p:sldId id="784" r:id="rId39"/>
    <p:sldId id="759" r:id="rId40"/>
    <p:sldId id="760" r:id="rId41"/>
    <p:sldId id="761" r:id="rId42"/>
    <p:sldId id="762" r:id="rId43"/>
    <p:sldId id="763" r:id="rId44"/>
    <p:sldId id="764" r:id="rId45"/>
    <p:sldId id="765" r:id="rId46"/>
    <p:sldId id="766" r:id="rId47"/>
    <p:sldId id="767" r:id="rId48"/>
    <p:sldId id="768" r:id="rId49"/>
    <p:sldId id="769" r:id="rId50"/>
    <p:sldId id="770" r:id="rId51"/>
    <p:sldId id="771" r:id="rId52"/>
    <p:sldId id="785" r:id="rId53"/>
  </p:sldIdLst>
  <p:sldSz cx="12192000" cy="6858000"/>
  <p:notesSz cx="6858000" cy="91170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84"/>
    <a:srgbClr val="008101"/>
    <a:srgbClr val="007000"/>
    <a:srgbClr val="00D500"/>
    <a:srgbClr val="00D5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C3BED-14A5-45DE-A1BC-72CE50495F87}" v="7" dt="2025-02-11T04:37:15.8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65" autoAdjust="0"/>
    <p:restoredTop sz="76271" autoAdjust="0"/>
  </p:normalViewPr>
  <p:slideViewPr>
    <p:cSldViewPr>
      <p:cViewPr varScale="1">
        <p:scale>
          <a:sx n="84" d="100"/>
          <a:sy n="84" d="100"/>
        </p:scale>
        <p:origin x="1068" y="90"/>
      </p:cViewPr>
      <p:guideLst>
        <p:guide orient="horz" pos="2160"/>
        <p:guide pos="3840"/>
      </p:guideLst>
    </p:cSldViewPr>
  </p:slideViewPr>
  <p:outlineViewPr>
    <p:cViewPr>
      <p:scale>
        <a:sx n="33" d="100"/>
        <a:sy n="33" d="100"/>
      </p:scale>
      <p:origin x="0" y="-32096"/>
    </p:cViewPr>
  </p:outlineViewPr>
  <p:notesTextViewPr>
    <p:cViewPr>
      <p:scale>
        <a:sx n="3" d="2"/>
        <a:sy n="3" d="2"/>
      </p:scale>
      <p:origin x="0" y="0"/>
    </p:cViewPr>
  </p:notesTextViewPr>
  <p:sorterViewPr>
    <p:cViewPr>
      <p:scale>
        <a:sx n="100" d="100"/>
        <a:sy n="100" d="100"/>
      </p:scale>
      <p:origin x="0" y="755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en Noel Newton Fernando (Dr)" userId="f932e6a7-513b-4f8f-b71e-1f37278898b3" providerId="ADAL" clId="{6F9C3BED-14A5-45DE-A1BC-72CE50495F87}"/>
    <pc:docChg chg="undo redo custSel addSld delSld modSld">
      <pc:chgData name="Owen Noel Newton Fernando (Dr)" userId="f932e6a7-513b-4f8f-b71e-1f37278898b3" providerId="ADAL" clId="{6F9C3BED-14A5-45DE-A1BC-72CE50495F87}" dt="2025-02-16T03:12:08.678" v="410" actId="14100"/>
      <pc:docMkLst>
        <pc:docMk/>
      </pc:docMkLst>
      <pc:sldChg chg="modSp mod">
        <pc:chgData name="Owen Noel Newton Fernando (Dr)" userId="f932e6a7-513b-4f8f-b71e-1f37278898b3" providerId="ADAL" clId="{6F9C3BED-14A5-45DE-A1BC-72CE50495F87}" dt="2025-02-16T01:16:22.372" v="359" actId="20577"/>
        <pc:sldMkLst>
          <pc:docMk/>
          <pc:sldMk cId="2307983736" sldId="723"/>
        </pc:sldMkLst>
        <pc:spChg chg="mod">
          <ac:chgData name="Owen Noel Newton Fernando (Dr)" userId="f932e6a7-513b-4f8f-b71e-1f37278898b3" providerId="ADAL" clId="{6F9C3BED-14A5-45DE-A1BC-72CE50495F87}" dt="2025-02-16T01:16:22.372" v="359" actId="20577"/>
          <ac:spMkLst>
            <pc:docMk/>
            <pc:sldMk cId="2307983736" sldId="723"/>
            <ac:spMk id="4" creationId="{00000000-0000-0000-0000-000000000000}"/>
          </ac:spMkLst>
        </pc:spChg>
      </pc:sldChg>
      <pc:sldChg chg="modSp mod">
        <pc:chgData name="Owen Noel Newton Fernando (Dr)" userId="f932e6a7-513b-4f8f-b71e-1f37278898b3" providerId="ADAL" clId="{6F9C3BED-14A5-45DE-A1BC-72CE50495F87}" dt="2025-02-16T01:16:52.855" v="365" actId="20577"/>
        <pc:sldMkLst>
          <pc:docMk/>
          <pc:sldMk cId="4284867378" sldId="724"/>
        </pc:sldMkLst>
        <pc:spChg chg="mod">
          <ac:chgData name="Owen Noel Newton Fernando (Dr)" userId="f932e6a7-513b-4f8f-b71e-1f37278898b3" providerId="ADAL" clId="{6F9C3BED-14A5-45DE-A1BC-72CE50495F87}" dt="2025-02-16T01:16:52.855" v="365" actId="20577"/>
          <ac:spMkLst>
            <pc:docMk/>
            <pc:sldMk cId="4284867378" sldId="724"/>
            <ac:spMk id="4" creationId="{00000000-0000-0000-0000-000000000000}"/>
          </ac:spMkLst>
        </pc:spChg>
      </pc:sldChg>
      <pc:sldChg chg="modSp mod">
        <pc:chgData name="Owen Noel Newton Fernando (Dr)" userId="f932e6a7-513b-4f8f-b71e-1f37278898b3" providerId="ADAL" clId="{6F9C3BED-14A5-45DE-A1BC-72CE50495F87}" dt="2025-02-16T01:17:14.732" v="377" actId="20577"/>
        <pc:sldMkLst>
          <pc:docMk/>
          <pc:sldMk cId="1065991127" sldId="727"/>
        </pc:sldMkLst>
        <pc:spChg chg="mod">
          <ac:chgData name="Owen Noel Newton Fernando (Dr)" userId="f932e6a7-513b-4f8f-b71e-1f37278898b3" providerId="ADAL" clId="{6F9C3BED-14A5-45DE-A1BC-72CE50495F87}" dt="2025-02-16T01:17:14.732" v="377" actId="20577"/>
          <ac:spMkLst>
            <pc:docMk/>
            <pc:sldMk cId="1065991127" sldId="727"/>
            <ac:spMk id="4" creationId="{0121F34B-1F41-E756-93AA-7BC975F956A6}"/>
          </ac:spMkLst>
        </pc:spChg>
      </pc:sldChg>
      <pc:sldChg chg="delSp modSp mod">
        <pc:chgData name="Owen Noel Newton Fernando (Dr)" userId="f932e6a7-513b-4f8f-b71e-1f37278898b3" providerId="ADAL" clId="{6F9C3BED-14A5-45DE-A1BC-72CE50495F87}" dt="2025-02-11T04:21:11.516" v="162" actId="478"/>
        <pc:sldMkLst>
          <pc:docMk/>
          <pc:sldMk cId="231520585" sldId="728"/>
        </pc:sldMkLst>
        <pc:spChg chg="mod">
          <ac:chgData name="Owen Noel Newton Fernando (Dr)" userId="f932e6a7-513b-4f8f-b71e-1f37278898b3" providerId="ADAL" clId="{6F9C3BED-14A5-45DE-A1BC-72CE50495F87}" dt="2025-02-11T04:20:56.721" v="160" actId="20577"/>
          <ac:spMkLst>
            <pc:docMk/>
            <pc:sldMk cId="231520585" sldId="728"/>
            <ac:spMk id="69" creationId="{C1A36BDE-5752-0DF9-4ED6-3084E85F0A1A}"/>
          </ac:spMkLst>
        </pc:spChg>
      </pc:sldChg>
      <pc:sldChg chg="addSp delSp modSp mod delAnim">
        <pc:chgData name="Owen Noel Newton Fernando (Dr)" userId="f932e6a7-513b-4f8f-b71e-1f37278898b3" providerId="ADAL" clId="{6F9C3BED-14A5-45DE-A1BC-72CE50495F87}" dt="2025-02-11T04:56:53.564" v="356" actId="6549"/>
        <pc:sldMkLst>
          <pc:docMk/>
          <pc:sldMk cId="1171727982" sldId="731"/>
        </pc:sldMkLst>
        <pc:spChg chg="mod">
          <ac:chgData name="Owen Noel Newton Fernando (Dr)" userId="f932e6a7-513b-4f8f-b71e-1f37278898b3" providerId="ADAL" clId="{6F9C3BED-14A5-45DE-A1BC-72CE50495F87}" dt="2025-02-11T04:56:53.564" v="356" actId="6549"/>
          <ac:spMkLst>
            <pc:docMk/>
            <pc:sldMk cId="1171727982" sldId="731"/>
            <ac:spMk id="3" creationId="{1CBBE987-F7AE-AD60-E351-907BDB13651C}"/>
          </ac:spMkLst>
        </pc:spChg>
        <pc:spChg chg="mod">
          <ac:chgData name="Owen Noel Newton Fernando (Dr)" userId="f932e6a7-513b-4f8f-b71e-1f37278898b3" providerId="ADAL" clId="{6F9C3BED-14A5-45DE-A1BC-72CE50495F87}" dt="2025-02-11T04:38:20.356" v="353" actId="113"/>
          <ac:spMkLst>
            <pc:docMk/>
            <pc:sldMk cId="1171727982" sldId="731"/>
            <ac:spMk id="69" creationId="{C40908F8-E795-1465-9BC1-89AD55B205C2}"/>
          </ac:spMkLst>
        </pc:spChg>
      </pc:sldChg>
      <pc:sldChg chg="addSp delSp modSp mod delAnim">
        <pc:chgData name="Owen Noel Newton Fernando (Dr)" userId="f932e6a7-513b-4f8f-b71e-1f37278898b3" providerId="ADAL" clId="{6F9C3BED-14A5-45DE-A1BC-72CE50495F87}" dt="2025-02-16T03:12:08.678" v="410" actId="14100"/>
        <pc:sldMkLst>
          <pc:docMk/>
          <pc:sldMk cId="2032962366" sldId="733"/>
        </pc:sldMkLst>
        <pc:spChg chg="del">
          <ac:chgData name="Owen Noel Newton Fernando (Dr)" userId="f932e6a7-513b-4f8f-b71e-1f37278898b3" providerId="ADAL" clId="{6F9C3BED-14A5-45DE-A1BC-72CE50495F87}" dt="2025-02-16T03:10:02.778" v="386" actId="478"/>
          <ac:spMkLst>
            <pc:docMk/>
            <pc:sldMk cId="2032962366" sldId="733"/>
            <ac:spMk id="45" creationId="{04FBF837-8E39-5893-4394-DA4FEA961D3B}"/>
          </ac:spMkLst>
        </pc:spChg>
        <pc:spChg chg="del">
          <ac:chgData name="Owen Noel Newton Fernando (Dr)" userId="f932e6a7-513b-4f8f-b71e-1f37278898b3" providerId="ADAL" clId="{6F9C3BED-14A5-45DE-A1BC-72CE50495F87}" dt="2025-02-16T03:10:00.189" v="385" actId="478"/>
          <ac:spMkLst>
            <pc:docMk/>
            <pc:sldMk cId="2032962366" sldId="733"/>
            <ac:spMk id="46" creationId="{1D64CBA5-627F-8624-469E-ABE31E9FA451}"/>
          </ac:spMkLst>
        </pc:spChg>
        <pc:spChg chg="mod">
          <ac:chgData name="Owen Noel Newton Fernando (Dr)" userId="f932e6a7-513b-4f8f-b71e-1f37278898b3" providerId="ADAL" clId="{6F9C3BED-14A5-45DE-A1BC-72CE50495F87}" dt="2025-02-16T03:12:08.678" v="410" actId="14100"/>
          <ac:spMkLst>
            <pc:docMk/>
            <pc:sldMk cId="2032962366" sldId="733"/>
            <ac:spMk id="47" creationId="{A26E1564-DC7C-EBB3-6CC3-0A2C65EBD157}"/>
          </ac:spMkLst>
        </pc:spChg>
        <pc:spChg chg="add mod">
          <ac:chgData name="Owen Noel Newton Fernando (Dr)" userId="f932e6a7-513b-4f8f-b71e-1f37278898b3" providerId="ADAL" clId="{6F9C3BED-14A5-45DE-A1BC-72CE50495F87}" dt="2025-02-16T03:11:22.382" v="403" actId="255"/>
          <ac:spMkLst>
            <pc:docMk/>
            <pc:sldMk cId="2032962366" sldId="733"/>
            <ac:spMk id="48" creationId="{5059141B-381C-6D31-F102-4B08EBEB5A3F}"/>
          </ac:spMkLst>
        </pc:spChg>
        <pc:spChg chg="del mod">
          <ac:chgData name="Owen Noel Newton Fernando (Dr)" userId="f932e6a7-513b-4f8f-b71e-1f37278898b3" providerId="ADAL" clId="{6F9C3BED-14A5-45DE-A1BC-72CE50495F87}" dt="2025-02-16T03:11:24.882" v="404" actId="478"/>
          <ac:spMkLst>
            <pc:docMk/>
            <pc:sldMk cId="2032962366" sldId="733"/>
            <ac:spMk id="49" creationId="{A5608055-1AD9-BB5E-E534-8C31072EDA16}"/>
          </ac:spMkLst>
        </pc:spChg>
        <pc:spChg chg="add mod">
          <ac:chgData name="Owen Noel Newton Fernando (Dr)" userId="f932e6a7-513b-4f8f-b71e-1f37278898b3" providerId="ADAL" clId="{6F9C3BED-14A5-45DE-A1BC-72CE50495F87}" dt="2025-02-16T03:12:01.042" v="409" actId="14100"/>
          <ac:spMkLst>
            <pc:docMk/>
            <pc:sldMk cId="2032962366" sldId="733"/>
            <ac:spMk id="50" creationId="{516ACFA0-0E09-E992-D7A7-75645736D340}"/>
          </ac:spMkLst>
        </pc:spChg>
        <pc:grpChg chg="mod">
          <ac:chgData name="Owen Noel Newton Fernando (Dr)" userId="f932e6a7-513b-4f8f-b71e-1f37278898b3" providerId="ADAL" clId="{6F9C3BED-14A5-45DE-A1BC-72CE50495F87}" dt="2025-02-16T03:10:27.179" v="394" actId="1038"/>
          <ac:grpSpMkLst>
            <pc:docMk/>
            <pc:sldMk cId="2032962366" sldId="733"/>
            <ac:grpSpMk id="4" creationId="{6FF19DDB-D99B-8230-0EF1-F7E8C52B4A13}"/>
          </ac:grpSpMkLst>
        </pc:grpChg>
      </pc:sldChg>
      <pc:sldChg chg="del">
        <pc:chgData name="Owen Noel Newton Fernando (Dr)" userId="f932e6a7-513b-4f8f-b71e-1f37278898b3" providerId="ADAL" clId="{6F9C3BED-14A5-45DE-A1BC-72CE50495F87}" dt="2025-02-11T00:35:38.351" v="2" actId="47"/>
        <pc:sldMkLst>
          <pc:docMk/>
          <pc:sldMk cId="2297991765" sldId="735"/>
        </pc:sldMkLst>
      </pc:sldChg>
      <pc:sldChg chg="modSp add mod">
        <pc:chgData name="Owen Noel Newton Fernando (Dr)" userId="f932e6a7-513b-4f8f-b71e-1f37278898b3" providerId="ADAL" clId="{6F9C3BED-14A5-45DE-A1BC-72CE50495F87}" dt="2025-02-11T00:36:52.021" v="81" actId="1076"/>
        <pc:sldMkLst>
          <pc:docMk/>
          <pc:sldMk cId="3338385583" sldId="759"/>
        </pc:sldMkLst>
        <pc:spChg chg="mod">
          <ac:chgData name="Owen Noel Newton Fernando (Dr)" userId="f932e6a7-513b-4f8f-b71e-1f37278898b3" providerId="ADAL" clId="{6F9C3BED-14A5-45DE-A1BC-72CE50495F87}" dt="2025-02-11T00:36:52.021" v="81" actId="1076"/>
          <ac:spMkLst>
            <pc:docMk/>
            <pc:sldMk cId="3338385583" sldId="759"/>
            <ac:spMk id="2" creationId="{00000000-0000-0000-0000-000000000000}"/>
          </ac:spMkLst>
        </pc:spChg>
      </pc:sldChg>
      <pc:sldChg chg="modSp add mod">
        <pc:chgData name="Owen Noel Newton Fernando (Dr)" userId="f932e6a7-513b-4f8f-b71e-1f37278898b3" providerId="ADAL" clId="{6F9C3BED-14A5-45DE-A1BC-72CE50495F87}" dt="2025-02-11T00:37:00.345" v="83"/>
        <pc:sldMkLst>
          <pc:docMk/>
          <pc:sldMk cId="3631598683" sldId="760"/>
        </pc:sldMkLst>
        <pc:spChg chg="mod">
          <ac:chgData name="Owen Noel Newton Fernando (Dr)" userId="f932e6a7-513b-4f8f-b71e-1f37278898b3" providerId="ADAL" clId="{6F9C3BED-14A5-45DE-A1BC-72CE50495F87}" dt="2025-02-11T00:37:00.345" v="83"/>
          <ac:spMkLst>
            <pc:docMk/>
            <pc:sldMk cId="3631598683" sldId="760"/>
            <ac:spMk id="2" creationId="{00000000-0000-0000-0000-000000000000}"/>
          </ac:spMkLst>
        </pc:spChg>
      </pc:sldChg>
      <pc:sldChg chg="modSp add mod">
        <pc:chgData name="Owen Noel Newton Fernando (Dr)" userId="f932e6a7-513b-4f8f-b71e-1f37278898b3" providerId="ADAL" clId="{6F9C3BED-14A5-45DE-A1BC-72CE50495F87}" dt="2025-02-11T00:37:09.524" v="85" actId="1076"/>
        <pc:sldMkLst>
          <pc:docMk/>
          <pc:sldMk cId="786428719" sldId="761"/>
        </pc:sldMkLst>
        <pc:spChg chg="mod">
          <ac:chgData name="Owen Noel Newton Fernando (Dr)" userId="f932e6a7-513b-4f8f-b71e-1f37278898b3" providerId="ADAL" clId="{6F9C3BED-14A5-45DE-A1BC-72CE50495F87}" dt="2025-02-11T00:37:09.524" v="85" actId="1076"/>
          <ac:spMkLst>
            <pc:docMk/>
            <pc:sldMk cId="786428719" sldId="761"/>
            <ac:spMk id="2" creationId="{00000000-0000-0000-0000-000000000000}"/>
          </ac:spMkLst>
        </pc:spChg>
      </pc:sldChg>
      <pc:sldChg chg="modSp add mod">
        <pc:chgData name="Owen Noel Newton Fernando (Dr)" userId="f932e6a7-513b-4f8f-b71e-1f37278898b3" providerId="ADAL" clId="{6F9C3BED-14A5-45DE-A1BC-72CE50495F87}" dt="2025-02-11T00:37:17.472" v="87" actId="1076"/>
        <pc:sldMkLst>
          <pc:docMk/>
          <pc:sldMk cId="3642895973" sldId="762"/>
        </pc:sldMkLst>
        <pc:spChg chg="mod">
          <ac:chgData name="Owen Noel Newton Fernando (Dr)" userId="f932e6a7-513b-4f8f-b71e-1f37278898b3" providerId="ADAL" clId="{6F9C3BED-14A5-45DE-A1BC-72CE50495F87}" dt="2025-02-11T00:37:17.472" v="87" actId="1076"/>
          <ac:spMkLst>
            <pc:docMk/>
            <pc:sldMk cId="3642895973" sldId="762"/>
            <ac:spMk id="2" creationId="{00000000-0000-0000-0000-000000000000}"/>
          </ac:spMkLst>
        </pc:spChg>
      </pc:sldChg>
      <pc:sldChg chg="modSp add mod">
        <pc:chgData name="Owen Noel Newton Fernando (Dr)" userId="f932e6a7-513b-4f8f-b71e-1f37278898b3" providerId="ADAL" clId="{6F9C3BED-14A5-45DE-A1BC-72CE50495F87}" dt="2025-02-11T00:37:26.769" v="89" actId="1076"/>
        <pc:sldMkLst>
          <pc:docMk/>
          <pc:sldMk cId="3341825706" sldId="763"/>
        </pc:sldMkLst>
        <pc:spChg chg="mod">
          <ac:chgData name="Owen Noel Newton Fernando (Dr)" userId="f932e6a7-513b-4f8f-b71e-1f37278898b3" providerId="ADAL" clId="{6F9C3BED-14A5-45DE-A1BC-72CE50495F87}" dt="2025-02-11T00:37:26.769" v="89" actId="1076"/>
          <ac:spMkLst>
            <pc:docMk/>
            <pc:sldMk cId="3341825706" sldId="763"/>
            <ac:spMk id="2" creationId="{00000000-0000-0000-0000-000000000000}"/>
          </ac:spMkLst>
        </pc:spChg>
      </pc:sldChg>
      <pc:sldChg chg="modSp add mod">
        <pc:chgData name="Owen Noel Newton Fernando (Dr)" userId="f932e6a7-513b-4f8f-b71e-1f37278898b3" providerId="ADAL" clId="{6F9C3BED-14A5-45DE-A1BC-72CE50495F87}" dt="2025-02-11T00:37:34.120" v="91" actId="1076"/>
        <pc:sldMkLst>
          <pc:docMk/>
          <pc:sldMk cId="3669924450" sldId="764"/>
        </pc:sldMkLst>
        <pc:spChg chg="mod">
          <ac:chgData name="Owen Noel Newton Fernando (Dr)" userId="f932e6a7-513b-4f8f-b71e-1f37278898b3" providerId="ADAL" clId="{6F9C3BED-14A5-45DE-A1BC-72CE50495F87}" dt="2025-02-11T00:37:34.120" v="91" actId="1076"/>
          <ac:spMkLst>
            <pc:docMk/>
            <pc:sldMk cId="3669924450" sldId="764"/>
            <ac:spMk id="2" creationId="{00000000-0000-0000-0000-000000000000}"/>
          </ac:spMkLst>
        </pc:spChg>
      </pc:sldChg>
      <pc:sldChg chg="modSp add mod">
        <pc:chgData name="Owen Noel Newton Fernando (Dr)" userId="f932e6a7-513b-4f8f-b71e-1f37278898b3" providerId="ADAL" clId="{6F9C3BED-14A5-45DE-A1BC-72CE50495F87}" dt="2025-02-11T00:37:44.102" v="94" actId="1076"/>
        <pc:sldMkLst>
          <pc:docMk/>
          <pc:sldMk cId="1381556210" sldId="765"/>
        </pc:sldMkLst>
        <pc:spChg chg="mod">
          <ac:chgData name="Owen Noel Newton Fernando (Dr)" userId="f932e6a7-513b-4f8f-b71e-1f37278898b3" providerId="ADAL" clId="{6F9C3BED-14A5-45DE-A1BC-72CE50495F87}" dt="2025-02-11T00:37:44.102" v="94" actId="1076"/>
          <ac:spMkLst>
            <pc:docMk/>
            <pc:sldMk cId="1381556210" sldId="765"/>
            <ac:spMk id="2" creationId="{00000000-0000-0000-0000-000000000000}"/>
          </ac:spMkLst>
        </pc:spChg>
      </pc:sldChg>
      <pc:sldChg chg="modSp add mod">
        <pc:chgData name="Owen Noel Newton Fernando (Dr)" userId="f932e6a7-513b-4f8f-b71e-1f37278898b3" providerId="ADAL" clId="{6F9C3BED-14A5-45DE-A1BC-72CE50495F87}" dt="2025-02-11T00:37:51.433" v="96" actId="1076"/>
        <pc:sldMkLst>
          <pc:docMk/>
          <pc:sldMk cId="2728269936" sldId="766"/>
        </pc:sldMkLst>
        <pc:spChg chg="mod">
          <ac:chgData name="Owen Noel Newton Fernando (Dr)" userId="f932e6a7-513b-4f8f-b71e-1f37278898b3" providerId="ADAL" clId="{6F9C3BED-14A5-45DE-A1BC-72CE50495F87}" dt="2025-02-11T00:37:51.433" v="96" actId="1076"/>
          <ac:spMkLst>
            <pc:docMk/>
            <pc:sldMk cId="2728269936" sldId="766"/>
            <ac:spMk id="2" creationId="{00000000-0000-0000-0000-000000000000}"/>
          </ac:spMkLst>
        </pc:spChg>
      </pc:sldChg>
      <pc:sldChg chg="modSp add mod">
        <pc:chgData name="Owen Noel Newton Fernando (Dr)" userId="f932e6a7-513b-4f8f-b71e-1f37278898b3" providerId="ADAL" clId="{6F9C3BED-14A5-45DE-A1BC-72CE50495F87}" dt="2025-02-11T00:37:58.592" v="98" actId="1076"/>
        <pc:sldMkLst>
          <pc:docMk/>
          <pc:sldMk cId="648729101" sldId="767"/>
        </pc:sldMkLst>
        <pc:spChg chg="mod">
          <ac:chgData name="Owen Noel Newton Fernando (Dr)" userId="f932e6a7-513b-4f8f-b71e-1f37278898b3" providerId="ADAL" clId="{6F9C3BED-14A5-45DE-A1BC-72CE50495F87}" dt="2025-02-11T00:37:58.592" v="98" actId="1076"/>
          <ac:spMkLst>
            <pc:docMk/>
            <pc:sldMk cId="648729101" sldId="767"/>
            <ac:spMk id="2" creationId="{00000000-0000-0000-0000-000000000000}"/>
          </ac:spMkLst>
        </pc:spChg>
      </pc:sldChg>
      <pc:sldChg chg="modSp add mod">
        <pc:chgData name="Owen Noel Newton Fernando (Dr)" userId="f932e6a7-513b-4f8f-b71e-1f37278898b3" providerId="ADAL" clId="{6F9C3BED-14A5-45DE-A1BC-72CE50495F87}" dt="2025-02-11T00:38:06.664" v="100" actId="1076"/>
        <pc:sldMkLst>
          <pc:docMk/>
          <pc:sldMk cId="1687148529" sldId="768"/>
        </pc:sldMkLst>
        <pc:spChg chg="mod">
          <ac:chgData name="Owen Noel Newton Fernando (Dr)" userId="f932e6a7-513b-4f8f-b71e-1f37278898b3" providerId="ADAL" clId="{6F9C3BED-14A5-45DE-A1BC-72CE50495F87}" dt="2025-02-11T00:38:06.664" v="100" actId="1076"/>
          <ac:spMkLst>
            <pc:docMk/>
            <pc:sldMk cId="1687148529" sldId="768"/>
            <ac:spMk id="2" creationId="{00000000-0000-0000-0000-000000000000}"/>
          </ac:spMkLst>
        </pc:spChg>
      </pc:sldChg>
      <pc:sldChg chg="modSp add mod">
        <pc:chgData name="Owen Noel Newton Fernando (Dr)" userId="f932e6a7-513b-4f8f-b71e-1f37278898b3" providerId="ADAL" clId="{6F9C3BED-14A5-45DE-A1BC-72CE50495F87}" dt="2025-02-11T00:38:14.762" v="102" actId="1076"/>
        <pc:sldMkLst>
          <pc:docMk/>
          <pc:sldMk cId="3547587183" sldId="769"/>
        </pc:sldMkLst>
        <pc:spChg chg="mod">
          <ac:chgData name="Owen Noel Newton Fernando (Dr)" userId="f932e6a7-513b-4f8f-b71e-1f37278898b3" providerId="ADAL" clId="{6F9C3BED-14A5-45DE-A1BC-72CE50495F87}" dt="2025-02-11T00:38:14.762" v="102" actId="1076"/>
          <ac:spMkLst>
            <pc:docMk/>
            <pc:sldMk cId="3547587183" sldId="769"/>
            <ac:spMk id="2" creationId="{00000000-0000-0000-0000-000000000000}"/>
          </ac:spMkLst>
        </pc:spChg>
      </pc:sldChg>
      <pc:sldChg chg="modSp add mod">
        <pc:chgData name="Owen Noel Newton Fernando (Dr)" userId="f932e6a7-513b-4f8f-b71e-1f37278898b3" providerId="ADAL" clId="{6F9C3BED-14A5-45DE-A1BC-72CE50495F87}" dt="2025-02-11T00:38:24.135" v="104"/>
        <pc:sldMkLst>
          <pc:docMk/>
          <pc:sldMk cId="3225770396" sldId="770"/>
        </pc:sldMkLst>
        <pc:spChg chg="mod">
          <ac:chgData name="Owen Noel Newton Fernando (Dr)" userId="f932e6a7-513b-4f8f-b71e-1f37278898b3" providerId="ADAL" clId="{6F9C3BED-14A5-45DE-A1BC-72CE50495F87}" dt="2025-02-11T00:38:24.135" v="104"/>
          <ac:spMkLst>
            <pc:docMk/>
            <pc:sldMk cId="3225770396" sldId="770"/>
            <ac:spMk id="2" creationId="{00000000-0000-0000-0000-000000000000}"/>
          </ac:spMkLst>
        </pc:spChg>
      </pc:sldChg>
      <pc:sldChg chg="modSp add mod">
        <pc:chgData name="Owen Noel Newton Fernando (Dr)" userId="f932e6a7-513b-4f8f-b71e-1f37278898b3" providerId="ADAL" clId="{6F9C3BED-14A5-45DE-A1BC-72CE50495F87}" dt="2025-02-11T00:38:30.839" v="106" actId="1076"/>
        <pc:sldMkLst>
          <pc:docMk/>
          <pc:sldMk cId="1690703564" sldId="771"/>
        </pc:sldMkLst>
        <pc:spChg chg="mod">
          <ac:chgData name="Owen Noel Newton Fernando (Dr)" userId="f932e6a7-513b-4f8f-b71e-1f37278898b3" providerId="ADAL" clId="{6F9C3BED-14A5-45DE-A1BC-72CE50495F87}" dt="2025-02-11T00:38:30.839" v="106" actId="1076"/>
          <ac:spMkLst>
            <pc:docMk/>
            <pc:sldMk cId="1690703564" sldId="771"/>
            <ac:spMk id="2" creationId="{00000000-0000-0000-0000-000000000000}"/>
          </ac:spMkLst>
        </pc:spChg>
      </pc:sldChg>
      <pc:sldChg chg="modSp add mod">
        <pc:chgData name="Owen Noel Newton Fernando (Dr)" userId="f932e6a7-513b-4f8f-b71e-1f37278898b3" providerId="ADAL" clId="{6F9C3BED-14A5-45DE-A1BC-72CE50495F87}" dt="2025-02-11T00:35:41.716" v="3"/>
        <pc:sldMkLst>
          <pc:docMk/>
          <pc:sldMk cId="2678761711" sldId="784"/>
        </pc:sldMkLst>
        <pc:spChg chg="mod">
          <ac:chgData name="Owen Noel Newton Fernando (Dr)" userId="f932e6a7-513b-4f8f-b71e-1f37278898b3" providerId="ADAL" clId="{6F9C3BED-14A5-45DE-A1BC-72CE50495F87}" dt="2025-02-11T00:35:41.716" v="3"/>
          <ac:spMkLst>
            <pc:docMk/>
            <pc:sldMk cId="2678761711" sldId="784"/>
            <ac:spMk id="7" creationId="{00000000-0000-0000-0000-000000000000}"/>
          </ac:spMkLst>
        </pc:spChg>
      </pc:sldChg>
      <pc:sldChg chg="delSp modSp add mod">
        <pc:chgData name="Owen Noel Newton Fernando (Dr)" userId="f932e6a7-513b-4f8f-b71e-1f37278898b3" providerId="ADAL" clId="{6F9C3BED-14A5-45DE-A1BC-72CE50495F87}" dt="2025-02-11T04:19:39.898" v="143" actId="113"/>
        <pc:sldMkLst>
          <pc:docMk/>
          <pc:sldMk cId="3250825728" sldId="785"/>
        </pc:sldMkLst>
        <pc:spChg chg="mod">
          <ac:chgData name="Owen Noel Newton Fernando (Dr)" userId="f932e6a7-513b-4f8f-b71e-1f37278898b3" providerId="ADAL" clId="{6F9C3BED-14A5-45DE-A1BC-72CE50495F87}" dt="2025-02-11T04:19:39.898" v="143" actId="113"/>
          <ac:spMkLst>
            <pc:docMk/>
            <pc:sldMk cId="3250825728" sldId="785"/>
            <ac:spMk id="8" creationId="{A1C06AD3-8FE9-1ABA-404E-6F98F9EF0C5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0006009-C8A5-F11E-E268-93F974210EC9}"/>
              </a:ext>
            </a:extLst>
          </p:cNvPr>
          <p:cNvSpPr>
            <a:spLocks noGrp="1" noChangeArrowheads="1"/>
          </p:cNvSpPr>
          <p:nvPr>
            <p:ph type="hdr" sz="quarter"/>
          </p:nvPr>
        </p:nvSpPr>
        <p:spPr bwMode="auto">
          <a:xfrm>
            <a:off x="0" y="0"/>
            <a:ext cx="2971800" cy="455613"/>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atin typeface="Times" charset="0"/>
                <a:ea typeface="ＭＳ Ｐゴシック" charset="0"/>
                <a:cs typeface="+mn-cs"/>
              </a:defRPr>
            </a:lvl1pPr>
          </a:lstStyle>
          <a:p>
            <a:pPr>
              <a:defRPr/>
            </a:pPr>
            <a:endParaRPr lang="en-US"/>
          </a:p>
        </p:txBody>
      </p:sp>
      <p:sp>
        <p:nvSpPr>
          <p:cNvPr id="17411" name="Rectangle 3">
            <a:extLst>
              <a:ext uri="{FF2B5EF4-FFF2-40B4-BE49-F238E27FC236}">
                <a16:creationId xmlns:a16="http://schemas.microsoft.com/office/drawing/2014/main" id="{CC0CA48C-09AF-7C9A-4195-3D2328B89822}"/>
              </a:ext>
            </a:extLst>
          </p:cNvPr>
          <p:cNvSpPr>
            <a:spLocks noGrp="1" noChangeArrowheads="1"/>
          </p:cNvSpPr>
          <p:nvPr>
            <p:ph type="dt" sz="quarter" idx="1"/>
          </p:nvPr>
        </p:nvSpPr>
        <p:spPr bwMode="auto">
          <a:xfrm>
            <a:off x="3886200" y="0"/>
            <a:ext cx="2971800" cy="455613"/>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atin typeface="Times" charset="0"/>
                <a:ea typeface="ＭＳ Ｐゴシック" charset="0"/>
                <a:cs typeface="+mn-cs"/>
              </a:defRPr>
            </a:lvl1pPr>
          </a:lstStyle>
          <a:p>
            <a:pPr>
              <a:defRPr/>
            </a:pPr>
            <a:endParaRPr lang="en-US"/>
          </a:p>
        </p:txBody>
      </p:sp>
      <p:sp>
        <p:nvSpPr>
          <p:cNvPr id="17412" name="Rectangle 4">
            <a:extLst>
              <a:ext uri="{FF2B5EF4-FFF2-40B4-BE49-F238E27FC236}">
                <a16:creationId xmlns:a16="http://schemas.microsoft.com/office/drawing/2014/main" id="{7776C944-EA5B-1FAF-B28C-8D8CA6F34CCB}"/>
              </a:ext>
            </a:extLst>
          </p:cNvPr>
          <p:cNvSpPr>
            <a:spLocks noGrp="1" noChangeArrowheads="1"/>
          </p:cNvSpPr>
          <p:nvPr>
            <p:ph type="ftr" sz="quarter" idx="2"/>
          </p:nvPr>
        </p:nvSpPr>
        <p:spPr bwMode="auto">
          <a:xfrm>
            <a:off x="0" y="8661400"/>
            <a:ext cx="2971800" cy="455613"/>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atin typeface="Times" charset="0"/>
                <a:ea typeface="ＭＳ Ｐゴシック" charset="0"/>
                <a:cs typeface="+mn-cs"/>
              </a:defRPr>
            </a:lvl1pPr>
          </a:lstStyle>
          <a:p>
            <a:pPr>
              <a:defRPr/>
            </a:pPr>
            <a:endParaRPr lang="en-US"/>
          </a:p>
        </p:txBody>
      </p:sp>
      <p:sp>
        <p:nvSpPr>
          <p:cNvPr id="17413" name="Rectangle 5">
            <a:extLst>
              <a:ext uri="{FF2B5EF4-FFF2-40B4-BE49-F238E27FC236}">
                <a16:creationId xmlns:a16="http://schemas.microsoft.com/office/drawing/2014/main" id="{84F00AD5-AD79-FF2F-0790-B8A4F97E4A1C}"/>
              </a:ext>
            </a:extLst>
          </p:cNvPr>
          <p:cNvSpPr>
            <a:spLocks noGrp="1" noChangeArrowheads="1"/>
          </p:cNvSpPr>
          <p:nvPr>
            <p:ph type="sldNum" sz="quarter" idx="3"/>
          </p:nvPr>
        </p:nvSpPr>
        <p:spPr bwMode="auto">
          <a:xfrm>
            <a:off x="3886200" y="8661400"/>
            <a:ext cx="2971800" cy="45561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4317DC3-BFDA-0947-A178-1C298ABFF0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8A19D3-F2AC-CA32-3DA3-E3ED416DC148}"/>
              </a:ext>
            </a:extLst>
          </p:cNvPr>
          <p:cNvSpPr>
            <a:spLocks noGrp="1"/>
          </p:cNvSpPr>
          <p:nvPr>
            <p:ph type="hdr" sz="quarter"/>
          </p:nvPr>
        </p:nvSpPr>
        <p:spPr>
          <a:xfrm>
            <a:off x="0" y="0"/>
            <a:ext cx="2971800" cy="455613"/>
          </a:xfrm>
          <a:prstGeom prst="rect">
            <a:avLst/>
          </a:prstGeom>
        </p:spPr>
        <p:txBody>
          <a:bodyPr vert="horz" lIns="91440" tIns="45720" rIns="91440" bIns="45720" rtlCol="0"/>
          <a:lstStyle>
            <a:lvl1pPr algn="l">
              <a:defRPr sz="1200">
                <a:latin typeface="Times" charset="0"/>
                <a:ea typeface="ＭＳ Ｐゴシック" charset="0"/>
                <a:cs typeface="+mn-cs"/>
              </a:defRPr>
            </a:lvl1pPr>
          </a:lstStyle>
          <a:p>
            <a:pPr>
              <a:defRPr/>
            </a:pPr>
            <a:endParaRPr lang="en-US"/>
          </a:p>
        </p:txBody>
      </p:sp>
      <p:sp>
        <p:nvSpPr>
          <p:cNvPr id="3" name="Date Placeholder 2">
            <a:extLst>
              <a:ext uri="{FF2B5EF4-FFF2-40B4-BE49-F238E27FC236}">
                <a16:creationId xmlns:a16="http://schemas.microsoft.com/office/drawing/2014/main" id="{EAB7701A-D056-2203-2DC3-AE192D1E50CB}"/>
              </a:ext>
            </a:extLst>
          </p:cNvPr>
          <p:cNvSpPr>
            <a:spLocks noGrp="1"/>
          </p:cNvSpPr>
          <p:nvPr>
            <p:ph type="dt" idx="1"/>
          </p:nvPr>
        </p:nvSpPr>
        <p:spPr>
          <a:xfrm>
            <a:off x="3884613" y="0"/>
            <a:ext cx="2971800" cy="455613"/>
          </a:xfrm>
          <a:prstGeom prst="rect">
            <a:avLst/>
          </a:prstGeom>
        </p:spPr>
        <p:txBody>
          <a:bodyPr vert="horz" wrap="square" lIns="91440" tIns="45720" rIns="91440" bIns="45720" numCol="1" anchor="t" anchorCtr="0" compatLnSpc="1">
            <a:prstTxWarp prst="textNoShape">
              <a:avLst/>
            </a:prstTxWarp>
          </a:bodyPr>
          <a:lstStyle>
            <a:lvl1pPr algn="r">
              <a:defRPr sz="1200">
                <a:latin typeface="Times" charset="0"/>
                <a:ea typeface="ＭＳ Ｐゴシック" charset="-128"/>
              </a:defRPr>
            </a:lvl1pPr>
          </a:lstStyle>
          <a:p>
            <a:pPr>
              <a:defRPr/>
            </a:pPr>
            <a:fld id="{D6B0F57A-04E5-0540-A1A0-952260D73BE1}" type="datetimeFigureOut">
              <a:rPr lang="en-US" altLang="en-US"/>
              <a:pPr>
                <a:defRPr/>
              </a:pPr>
              <a:t>2/10/2026</a:t>
            </a:fld>
            <a:endParaRPr lang="en-US" altLang="en-US"/>
          </a:p>
        </p:txBody>
      </p:sp>
      <p:sp>
        <p:nvSpPr>
          <p:cNvPr id="4" name="Slide Image Placeholder 3">
            <a:extLst>
              <a:ext uri="{FF2B5EF4-FFF2-40B4-BE49-F238E27FC236}">
                <a16:creationId xmlns:a16="http://schemas.microsoft.com/office/drawing/2014/main" id="{0896BB95-6A69-34AB-1339-78BD7D1883C8}"/>
              </a:ext>
            </a:extLst>
          </p:cNvPr>
          <p:cNvSpPr>
            <a:spLocks noGrp="1" noRot="1" noChangeAspect="1"/>
          </p:cNvSpPr>
          <p:nvPr>
            <p:ph type="sldImg" idx="2"/>
          </p:nvPr>
        </p:nvSpPr>
        <p:spPr>
          <a:xfrm>
            <a:off x="392113" y="684213"/>
            <a:ext cx="6073775" cy="34178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6A727E08-A12F-E29B-335E-D474A0326597}"/>
              </a:ext>
            </a:extLst>
          </p:cNvPr>
          <p:cNvSpPr>
            <a:spLocks noGrp="1"/>
          </p:cNvSpPr>
          <p:nvPr>
            <p:ph type="body" sz="quarter" idx="3"/>
          </p:nvPr>
        </p:nvSpPr>
        <p:spPr>
          <a:xfrm>
            <a:off x="685800" y="4330700"/>
            <a:ext cx="5486400" cy="41021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16FFD0A-71DC-9E9D-A3BD-CA756C07BF7D}"/>
              </a:ext>
            </a:extLst>
          </p:cNvPr>
          <p:cNvSpPr>
            <a:spLocks noGrp="1"/>
          </p:cNvSpPr>
          <p:nvPr>
            <p:ph type="ftr" sz="quarter" idx="4"/>
          </p:nvPr>
        </p:nvSpPr>
        <p:spPr>
          <a:xfrm>
            <a:off x="0" y="8659813"/>
            <a:ext cx="2971800" cy="455612"/>
          </a:xfrm>
          <a:prstGeom prst="rect">
            <a:avLst/>
          </a:prstGeom>
        </p:spPr>
        <p:txBody>
          <a:bodyPr vert="horz" lIns="91440" tIns="45720" rIns="91440" bIns="45720" rtlCol="0" anchor="b"/>
          <a:lstStyle>
            <a:lvl1pPr algn="l">
              <a:defRPr sz="1200">
                <a:latin typeface="Times" charset="0"/>
                <a:ea typeface="ＭＳ Ｐゴシック" charset="0"/>
                <a:cs typeface="+mn-cs"/>
              </a:defRPr>
            </a:lvl1pPr>
          </a:lstStyle>
          <a:p>
            <a:pPr>
              <a:defRPr/>
            </a:pPr>
            <a:endParaRPr lang="en-US"/>
          </a:p>
        </p:txBody>
      </p:sp>
      <p:sp>
        <p:nvSpPr>
          <p:cNvPr id="7" name="Slide Number Placeholder 6">
            <a:extLst>
              <a:ext uri="{FF2B5EF4-FFF2-40B4-BE49-F238E27FC236}">
                <a16:creationId xmlns:a16="http://schemas.microsoft.com/office/drawing/2014/main" id="{2A8BAAF5-D0F0-5094-5D9A-B211B413BB2F}"/>
              </a:ext>
            </a:extLst>
          </p:cNvPr>
          <p:cNvSpPr>
            <a:spLocks noGrp="1"/>
          </p:cNvSpPr>
          <p:nvPr>
            <p:ph type="sldNum" sz="quarter" idx="5"/>
          </p:nvPr>
        </p:nvSpPr>
        <p:spPr>
          <a:xfrm>
            <a:off x="3884613" y="8659813"/>
            <a:ext cx="2971800" cy="455612"/>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1BD23AC-336B-CE4A-AE44-9815AB59A40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1BD23AC-336B-CE4A-AE44-9815AB59A406}" type="slidenum">
              <a:rPr lang="en-US" altLang="en-US" smtClean="0"/>
              <a:pPr>
                <a:defRPr/>
              </a:pPr>
              <a:t>1</a:t>
            </a:fld>
            <a:endParaRPr lang="en-US" altLang="en-US"/>
          </a:p>
        </p:txBody>
      </p:sp>
    </p:spTree>
    <p:extLst>
      <p:ext uri="{BB962C8B-B14F-4D97-AF65-F5344CB8AC3E}">
        <p14:creationId xmlns:p14="http://schemas.microsoft.com/office/powerpoint/2010/main" val="3059980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1BD23AC-336B-CE4A-AE44-9815AB59A406}" type="slidenum">
              <a:rPr lang="en-US" altLang="en-US" smtClean="0"/>
              <a:pPr>
                <a:defRPr/>
              </a:pPr>
              <a:t>2</a:t>
            </a:fld>
            <a:endParaRPr lang="en-US" altLang="en-US"/>
          </a:p>
        </p:txBody>
      </p:sp>
    </p:spTree>
    <p:extLst>
      <p:ext uri="{BB962C8B-B14F-4D97-AF65-F5344CB8AC3E}">
        <p14:creationId xmlns:p14="http://schemas.microsoft.com/office/powerpoint/2010/main" val="3115230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1BD23AC-336B-CE4A-AE44-9815AB59A406}" type="slidenum">
              <a:rPr lang="en-US" altLang="en-US" smtClean="0"/>
              <a:pPr>
                <a:defRPr/>
              </a:pPr>
              <a:t>3</a:t>
            </a:fld>
            <a:endParaRPr lang="en-US" altLang="en-US"/>
          </a:p>
        </p:txBody>
      </p:sp>
    </p:spTree>
    <p:extLst>
      <p:ext uri="{BB962C8B-B14F-4D97-AF65-F5344CB8AC3E}">
        <p14:creationId xmlns:p14="http://schemas.microsoft.com/office/powerpoint/2010/main" val="2221064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D402F-0BA0-7862-1BC2-6BF7A0930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73FF7-D352-EE57-2CCA-FC7938C270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B660B-471D-E15B-3DFC-5BC7F204CA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75A42A-23B4-E791-9D28-0EC7DAC80014}"/>
              </a:ext>
            </a:extLst>
          </p:cNvPr>
          <p:cNvSpPr>
            <a:spLocks noGrp="1"/>
          </p:cNvSpPr>
          <p:nvPr>
            <p:ph type="sldNum" sz="quarter" idx="5"/>
          </p:nvPr>
        </p:nvSpPr>
        <p:spPr/>
        <p:txBody>
          <a:bodyPr/>
          <a:lstStyle/>
          <a:p>
            <a:pPr>
              <a:defRPr/>
            </a:pPr>
            <a:fld id="{41BD23AC-336B-CE4A-AE44-9815AB59A406}" type="slidenum">
              <a:rPr lang="en-US" altLang="en-US" smtClean="0"/>
              <a:pPr>
                <a:defRPr/>
              </a:pPr>
              <a:t>4</a:t>
            </a:fld>
            <a:endParaRPr lang="en-US" altLang="en-US"/>
          </a:p>
        </p:txBody>
      </p:sp>
    </p:spTree>
    <p:extLst>
      <p:ext uri="{BB962C8B-B14F-4D97-AF65-F5344CB8AC3E}">
        <p14:creationId xmlns:p14="http://schemas.microsoft.com/office/powerpoint/2010/main" val="2927273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3A7C2-0515-44DD-09AB-ADC57B840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EB23C-68B1-8014-E52B-68AC4357D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B1E42-730D-78DB-D868-991572E8DB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C6C22F-088B-107C-EBEF-62FF040266DB}"/>
              </a:ext>
            </a:extLst>
          </p:cNvPr>
          <p:cNvSpPr>
            <a:spLocks noGrp="1"/>
          </p:cNvSpPr>
          <p:nvPr>
            <p:ph type="sldNum" sz="quarter" idx="5"/>
          </p:nvPr>
        </p:nvSpPr>
        <p:spPr/>
        <p:txBody>
          <a:bodyPr/>
          <a:lstStyle/>
          <a:p>
            <a:pPr>
              <a:defRPr/>
            </a:pPr>
            <a:fld id="{41BD23AC-336B-CE4A-AE44-9815AB59A406}" type="slidenum">
              <a:rPr lang="en-US" altLang="en-US" smtClean="0"/>
              <a:pPr>
                <a:defRPr/>
              </a:pPr>
              <a:t>5</a:t>
            </a:fld>
            <a:endParaRPr lang="en-US" altLang="en-US"/>
          </a:p>
        </p:txBody>
      </p:sp>
    </p:spTree>
    <p:extLst>
      <p:ext uri="{BB962C8B-B14F-4D97-AF65-F5344CB8AC3E}">
        <p14:creationId xmlns:p14="http://schemas.microsoft.com/office/powerpoint/2010/main" val="1744862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14FD-7EC9-69AE-FE08-BE356E009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11C9B-B7BD-32E8-1765-0F5A9C362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EE5748-220A-9CC7-E8F0-1E8913D63D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B7124E-3EA4-0F7A-36F0-7ED8447E0582}"/>
              </a:ext>
            </a:extLst>
          </p:cNvPr>
          <p:cNvSpPr>
            <a:spLocks noGrp="1"/>
          </p:cNvSpPr>
          <p:nvPr>
            <p:ph type="sldNum" sz="quarter" idx="5"/>
          </p:nvPr>
        </p:nvSpPr>
        <p:spPr/>
        <p:txBody>
          <a:bodyPr/>
          <a:lstStyle/>
          <a:p>
            <a:pPr>
              <a:defRPr/>
            </a:pPr>
            <a:fld id="{41BD23AC-336B-CE4A-AE44-9815AB59A406}" type="slidenum">
              <a:rPr lang="en-US" altLang="en-US" smtClean="0"/>
              <a:pPr>
                <a:defRPr/>
              </a:pPr>
              <a:t>6</a:t>
            </a:fld>
            <a:endParaRPr lang="en-US" altLang="en-US"/>
          </a:p>
        </p:txBody>
      </p:sp>
    </p:spTree>
    <p:extLst>
      <p:ext uri="{BB962C8B-B14F-4D97-AF65-F5344CB8AC3E}">
        <p14:creationId xmlns:p14="http://schemas.microsoft.com/office/powerpoint/2010/main" val="1350660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161A3-DE2F-0F11-0008-46FB4AB13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08632-464B-4B08-6EEE-62ECB180F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EFA2B9-F7D5-2DBB-7223-1D34ECBC1C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3A499-07A9-11CE-4C56-BC1090736621}"/>
              </a:ext>
            </a:extLst>
          </p:cNvPr>
          <p:cNvSpPr>
            <a:spLocks noGrp="1"/>
          </p:cNvSpPr>
          <p:nvPr>
            <p:ph type="sldNum" sz="quarter" idx="5"/>
          </p:nvPr>
        </p:nvSpPr>
        <p:spPr/>
        <p:txBody>
          <a:bodyPr/>
          <a:lstStyle/>
          <a:p>
            <a:pPr>
              <a:defRPr/>
            </a:pPr>
            <a:fld id="{41BD23AC-336B-CE4A-AE44-9815AB59A406}" type="slidenum">
              <a:rPr lang="en-US" altLang="en-US" smtClean="0"/>
              <a:pPr>
                <a:defRPr/>
              </a:pPr>
              <a:t>7</a:t>
            </a:fld>
            <a:endParaRPr lang="en-US" altLang="en-US"/>
          </a:p>
        </p:txBody>
      </p:sp>
    </p:spTree>
    <p:extLst>
      <p:ext uri="{BB962C8B-B14F-4D97-AF65-F5344CB8AC3E}">
        <p14:creationId xmlns:p14="http://schemas.microsoft.com/office/powerpoint/2010/main" val="698330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CD1B5-6F05-87CD-6D2D-C0E6A97FB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23242-996A-13AD-42CE-2F6156020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4525E-AB3A-D29C-7A93-D1AE7BBB5C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9912BF-B1D4-2F5D-3D07-A338625CADCD}"/>
              </a:ext>
            </a:extLst>
          </p:cNvPr>
          <p:cNvSpPr>
            <a:spLocks noGrp="1"/>
          </p:cNvSpPr>
          <p:nvPr>
            <p:ph type="sldNum" sz="quarter" idx="5"/>
          </p:nvPr>
        </p:nvSpPr>
        <p:spPr/>
        <p:txBody>
          <a:bodyPr/>
          <a:lstStyle/>
          <a:p>
            <a:pPr>
              <a:defRPr/>
            </a:pPr>
            <a:fld id="{41BD23AC-336B-CE4A-AE44-9815AB59A406}" type="slidenum">
              <a:rPr lang="en-US" altLang="en-US" smtClean="0"/>
              <a:pPr>
                <a:defRPr/>
              </a:pPr>
              <a:t>8</a:t>
            </a:fld>
            <a:endParaRPr lang="en-US" altLang="en-US"/>
          </a:p>
        </p:txBody>
      </p:sp>
    </p:spTree>
    <p:extLst>
      <p:ext uri="{BB962C8B-B14F-4D97-AF65-F5344CB8AC3E}">
        <p14:creationId xmlns:p14="http://schemas.microsoft.com/office/powerpoint/2010/main" val="1868103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60FE1-758C-4982-75F1-86A825233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50D41-630F-44C8-91A9-D983FAC9E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2F1C0-C116-8521-5B84-3521FE8BCD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A18817-2133-158F-263F-67A48F53920C}"/>
              </a:ext>
            </a:extLst>
          </p:cNvPr>
          <p:cNvSpPr>
            <a:spLocks noGrp="1"/>
          </p:cNvSpPr>
          <p:nvPr>
            <p:ph type="sldNum" sz="quarter" idx="5"/>
          </p:nvPr>
        </p:nvSpPr>
        <p:spPr/>
        <p:txBody>
          <a:bodyPr/>
          <a:lstStyle/>
          <a:p>
            <a:pPr>
              <a:defRPr/>
            </a:pPr>
            <a:fld id="{41BD23AC-336B-CE4A-AE44-9815AB59A406}" type="slidenum">
              <a:rPr lang="en-US" altLang="en-US" smtClean="0"/>
              <a:pPr>
                <a:defRPr/>
              </a:pPr>
              <a:t>9</a:t>
            </a:fld>
            <a:endParaRPr lang="en-US" altLang="en-US"/>
          </a:p>
        </p:txBody>
      </p:sp>
    </p:spTree>
    <p:extLst>
      <p:ext uri="{BB962C8B-B14F-4D97-AF65-F5344CB8AC3E}">
        <p14:creationId xmlns:p14="http://schemas.microsoft.com/office/powerpoint/2010/main" val="2462236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68813-6B64-6533-3989-8C524146E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82921-05A9-0B39-380F-DC3465E499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22539-0D76-6322-BA7E-A602FCC841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4B655B-5DE4-38CF-ED4D-B86C18E32521}"/>
              </a:ext>
            </a:extLst>
          </p:cNvPr>
          <p:cNvSpPr>
            <a:spLocks noGrp="1"/>
          </p:cNvSpPr>
          <p:nvPr>
            <p:ph type="sldNum" sz="quarter" idx="5"/>
          </p:nvPr>
        </p:nvSpPr>
        <p:spPr/>
        <p:txBody>
          <a:bodyPr/>
          <a:lstStyle/>
          <a:p>
            <a:pPr>
              <a:defRPr/>
            </a:pPr>
            <a:fld id="{41BD23AC-336B-CE4A-AE44-9815AB59A406}" type="slidenum">
              <a:rPr lang="en-US" altLang="en-US" smtClean="0"/>
              <a:pPr>
                <a:defRPr/>
              </a:pPr>
              <a:t>10</a:t>
            </a:fld>
            <a:endParaRPr lang="en-US" altLang="en-US"/>
          </a:p>
        </p:txBody>
      </p:sp>
    </p:spTree>
    <p:extLst>
      <p:ext uri="{BB962C8B-B14F-4D97-AF65-F5344CB8AC3E}">
        <p14:creationId xmlns:p14="http://schemas.microsoft.com/office/powerpoint/2010/main" val="1434967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B7D64-B06F-2F24-F6F7-AE80C5DF88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DEE9D-6314-CC39-456A-C0D28763D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C8C61-1F55-D503-3A86-81B6D6FAD8CD}"/>
              </a:ext>
            </a:extLst>
          </p:cNvPr>
          <p:cNvSpPr>
            <a:spLocks noGrp="1"/>
          </p:cNvSpPr>
          <p:nvPr>
            <p:ph type="body" idx="1"/>
          </p:nvPr>
        </p:nvSpPr>
        <p:spPr/>
        <p:txBody>
          <a:bodyPr/>
          <a:lstStyle/>
          <a:p>
            <a:r>
              <a:rPr lang="en-US" dirty="0"/>
              <a:t>Here we begin to discuss non-linear data structures such as Binary Trees.</a:t>
            </a:r>
          </a:p>
        </p:txBody>
      </p:sp>
      <p:sp>
        <p:nvSpPr>
          <p:cNvPr id="4" name="Slide Number Placeholder 3">
            <a:extLst>
              <a:ext uri="{FF2B5EF4-FFF2-40B4-BE49-F238E27FC236}">
                <a16:creationId xmlns:a16="http://schemas.microsoft.com/office/drawing/2014/main" id="{35647DE1-764A-6B21-4540-F743FFF00543}"/>
              </a:ext>
            </a:extLst>
          </p:cNvPr>
          <p:cNvSpPr>
            <a:spLocks noGrp="1"/>
          </p:cNvSpPr>
          <p:nvPr>
            <p:ph type="sldNum" sz="quarter" idx="5"/>
          </p:nvPr>
        </p:nvSpPr>
        <p:spPr/>
        <p:txBody>
          <a:bodyPr/>
          <a:lstStyle/>
          <a:p>
            <a:pPr>
              <a:defRPr/>
            </a:pPr>
            <a:fld id="{41BD23AC-336B-CE4A-AE44-9815AB59A406}" type="slidenum">
              <a:rPr lang="en-US" altLang="en-US" smtClean="0"/>
              <a:pPr>
                <a:defRPr/>
              </a:pPr>
              <a:t>11</a:t>
            </a:fld>
            <a:endParaRPr lang="en-US" altLang="en-US"/>
          </a:p>
        </p:txBody>
      </p:sp>
    </p:spTree>
    <p:extLst>
      <p:ext uri="{BB962C8B-B14F-4D97-AF65-F5344CB8AC3E}">
        <p14:creationId xmlns:p14="http://schemas.microsoft.com/office/powerpoint/2010/main" val="2595833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83430-D9E6-91B4-91A5-B2191BDAF5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6322A-E02E-3C98-4138-69E451157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9C296-7861-84D5-F4F9-6506813595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A7E580-C382-C71A-9DB4-07518F37BCD9}"/>
              </a:ext>
            </a:extLst>
          </p:cNvPr>
          <p:cNvSpPr>
            <a:spLocks noGrp="1"/>
          </p:cNvSpPr>
          <p:nvPr>
            <p:ph type="sldNum" sz="quarter" idx="5"/>
          </p:nvPr>
        </p:nvSpPr>
        <p:spPr/>
        <p:txBody>
          <a:bodyPr/>
          <a:lstStyle/>
          <a:p>
            <a:pPr>
              <a:defRPr/>
            </a:pPr>
            <a:fld id="{41BD23AC-336B-CE4A-AE44-9815AB59A406}" type="slidenum">
              <a:rPr lang="en-US" altLang="en-US" smtClean="0"/>
              <a:pPr>
                <a:defRPr/>
              </a:pPr>
              <a:t>12</a:t>
            </a:fld>
            <a:endParaRPr lang="en-US" altLang="en-US"/>
          </a:p>
        </p:txBody>
      </p:sp>
    </p:spTree>
    <p:extLst>
      <p:ext uri="{BB962C8B-B14F-4D97-AF65-F5344CB8AC3E}">
        <p14:creationId xmlns:p14="http://schemas.microsoft.com/office/powerpoint/2010/main" val="4106784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D8454-650B-7590-6EEE-DC5B8DDA0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5933B-18A4-3F41-C586-586F5A5FD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635A05-FE86-DA8A-AA14-BED82DD02A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02CFE3-D321-7957-BF7F-F69E02A317F7}"/>
              </a:ext>
            </a:extLst>
          </p:cNvPr>
          <p:cNvSpPr>
            <a:spLocks noGrp="1"/>
          </p:cNvSpPr>
          <p:nvPr>
            <p:ph type="sldNum" sz="quarter" idx="5"/>
          </p:nvPr>
        </p:nvSpPr>
        <p:spPr/>
        <p:txBody>
          <a:bodyPr/>
          <a:lstStyle/>
          <a:p>
            <a:pPr>
              <a:defRPr/>
            </a:pPr>
            <a:fld id="{41BD23AC-336B-CE4A-AE44-9815AB59A406}" type="slidenum">
              <a:rPr lang="en-US" altLang="en-US" smtClean="0"/>
              <a:pPr>
                <a:defRPr/>
              </a:pPr>
              <a:t>13</a:t>
            </a:fld>
            <a:endParaRPr lang="en-US" altLang="en-US"/>
          </a:p>
        </p:txBody>
      </p:sp>
    </p:spTree>
    <p:extLst>
      <p:ext uri="{BB962C8B-B14F-4D97-AF65-F5344CB8AC3E}">
        <p14:creationId xmlns:p14="http://schemas.microsoft.com/office/powerpoint/2010/main" val="1912651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62B6D-3A64-5A3E-C6D3-244291FA0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43607-74A4-FCD6-D046-FAA8CC18D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FBCFE-B122-44F6-13FC-09ACA00B0C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FE6181-5EDA-4B64-C760-E9860E588F2E}"/>
              </a:ext>
            </a:extLst>
          </p:cNvPr>
          <p:cNvSpPr>
            <a:spLocks noGrp="1"/>
          </p:cNvSpPr>
          <p:nvPr>
            <p:ph type="sldNum" sz="quarter" idx="5"/>
          </p:nvPr>
        </p:nvSpPr>
        <p:spPr/>
        <p:txBody>
          <a:bodyPr/>
          <a:lstStyle/>
          <a:p>
            <a:pPr>
              <a:defRPr/>
            </a:pPr>
            <a:fld id="{41BD23AC-336B-CE4A-AE44-9815AB59A406}" type="slidenum">
              <a:rPr lang="en-US" altLang="en-US" smtClean="0"/>
              <a:pPr>
                <a:defRPr/>
              </a:pPr>
              <a:t>14</a:t>
            </a:fld>
            <a:endParaRPr lang="en-US" altLang="en-US"/>
          </a:p>
        </p:txBody>
      </p:sp>
    </p:spTree>
    <p:extLst>
      <p:ext uri="{BB962C8B-B14F-4D97-AF65-F5344CB8AC3E}">
        <p14:creationId xmlns:p14="http://schemas.microsoft.com/office/powerpoint/2010/main" val="3714822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8FDB9-E806-8595-FDAD-FDCDF5D28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00CFD-0916-8FE4-C149-FF66C4AA0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165233-C52A-2580-A38E-840EA7AA0D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A7B493-B349-42FB-799B-B856F2D2B854}"/>
              </a:ext>
            </a:extLst>
          </p:cNvPr>
          <p:cNvSpPr>
            <a:spLocks noGrp="1"/>
          </p:cNvSpPr>
          <p:nvPr>
            <p:ph type="sldNum" sz="quarter" idx="5"/>
          </p:nvPr>
        </p:nvSpPr>
        <p:spPr/>
        <p:txBody>
          <a:bodyPr/>
          <a:lstStyle/>
          <a:p>
            <a:pPr>
              <a:defRPr/>
            </a:pPr>
            <a:fld id="{41BD23AC-336B-CE4A-AE44-9815AB59A406}" type="slidenum">
              <a:rPr lang="en-US" altLang="en-US" smtClean="0"/>
              <a:pPr>
                <a:defRPr/>
              </a:pPr>
              <a:t>15</a:t>
            </a:fld>
            <a:endParaRPr lang="en-US" altLang="en-US"/>
          </a:p>
        </p:txBody>
      </p:sp>
    </p:spTree>
    <p:extLst>
      <p:ext uri="{BB962C8B-B14F-4D97-AF65-F5344CB8AC3E}">
        <p14:creationId xmlns:p14="http://schemas.microsoft.com/office/powerpoint/2010/main" val="2624000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2448F-FEED-07D3-F9A9-FC4693E1E0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0BF97-57B5-CFC4-E5DF-0D0187D4B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FECE2-1E40-D1B2-B918-0C7905D930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D40B95-FA99-E7A7-C359-A70BD9BD87E8}"/>
              </a:ext>
            </a:extLst>
          </p:cNvPr>
          <p:cNvSpPr>
            <a:spLocks noGrp="1"/>
          </p:cNvSpPr>
          <p:nvPr>
            <p:ph type="sldNum" sz="quarter" idx="5"/>
          </p:nvPr>
        </p:nvSpPr>
        <p:spPr/>
        <p:txBody>
          <a:bodyPr/>
          <a:lstStyle/>
          <a:p>
            <a:pPr>
              <a:defRPr/>
            </a:pPr>
            <a:fld id="{41BD23AC-336B-CE4A-AE44-9815AB59A406}" type="slidenum">
              <a:rPr lang="en-US" altLang="en-US" smtClean="0"/>
              <a:pPr>
                <a:defRPr/>
              </a:pPr>
              <a:t>16</a:t>
            </a:fld>
            <a:endParaRPr lang="en-US" altLang="en-US"/>
          </a:p>
        </p:txBody>
      </p:sp>
    </p:spTree>
    <p:extLst>
      <p:ext uri="{BB962C8B-B14F-4D97-AF65-F5344CB8AC3E}">
        <p14:creationId xmlns:p14="http://schemas.microsoft.com/office/powerpoint/2010/main" val="1480973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F3CF0-299F-C189-2BEC-64DE2B374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D228D-8AE9-B9CC-AA08-E38B52F43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00C28-4AF5-D246-2519-5EBC6501BE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815AE3-8FFE-184D-3DED-BE6CFAE16EB0}"/>
              </a:ext>
            </a:extLst>
          </p:cNvPr>
          <p:cNvSpPr>
            <a:spLocks noGrp="1"/>
          </p:cNvSpPr>
          <p:nvPr>
            <p:ph type="sldNum" sz="quarter" idx="5"/>
          </p:nvPr>
        </p:nvSpPr>
        <p:spPr/>
        <p:txBody>
          <a:bodyPr/>
          <a:lstStyle/>
          <a:p>
            <a:pPr>
              <a:defRPr/>
            </a:pPr>
            <a:fld id="{41BD23AC-336B-CE4A-AE44-9815AB59A406}" type="slidenum">
              <a:rPr lang="en-US" altLang="en-US" smtClean="0"/>
              <a:pPr>
                <a:defRPr/>
              </a:pPr>
              <a:t>17</a:t>
            </a:fld>
            <a:endParaRPr lang="en-US" altLang="en-US"/>
          </a:p>
        </p:txBody>
      </p:sp>
    </p:spTree>
    <p:extLst>
      <p:ext uri="{BB962C8B-B14F-4D97-AF65-F5344CB8AC3E}">
        <p14:creationId xmlns:p14="http://schemas.microsoft.com/office/powerpoint/2010/main" val="3272838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C4948-5EA4-15E6-78C1-94AA86ABE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01B70-CE1F-4517-D13D-4F23C4356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3DBEA-F31B-9FF3-3C8B-3558DDFC7C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387D18-7987-18D4-64E5-77D09E145CE5}"/>
              </a:ext>
            </a:extLst>
          </p:cNvPr>
          <p:cNvSpPr>
            <a:spLocks noGrp="1"/>
          </p:cNvSpPr>
          <p:nvPr>
            <p:ph type="sldNum" sz="quarter" idx="5"/>
          </p:nvPr>
        </p:nvSpPr>
        <p:spPr/>
        <p:txBody>
          <a:bodyPr/>
          <a:lstStyle/>
          <a:p>
            <a:pPr>
              <a:defRPr/>
            </a:pPr>
            <a:fld id="{41BD23AC-336B-CE4A-AE44-9815AB59A406}" type="slidenum">
              <a:rPr lang="en-US" altLang="en-US" smtClean="0"/>
              <a:pPr>
                <a:defRPr/>
              </a:pPr>
              <a:t>18</a:t>
            </a:fld>
            <a:endParaRPr lang="en-US" altLang="en-US"/>
          </a:p>
        </p:txBody>
      </p:sp>
    </p:spTree>
    <p:extLst>
      <p:ext uri="{BB962C8B-B14F-4D97-AF65-F5344CB8AC3E}">
        <p14:creationId xmlns:p14="http://schemas.microsoft.com/office/powerpoint/2010/main" val="836592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7DF43-DB3A-9E97-7E89-A63FAE5E2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8AF99-19B2-DBF5-24EA-C06910C1B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368A9-75FE-0493-E069-E9538D377C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70DAE-18ED-3208-AD75-5788C02A0405}"/>
              </a:ext>
            </a:extLst>
          </p:cNvPr>
          <p:cNvSpPr>
            <a:spLocks noGrp="1"/>
          </p:cNvSpPr>
          <p:nvPr>
            <p:ph type="sldNum" sz="quarter" idx="5"/>
          </p:nvPr>
        </p:nvSpPr>
        <p:spPr/>
        <p:txBody>
          <a:bodyPr/>
          <a:lstStyle/>
          <a:p>
            <a:pPr>
              <a:defRPr/>
            </a:pPr>
            <a:fld id="{41BD23AC-336B-CE4A-AE44-9815AB59A406}" type="slidenum">
              <a:rPr lang="en-US" altLang="en-US" smtClean="0"/>
              <a:pPr>
                <a:defRPr/>
              </a:pPr>
              <a:t>19</a:t>
            </a:fld>
            <a:endParaRPr lang="en-US" altLang="en-US"/>
          </a:p>
        </p:txBody>
      </p:sp>
    </p:spTree>
    <p:extLst>
      <p:ext uri="{BB962C8B-B14F-4D97-AF65-F5344CB8AC3E}">
        <p14:creationId xmlns:p14="http://schemas.microsoft.com/office/powerpoint/2010/main" val="2528503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C6E5B-2F53-5BD7-8B9B-998430E0D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84947-D8DA-D586-86B8-95186039D8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CC3EAE-7A50-ACFF-D332-17799DF578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C62401-C3F4-2499-C8EC-6B1D1327ADCC}"/>
              </a:ext>
            </a:extLst>
          </p:cNvPr>
          <p:cNvSpPr>
            <a:spLocks noGrp="1"/>
          </p:cNvSpPr>
          <p:nvPr>
            <p:ph type="sldNum" sz="quarter" idx="5"/>
          </p:nvPr>
        </p:nvSpPr>
        <p:spPr/>
        <p:txBody>
          <a:bodyPr/>
          <a:lstStyle/>
          <a:p>
            <a:pPr>
              <a:defRPr/>
            </a:pPr>
            <a:fld id="{41BD23AC-336B-CE4A-AE44-9815AB59A406}" type="slidenum">
              <a:rPr lang="en-US" altLang="en-US" smtClean="0"/>
              <a:pPr>
                <a:defRPr/>
              </a:pPr>
              <a:t>20</a:t>
            </a:fld>
            <a:endParaRPr lang="en-US" altLang="en-US"/>
          </a:p>
        </p:txBody>
      </p:sp>
    </p:spTree>
    <p:extLst>
      <p:ext uri="{BB962C8B-B14F-4D97-AF65-F5344CB8AC3E}">
        <p14:creationId xmlns:p14="http://schemas.microsoft.com/office/powerpoint/2010/main" val="4145158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62527-9C1D-9270-719D-98F422B0A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3062A-1DF3-BBBB-F9D9-759CF1991D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59E48-9D6C-F84A-AAB4-B361D5FC1BD8}"/>
              </a:ext>
            </a:extLst>
          </p:cNvPr>
          <p:cNvSpPr>
            <a:spLocks noGrp="1"/>
          </p:cNvSpPr>
          <p:nvPr>
            <p:ph type="body" idx="1"/>
          </p:nvPr>
        </p:nvSpPr>
        <p:spPr/>
        <p:txBody>
          <a:bodyPr/>
          <a:lstStyle/>
          <a:p>
            <a:r>
              <a:rPr lang="en-US" dirty="0"/>
              <a:t>Here we begin to discuss non-linear data structures such as Binary Trees.</a:t>
            </a:r>
          </a:p>
        </p:txBody>
      </p:sp>
      <p:sp>
        <p:nvSpPr>
          <p:cNvPr id="4" name="Slide Number Placeholder 3">
            <a:extLst>
              <a:ext uri="{FF2B5EF4-FFF2-40B4-BE49-F238E27FC236}">
                <a16:creationId xmlns:a16="http://schemas.microsoft.com/office/drawing/2014/main" id="{DD3AA50C-1346-0A2A-3FD2-F94E8D4945EA}"/>
              </a:ext>
            </a:extLst>
          </p:cNvPr>
          <p:cNvSpPr>
            <a:spLocks noGrp="1"/>
          </p:cNvSpPr>
          <p:nvPr>
            <p:ph type="sldNum" sz="quarter" idx="5"/>
          </p:nvPr>
        </p:nvSpPr>
        <p:spPr/>
        <p:txBody>
          <a:bodyPr/>
          <a:lstStyle/>
          <a:p>
            <a:pPr>
              <a:defRPr/>
            </a:pPr>
            <a:fld id="{41BD23AC-336B-CE4A-AE44-9815AB59A406}" type="slidenum">
              <a:rPr lang="en-US" altLang="en-US" smtClean="0"/>
              <a:pPr>
                <a:defRPr/>
              </a:pPr>
              <a:t>21</a:t>
            </a:fld>
            <a:endParaRPr lang="en-US" altLang="en-US"/>
          </a:p>
        </p:txBody>
      </p:sp>
    </p:spTree>
    <p:extLst>
      <p:ext uri="{BB962C8B-B14F-4D97-AF65-F5344CB8AC3E}">
        <p14:creationId xmlns:p14="http://schemas.microsoft.com/office/powerpoint/2010/main" val="3716968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The output of the code would be E, B, A, C, D, G, F, I and H.</a:t>
            </a:r>
            <a:endParaRPr lang="en-SG" dirty="0"/>
          </a:p>
          <a:p>
            <a:endParaRPr lang="en-SG" dirty="0"/>
          </a:p>
        </p:txBody>
      </p:sp>
      <p:sp>
        <p:nvSpPr>
          <p:cNvPr id="4" name="Slide Number Placeholder 3"/>
          <p:cNvSpPr>
            <a:spLocks noGrp="1"/>
          </p:cNvSpPr>
          <p:nvPr>
            <p:ph type="sldNum" sz="quarter" idx="10"/>
          </p:nvPr>
        </p:nvSpPr>
        <p:spPr/>
        <p:txBody>
          <a:bodyPr/>
          <a:lstStyle/>
          <a:p>
            <a:fld id="{2031AFFA-5214-4CD7-AC14-54BF2F08C1EF}" type="slidenum">
              <a:rPr lang="en-GB" smtClean="0"/>
              <a:t>23</a:t>
            </a:fld>
            <a:endParaRPr lang="en-GB"/>
          </a:p>
        </p:txBody>
      </p:sp>
    </p:spTree>
    <p:extLst>
      <p:ext uri="{BB962C8B-B14F-4D97-AF65-F5344CB8AC3E}">
        <p14:creationId xmlns:p14="http://schemas.microsoft.com/office/powerpoint/2010/main" val="1832960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u="sng"/>
              <a:t>In-order traversal</a:t>
            </a:r>
            <a:endParaRPr lang="en-SG" b="1"/>
          </a:p>
          <a:p>
            <a:pPr marL="171450" lvl="0" indent="-171450">
              <a:buFont typeface="Arial" pitchFamily="34" charset="0"/>
              <a:buChar char="•"/>
            </a:pPr>
            <a:r>
              <a:rPr lang="en-US"/>
              <a:t>In in-order traversal we first visit the left child subtree.</a:t>
            </a:r>
          </a:p>
          <a:p>
            <a:pPr lvl="0"/>
            <a:endParaRPr lang="en-SG"/>
          </a:p>
          <a:p>
            <a:pPr marL="628650" lvl="1" indent="-171450">
              <a:buFont typeface="Arial" pitchFamily="34" charset="0"/>
              <a:buChar char="•"/>
            </a:pPr>
            <a:r>
              <a:rPr lang="en-US"/>
              <a:t>For an example if we consider the given tree in the slide, the root node F is where we start traversing. Therefore at first we move the pointer from F to B. Now for B also, first we have to visit the left child subtree. Therefore we move the pointer from B to A.</a:t>
            </a:r>
          </a:p>
          <a:p>
            <a:pPr lvl="1"/>
            <a:endParaRPr lang="en-SG"/>
          </a:p>
          <a:p>
            <a:pPr marL="171450" lvl="0" indent="-171450">
              <a:buFont typeface="Arial" pitchFamily="34" charset="0"/>
              <a:buChar char="•"/>
            </a:pPr>
            <a:r>
              <a:rPr lang="en-US"/>
              <a:t>Now for A there are no left child subtree therefore we proceed to process the current node’s data.</a:t>
            </a:r>
          </a:p>
          <a:p>
            <a:pPr marL="171450" lvl="0" indent="-171450">
              <a:buFont typeface="Arial" pitchFamily="34" charset="0"/>
              <a:buChar char="•"/>
            </a:pPr>
            <a:endParaRPr lang="en-US"/>
          </a:p>
          <a:p>
            <a:pPr marL="171450" lvl="0" indent="-171450">
              <a:buFont typeface="Arial" pitchFamily="34" charset="0"/>
              <a:buChar char="•"/>
            </a:pPr>
            <a:r>
              <a:rPr lang="en-US"/>
              <a:t>Then we visit the right child subtree; but A does not have a right child. Therefore we move the pointer back to B.</a:t>
            </a:r>
          </a:p>
          <a:p>
            <a:pPr marL="171450" lvl="0" indent="-171450">
              <a:buFont typeface="Arial" pitchFamily="34" charset="0"/>
              <a:buChar char="•"/>
            </a:pPr>
            <a:endParaRPr lang="en-SG"/>
          </a:p>
          <a:p>
            <a:pPr marL="171450" lvl="0" indent="-171450">
              <a:buFont typeface="Arial" pitchFamily="34" charset="0"/>
              <a:buChar char="•"/>
            </a:pPr>
            <a:r>
              <a:rPr lang="en-US"/>
              <a:t>Since B’s left child subtree is already completed, we can proceed to B’s data.</a:t>
            </a:r>
          </a:p>
          <a:p>
            <a:pPr marL="171450" lvl="0" indent="-171450">
              <a:buFont typeface="Arial" pitchFamily="34" charset="0"/>
              <a:buChar char="•"/>
            </a:pPr>
            <a:endParaRPr lang="en-SG"/>
          </a:p>
          <a:p>
            <a:pPr marL="171450" lvl="0" indent="-171450">
              <a:buFont typeface="Arial" pitchFamily="34" charset="0"/>
              <a:buChar char="•"/>
            </a:pPr>
            <a:r>
              <a:rPr lang="en-US"/>
              <a:t>Then we will visit to right child subtree of B which is C. Now where have to visit C’s left child subtree; but C does not have a left child subtree. Therefore we can proceed with C’s data and move the pointer to it’s right child subtree which is D.</a:t>
            </a:r>
          </a:p>
          <a:p>
            <a:pPr marL="171450" lvl="0" indent="-171450">
              <a:buFont typeface="Arial" pitchFamily="34" charset="0"/>
              <a:buChar char="•"/>
            </a:pPr>
            <a:endParaRPr lang="en-SG"/>
          </a:p>
          <a:p>
            <a:pPr marL="171450" lvl="0" indent="-171450">
              <a:buFont typeface="Arial" pitchFamily="34" charset="0"/>
              <a:buChar char="•"/>
            </a:pPr>
            <a:r>
              <a:rPr lang="en-US"/>
              <a:t>For D there is no left child or right child sub tree, therefore we proceed with D’s data and return to it’s parent C.</a:t>
            </a:r>
          </a:p>
          <a:p>
            <a:pPr marL="171450" lvl="0" indent="-171450">
              <a:buFont typeface="Arial" pitchFamily="34" charset="0"/>
              <a:buChar char="•"/>
            </a:pPr>
            <a:endParaRPr lang="en-SG"/>
          </a:p>
          <a:p>
            <a:pPr marL="171450" indent="-171450">
              <a:buFont typeface="Arial" pitchFamily="34" charset="0"/>
              <a:buChar char="•"/>
            </a:pPr>
            <a:r>
              <a:rPr lang="en-US"/>
              <a:t>C is already visited therefore we return to B and then to F.</a:t>
            </a:r>
          </a:p>
          <a:p>
            <a:endParaRPr lang="en-SG"/>
          </a:p>
          <a:p>
            <a:pPr marL="171450" lvl="0" indent="-171450">
              <a:buFont typeface="Arial" pitchFamily="34" charset="0"/>
              <a:buChar char="•"/>
            </a:pPr>
            <a:r>
              <a:rPr lang="en-US"/>
              <a:t>Now we have already visited the left child subtree of F. Therefore  we can proceed with F’s data.</a:t>
            </a:r>
            <a:endParaRPr lang="en-SG"/>
          </a:p>
          <a:p>
            <a:pPr marL="171450" indent="-171450">
              <a:buFont typeface="Arial" pitchFamily="34" charset="0"/>
              <a:buChar char="•"/>
            </a:pPr>
            <a:endParaRPr lang="en-US"/>
          </a:p>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24</a:t>
            </a:fld>
            <a:endParaRPr lang="en-GB"/>
          </a:p>
        </p:txBody>
      </p:sp>
    </p:spTree>
    <p:extLst>
      <p:ext uri="{BB962C8B-B14F-4D97-AF65-F5344CB8AC3E}">
        <p14:creationId xmlns:p14="http://schemas.microsoft.com/office/powerpoint/2010/main" val="23411870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In in-order traversal, after checking whether the current node is NULL or NOT NULL, we check the left child subtree.</a:t>
            </a:r>
            <a:endParaRPr lang="en-SG" dirty="0"/>
          </a:p>
          <a:p>
            <a:r>
              <a:rPr lang="en-US" dirty="0"/>
              <a:t>	</a:t>
            </a:r>
            <a:r>
              <a:rPr lang="en-US" dirty="0" err="1"/>
              <a:t>TreeTraversal_in</a:t>
            </a:r>
            <a:r>
              <a:rPr lang="en-US" dirty="0"/>
              <a:t>(cur-&gt;left);</a:t>
            </a:r>
          </a:p>
          <a:p>
            <a:endParaRPr lang="en-SG" dirty="0"/>
          </a:p>
          <a:p>
            <a:r>
              <a:rPr lang="en-US" dirty="0"/>
              <a:t>Then we print the current node value and check the right child subtree.</a:t>
            </a:r>
            <a:endParaRPr lang="en-SG" dirty="0"/>
          </a:p>
          <a:p>
            <a:r>
              <a:rPr lang="en-US" dirty="0"/>
              <a:t>	</a:t>
            </a:r>
            <a:r>
              <a:rPr lang="en-US" dirty="0" err="1"/>
              <a:t>printf</a:t>
            </a:r>
            <a:r>
              <a:rPr lang="en-US" dirty="0"/>
              <a:t>(“%c”, cur-&gt;item);</a:t>
            </a:r>
            <a:endParaRPr lang="en-SG" dirty="0"/>
          </a:p>
          <a:p>
            <a:r>
              <a:rPr lang="en-US" dirty="0"/>
              <a:t>	</a:t>
            </a:r>
            <a:r>
              <a:rPr lang="en-US" dirty="0" err="1"/>
              <a:t>TreeTraversal_in</a:t>
            </a:r>
            <a:r>
              <a:rPr lang="en-US" dirty="0"/>
              <a:t>(cur-&gt;right);</a:t>
            </a:r>
          </a:p>
          <a:p>
            <a:endParaRPr lang="en-SG" dirty="0"/>
          </a:p>
          <a:p>
            <a:r>
              <a:rPr lang="en-US" dirty="0"/>
              <a:t>The output of the code would be A, B, C, D, F, G, H and I </a:t>
            </a:r>
            <a:endParaRPr lang="en-SG" dirty="0"/>
          </a:p>
          <a:p>
            <a:endParaRPr lang="en-SG" dirty="0"/>
          </a:p>
        </p:txBody>
      </p:sp>
      <p:sp>
        <p:nvSpPr>
          <p:cNvPr id="4" name="Slide Number Placeholder 3"/>
          <p:cNvSpPr>
            <a:spLocks noGrp="1"/>
          </p:cNvSpPr>
          <p:nvPr>
            <p:ph type="sldNum" sz="quarter" idx="10"/>
          </p:nvPr>
        </p:nvSpPr>
        <p:spPr/>
        <p:txBody>
          <a:bodyPr/>
          <a:lstStyle/>
          <a:p>
            <a:fld id="{2031AFFA-5214-4CD7-AC14-54BF2F08C1EF}" type="slidenum">
              <a:rPr lang="en-GB" smtClean="0"/>
              <a:t>25</a:t>
            </a:fld>
            <a:endParaRPr lang="en-GB"/>
          </a:p>
        </p:txBody>
      </p:sp>
    </p:spTree>
    <p:extLst>
      <p:ext uri="{BB962C8B-B14F-4D97-AF65-F5344CB8AC3E}">
        <p14:creationId xmlns:p14="http://schemas.microsoft.com/office/powerpoint/2010/main" val="34137377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u="sng"/>
              <a:t>Post-order traversal </a:t>
            </a:r>
            <a:endParaRPr lang="en-SG" b="1"/>
          </a:p>
          <a:p>
            <a:pPr lvl="0"/>
            <a:r>
              <a:rPr lang="en-US"/>
              <a:t>In post-order traversal; first we visit the left child subtree, then we visit the right child subtree and finally process the current node’s data.</a:t>
            </a:r>
            <a:endParaRPr lang="en-SG"/>
          </a:p>
          <a:p>
            <a:endParaRPr lang="en-SG" dirty="0"/>
          </a:p>
        </p:txBody>
      </p:sp>
      <p:sp>
        <p:nvSpPr>
          <p:cNvPr id="4" name="Slide Number Placeholder 3"/>
          <p:cNvSpPr>
            <a:spLocks noGrp="1"/>
          </p:cNvSpPr>
          <p:nvPr>
            <p:ph type="sldNum" sz="quarter" idx="10"/>
          </p:nvPr>
        </p:nvSpPr>
        <p:spPr/>
        <p:txBody>
          <a:bodyPr/>
          <a:lstStyle/>
          <a:p>
            <a:fld id="{2031AFFA-5214-4CD7-AC14-54BF2F08C1EF}" type="slidenum">
              <a:rPr lang="en-GB" smtClean="0"/>
              <a:t>26</a:t>
            </a:fld>
            <a:endParaRPr lang="en-GB"/>
          </a:p>
        </p:txBody>
      </p:sp>
    </p:spTree>
    <p:extLst>
      <p:ext uri="{BB962C8B-B14F-4D97-AF65-F5344CB8AC3E}">
        <p14:creationId xmlns:p14="http://schemas.microsoft.com/office/powerpoint/2010/main" val="32989819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0E54-09AE-E844-C67F-151D70A29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36594-75E1-BBB8-F802-A9285B2FF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8FAEE-7F4B-075B-F68D-6FFC18A2D1DB}"/>
              </a:ext>
            </a:extLst>
          </p:cNvPr>
          <p:cNvSpPr>
            <a:spLocks noGrp="1"/>
          </p:cNvSpPr>
          <p:nvPr>
            <p:ph type="body" idx="1"/>
          </p:nvPr>
        </p:nvSpPr>
        <p:spPr/>
        <p:txBody>
          <a:bodyPr/>
          <a:lstStyle/>
          <a:p>
            <a:pPr lvl="0"/>
            <a:r>
              <a:rPr lang="en-US"/>
              <a:t>In post-order traversal, we can print the value of the current node after checking it’s left and right child subtree.</a:t>
            </a:r>
          </a:p>
          <a:p>
            <a:pPr lvl="0"/>
            <a:endParaRPr lang="en-SG"/>
          </a:p>
          <a:p>
            <a:pPr lvl="1"/>
            <a:r>
              <a:rPr lang="en-US"/>
              <a:t>The output would be A, D, C, B, F, H, I, G and E. </a:t>
            </a:r>
          </a:p>
          <a:p>
            <a:pPr lvl="1"/>
            <a:endParaRPr lang="en-SG"/>
          </a:p>
          <a:p>
            <a:pPr lvl="1"/>
            <a:r>
              <a:rPr lang="en-US"/>
              <a:t>Root node is the last node to be printed in post-order traversal.</a:t>
            </a:r>
          </a:p>
          <a:p>
            <a:pPr lvl="1"/>
            <a:endParaRPr lang="en-SG"/>
          </a:p>
          <a:p>
            <a:pPr lvl="1"/>
            <a:r>
              <a:rPr lang="en-US"/>
              <a:t>Different traversal types outputs different results.</a:t>
            </a:r>
            <a:endParaRPr lang="en-SG"/>
          </a:p>
          <a:p>
            <a:endParaRPr lang="en-SG" dirty="0"/>
          </a:p>
        </p:txBody>
      </p:sp>
      <p:sp>
        <p:nvSpPr>
          <p:cNvPr id="4" name="Slide Number Placeholder 3">
            <a:extLst>
              <a:ext uri="{FF2B5EF4-FFF2-40B4-BE49-F238E27FC236}">
                <a16:creationId xmlns:a16="http://schemas.microsoft.com/office/drawing/2014/main" id="{BBF36B7B-1E1C-C03B-8CD4-735C02E073A7}"/>
              </a:ext>
            </a:extLst>
          </p:cNvPr>
          <p:cNvSpPr>
            <a:spLocks noGrp="1"/>
          </p:cNvSpPr>
          <p:nvPr>
            <p:ph type="sldNum" sz="quarter" idx="10"/>
          </p:nvPr>
        </p:nvSpPr>
        <p:spPr/>
        <p:txBody>
          <a:bodyPr/>
          <a:lstStyle/>
          <a:p>
            <a:fld id="{2031AFFA-5214-4CD7-AC14-54BF2F08C1EF}" type="slidenum">
              <a:rPr lang="en-GB" smtClean="0"/>
              <a:t>27</a:t>
            </a:fld>
            <a:endParaRPr lang="en-GB"/>
          </a:p>
        </p:txBody>
      </p:sp>
    </p:spTree>
    <p:extLst>
      <p:ext uri="{BB962C8B-B14F-4D97-AF65-F5344CB8AC3E}">
        <p14:creationId xmlns:p14="http://schemas.microsoft.com/office/powerpoint/2010/main" val="17515525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t>In post-order traversal, we can print the value of the current node after checking it’s left and right child subtree.</a:t>
            </a:r>
          </a:p>
          <a:p>
            <a:pPr lvl="0"/>
            <a:endParaRPr lang="en-SG"/>
          </a:p>
          <a:p>
            <a:pPr lvl="1"/>
            <a:r>
              <a:rPr lang="en-US"/>
              <a:t>The output would be A, D, C, B, F, H, I, G and E. </a:t>
            </a:r>
          </a:p>
          <a:p>
            <a:pPr lvl="1"/>
            <a:endParaRPr lang="en-SG"/>
          </a:p>
          <a:p>
            <a:pPr lvl="1"/>
            <a:r>
              <a:rPr lang="en-US"/>
              <a:t>Root node is the last node to be printed in post-order traversal.</a:t>
            </a:r>
          </a:p>
          <a:p>
            <a:pPr lvl="1"/>
            <a:endParaRPr lang="en-SG"/>
          </a:p>
          <a:p>
            <a:pPr lvl="1"/>
            <a:r>
              <a:rPr lang="en-US"/>
              <a:t>Different traversal types outputs different results.</a:t>
            </a:r>
            <a:endParaRPr lang="en-SG"/>
          </a:p>
          <a:p>
            <a:endParaRPr lang="en-SG" dirty="0"/>
          </a:p>
        </p:txBody>
      </p:sp>
      <p:sp>
        <p:nvSpPr>
          <p:cNvPr id="4" name="Slide Number Placeholder 3"/>
          <p:cNvSpPr>
            <a:spLocks noGrp="1"/>
          </p:cNvSpPr>
          <p:nvPr>
            <p:ph type="sldNum" sz="quarter" idx="10"/>
          </p:nvPr>
        </p:nvSpPr>
        <p:spPr/>
        <p:txBody>
          <a:bodyPr/>
          <a:lstStyle/>
          <a:p>
            <a:fld id="{2031AFFA-5214-4CD7-AC14-54BF2F08C1EF}" type="slidenum">
              <a:rPr lang="en-GB" smtClean="0"/>
              <a:t>28</a:t>
            </a:fld>
            <a:endParaRPr lang="en-GB"/>
          </a:p>
        </p:txBody>
      </p:sp>
    </p:spTree>
    <p:extLst>
      <p:ext uri="{BB962C8B-B14F-4D97-AF65-F5344CB8AC3E}">
        <p14:creationId xmlns:p14="http://schemas.microsoft.com/office/powerpoint/2010/main" val="39189136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6D8F2-E6B0-9ACF-67CA-F4529DD39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D74DC-0379-6B3D-AF49-E127BD322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B3339-2E55-4BBC-E176-111B2C87C1E7}"/>
              </a:ext>
            </a:extLst>
          </p:cNvPr>
          <p:cNvSpPr>
            <a:spLocks noGrp="1"/>
          </p:cNvSpPr>
          <p:nvPr>
            <p:ph type="body" idx="1"/>
          </p:nvPr>
        </p:nvSpPr>
        <p:spPr/>
        <p:txBody>
          <a:bodyPr/>
          <a:lstStyle/>
          <a:p>
            <a:pPr lvl="0"/>
            <a:r>
              <a:rPr lang="en-US"/>
              <a:t>In post-order traversal, we can print the value of the current node after checking it’s left and right child subtree.</a:t>
            </a:r>
          </a:p>
          <a:p>
            <a:pPr lvl="0"/>
            <a:endParaRPr lang="en-SG"/>
          </a:p>
          <a:p>
            <a:pPr lvl="1"/>
            <a:r>
              <a:rPr lang="en-US"/>
              <a:t>The output would be A, D, C, B, F, H, I, G and E. </a:t>
            </a:r>
          </a:p>
          <a:p>
            <a:pPr lvl="1"/>
            <a:endParaRPr lang="en-SG"/>
          </a:p>
          <a:p>
            <a:pPr lvl="1"/>
            <a:r>
              <a:rPr lang="en-US"/>
              <a:t>Root node is the last node to be printed in post-order traversal.</a:t>
            </a:r>
          </a:p>
          <a:p>
            <a:pPr lvl="1"/>
            <a:endParaRPr lang="en-SG"/>
          </a:p>
          <a:p>
            <a:pPr lvl="1"/>
            <a:r>
              <a:rPr lang="en-US"/>
              <a:t>Different traversal types outputs different results.</a:t>
            </a:r>
            <a:endParaRPr lang="en-SG"/>
          </a:p>
          <a:p>
            <a:endParaRPr lang="en-SG" dirty="0"/>
          </a:p>
        </p:txBody>
      </p:sp>
      <p:sp>
        <p:nvSpPr>
          <p:cNvPr id="4" name="Slide Number Placeholder 3">
            <a:extLst>
              <a:ext uri="{FF2B5EF4-FFF2-40B4-BE49-F238E27FC236}">
                <a16:creationId xmlns:a16="http://schemas.microsoft.com/office/drawing/2014/main" id="{E0C98418-AD99-D45F-B272-B698962103C8}"/>
              </a:ext>
            </a:extLst>
          </p:cNvPr>
          <p:cNvSpPr>
            <a:spLocks noGrp="1"/>
          </p:cNvSpPr>
          <p:nvPr>
            <p:ph type="sldNum" sz="quarter" idx="10"/>
          </p:nvPr>
        </p:nvSpPr>
        <p:spPr/>
        <p:txBody>
          <a:bodyPr/>
          <a:lstStyle/>
          <a:p>
            <a:fld id="{2031AFFA-5214-4CD7-AC14-54BF2F08C1EF}" type="slidenum">
              <a:rPr lang="en-GB" smtClean="0"/>
              <a:t>29</a:t>
            </a:fld>
            <a:endParaRPr lang="en-GB"/>
          </a:p>
        </p:txBody>
      </p:sp>
    </p:spTree>
    <p:extLst>
      <p:ext uri="{BB962C8B-B14F-4D97-AF65-F5344CB8AC3E}">
        <p14:creationId xmlns:p14="http://schemas.microsoft.com/office/powerpoint/2010/main" val="4161361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45D36-AFE0-8D90-B08A-28620419E4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4EC208-4152-E300-DCC4-4DB734DB5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05B9E-0394-EF53-35D1-CC6CB87A248B}"/>
              </a:ext>
            </a:extLst>
          </p:cNvPr>
          <p:cNvSpPr>
            <a:spLocks noGrp="1"/>
          </p:cNvSpPr>
          <p:nvPr>
            <p:ph type="body" idx="1"/>
          </p:nvPr>
        </p:nvSpPr>
        <p:spPr/>
        <p:txBody>
          <a:bodyPr/>
          <a:lstStyle/>
          <a:p>
            <a:pPr lvl="0"/>
            <a:r>
              <a:rPr lang="en-US"/>
              <a:t>In post-order traversal, we can print the value of the current node after checking it’s left and right child subtree.</a:t>
            </a:r>
          </a:p>
          <a:p>
            <a:pPr lvl="0"/>
            <a:endParaRPr lang="en-SG"/>
          </a:p>
          <a:p>
            <a:pPr lvl="1"/>
            <a:r>
              <a:rPr lang="en-US"/>
              <a:t>The output would be A, D, C, B, F, H, I, G and E. </a:t>
            </a:r>
          </a:p>
          <a:p>
            <a:pPr lvl="1"/>
            <a:endParaRPr lang="en-SG"/>
          </a:p>
          <a:p>
            <a:pPr lvl="1"/>
            <a:r>
              <a:rPr lang="en-US"/>
              <a:t>Root node is the last node to be printed in post-order traversal.</a:t>
            </a:r>
          </a:p>
          <a:p>
            <a:pPr lvl="1"/>
            <a:endParaRPr lang="en-SG"/>
          </a:p>
          <a:p>
            <a:pPr lvl="1"/>
            <a:r>
              <a:rPr lang="en-US"/>
              <a:t>Different traversal types outputs different results.</a:t>
            </a:r>
            <a:endParaRPr lang="en-SG"/>
          </a:p>
          <a:p>
            <a:endParaRPr lang="en-SG" dirty="0"/>
          </a:p>
        </p:txBody>
      </p:sp>
      <p:sp>
        <p:nvSpPr>
          <p:cNvPr id="4" name="Slide Number Placeholder 3">
            <a:extLst>
              <a:ext uri="{FF2B5EF4-FFF2-40B4-BE49-F238E27FC236}">
                <a16:creationId xmlns:a16="http://schemas.microsoft.com/office/drawing/2014/main" id="{B1A7DBE4-2569-38E7-393C-13E0A15D2DC1}"/>
              </a:ext>
            </a:extLst>
          </p:cNvPr>
          <p:cNvSpPr>
            <a:spLocks noGrp="1"/>
          </p:cNvSpPr>
          <p:nvPr>
            <p:ph type="sldNum" sz="quarter" idx="10"/>
          </p:nvPr>
        </p:nvSpPr>
        <p:spPr/>
        <p:txBody>
          <a:bodyPr/>
          <a:lstStyle/>
          <a:p>
            <a:fld id="{2031AFFA-5214-4CD7-AC14-54BF2F08C1EF}" type="slidenum">
              <a:rPr lang="en-GB" smtClean="0"/>
              <a:t>30</a:t>
            </a:fld>
            <a:endParaRPr lang="en-GB"/>
          </a:p>
        </p:txBody>
      </p:sp>
    </p:spTree>
    <p:extLst>
      <p:ext uri="{BB962C8B-B14F-4D97-AF65-F5344CB8AC3E}">
        <p14:creationId xmlns:p14="http://schemas.microsoft.com/office/powerpoint/2010/main" val="40464681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B8CF-6FAB-0ED8-6983-727A1E939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CD46F-3DC7-FD75-9951-66969098E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25D27-540C-194C-43EC-E8B803ED8086}"/>
              </a:ext>
            </a:extLst>
          </p:cNvPr>
          <p:cNvSpPr>
            <a:spLocks noGrp="1"/>
          </p:cNvSpPr>
          <p:nvPr>
            <p:ph type="body" idx="1"/>
          </p:nvPr>
        </p:nvSpPr>
        <p:spPr/>
        <p:txBody>
          <a:bodyPr/>
          <a:lstStyle/>
          <a:p>
            <a:pPr lvl="0"/>
            <a:r>
              <a:rPr lang="en-US" dirty="0"/>
              <a:t>In post-order traversal, we can print the value of the current node after checking it’s left and right child subtree.</a:t>
            </a:r>
          </a:p>
          <a:p>
            <a:pPr lvl="0"/>
            <a:endParaRPr lang="en-SG" dirty="0"/>
          </a:p>
          <a:p>
            <a:pPr lvl="1"/>
            <a:r>
              <a:rPr lang="en-US" dirty="0"/>
              <a:t>The output would be A, D, C, B, F, H, I, G and E. </a:t>
            </a:r>
          </a:p>
          <a:p>
            <a:pPr lvl="1"/>
            <a:endParaRPr lang="en-SG" dirty="0"/>
          </a:p>
          <a:p>
            <a:pPr lvl="1"/>
            <a:r>
              <a:rPr lang="en-US" dirty="0"/>
              <a:t>Root node is the last node to be printed in post-order traversal.</a:t>
            </a:r>
          </a:p>
          <a:p>
            <a:pPr lvl="1"/>
            <a:endParaRPr lang="en-SG" dirty="0"/>
          </a:p>
          <a:p>
            <a:pPr lvl="1"/>
            <a:r>
              <a:rPr lang="en-US" dirty="0"/>
              <a:t>Different traversal types outputs different results.</a:t>
            </a:r>
            <a:endParaRPr lang="en-SG" dirty="0"/>
          </a:p>
          <a:p>
            <a:endParaRPr lang="en-SG" dirty="0"/>
          </a:p>
        </p:txBody>
      </p:sp>
      <p:sp>
        <p:nvSpPr>
          <p:cNvPr id="4" name="Slide Number Placeholder 3">
            <a:extLst>
              <a:ext uri="{FF2B5EF4-FFF2-40B4-BE49-F238E27FC236}">
                <a16:creationId xmlns:a16="http://schemas.microsoft.com/office/drawing/2014/main" id="{553CF45A-068F-4731-B8B3-3AD0725B6254}"/>
              </a:ext>
            </a:extLst>
          </p:cNvPr>
          <p:cNvSpPr>
            <a:spLocks noGrp="1"/>
          </p:cNvSpPr>
          <p:nvPr>
            <p:ph type="sldNum" sz="quarter" idx="10"/>
          </p:nvPr>
        </p:nvSpPr>
        <p:spPr/>
        <p:txBody>
          <a:bodyPr/>
          <a:lstStyle/>
          <a:p>
            <a:fld id="{2031AFFA-5214-4CD7-AC14-54BF2F08C1EF}" type="slidenum">
              <a:rPr lang="en-GB" smtClean="0"/>
              <a:t>31</a:t>
            </a:fld>
            <a:endParaRPr lang="en-GB"/>
          </a:p>
        </p:txBody>
      </p:sp>
    </p:spTree>
    <p:extLst>
      <p:ext uri="{BB962C8B-B14F-4D97-AF65-F5344CB8AC3E}">
        <p14:creationId xmlns:p14="http://schemas.microsoft.com/office/powerpoint/2010/main" val="22496361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EE2EE-649E-604B-5F04-FF33FC58E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7B955-352C-ABAF-772F-FD0B45CB3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CA393-1E8D-F4B4-019A-62F932BE6B5E}"/>
              </a:ext>
            </a:extLst>
          </p:cNvPr>
          <p:cNvSpPr>
            <a:spLocks noGrp="1"/>
          </p:cNvSpPr>
          <p:nvPr>
            <p:ph type="body" idx="1"/>
          </p:nvPr>
        </p:nvSpPr>
        <p:spPr/>
        <p:txBody>
          <a:bodyPr/>
          <a:lstStyle/>
          <a:p>
            <a:pPr lvl="0"/>
            <a:r>
              <a:rPr lang="en-US" dirty="0"/>
              <a:t>In post-order traversal, we can print the value of the current node after checking it’s left and right child subtree.</a:t>
            </a:r>
          </a:p>
          <a:p>
            <a:pPr lvl="0"/>
            <a:endParaRPr lang="en-SG" dirty="0"/>
          </a:p>
          <a:p>
            <a:pPr lvl="1"/>
            <a:r>
              <a:rPr lang="en-US" dirty="0"/>
              <a:t>The output would be A, D, C, B, F, H, I, G and E. </a:t>
            </a:r>
          </a:p>
          <a:p>
            <a:pPr lvl="1"/>
            <a:endParaRPr lang="en-SG" dirty="0"/>
          </a:p>
          <a:p>
            <a:pPr lvl="1"/>
            <a:r>
              <a:rPr lang="en-US" dirty="0"/>
              <a:t>Root node is the last node to be printed in post-order traversal.</a:t>
            </a:r>
          </a:p>
          <a:p>
            <a:pPr lvl="1"/>
            <a:endParaRPr lang="en-SG" dirty="0"/>
          </a:p>
          <a:p>
            <a:pPr lvl="1"/>
            <a:r>
              <a:rPr lang="en-US" dirty="0"/>
              <a:t>Different traversal types outputs different results.</a:t>
            </a:r>
            <a:endParaRPr lang="en-SG" dirty="0"/>
          </a:p>
          <a:p>
            <a:endParaRPr lang="en-SG" dirty="0"/>
          </a:p>
        </p:txBody>
      </p:sp>
      <p:sp>
        <p:nvSpPr>
          <p:cNvPr id="4" name="Slide Number Placeholder 3">
            <a:extLst>
              <a:ext uri="{FF2B5EF4-FFF2-40B4-BE49-F238E27FC236}">
                <a16:creationId xmlns:a16="http://schemas.microsoft.com/office/drawing/2014/main" id="{D993068F-A031-93DD-B54E-27C7E45F2CD4}"/>
              </a:ext>
            </a:extLst>
          </p:cNvPr>
          <p:cNvSpPr>
            <a:spLocks noGrp="1"/>
          </p:cNvSpPr>
          <p:nvPr>
            <p:ph type="sldNum" sz="quarter" idx="10"/>
          </p:nvPr>
        </p:nvSpPr>
        <p:spPr/>
        <p:txBody>
          <a:bodyPr/>
          <a:lstStyle/>
          <a:p>
            <a:fld id="{2031AFFA-5214-4CD7-AC14-54BF2F08C1EF}" type="slidenum">
              <a:rPr lang="en-GB" smtClean="0"/>
              <a:t>32</a:t>
            </a:fld>
            <a:endParaRPr lang="en-GB"/>
          </a:p>
        </p:txBody>
      </p:sp>
    </p:spTree>
    <p:extLst>
      <p:ext uri="{BB962C8B-B14F-4D97-AF65-F5344CB8AC3E}">
        <p14:creationId xmlns:p14="http://schemas.microsoft.com/office/powerpoint/2010/main" val="2173931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23746-6C20-8D51-3E9F-3C4FC5FA3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BADAA-3F29-8FB0-6E16-7878855BF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91717-CBD9-80C6-0CA9-74C451D38D5B}"/>
              </a:ext>
            </a:extLst>
          </p:cNvPr>
          <p:cNvSpPr>
            <a:spLocks noGrp="1"/>
          </p:cNvSpPr>
          <p:nvPr>
            <p:ph type="body" idx="1"/>
          </p:nvPr>
        </p:nvSpPr>
        <p:spPr/>
        <p:txBody>
          <a:bodyPr/>
          <a:lstStyle/>
          <a:p>
            <a:r>
              <a:rPr lang="en-US" dirty="0"/>
              <a:t>Here we begin to discuss non-linear data structures such as Binary Trees.</a:t>
            </a:r>
          </a:p>
        </p:txBody>
      </p:sp>
      <p:sp>
        <p:nvSpPr>
          <p:cNvPr id="4" name="Slide Number Placeholder 3">
            <a:extLst>
              <a:ext uri="{FF2B5EF4-FFF2-40B4-BE49-F238E27FC236}">
                <a16:creationId xmlns:a16="http://schemas.microsoft.com/office/drawing/2014/main" id="{4F2F66F3-6EA8-546E-7A89-99C4A44F0304}"/>
              </a:ext>
            </a:extLst>
          </p:cNvPr>
          <p:cNvSpPr>
            <a:spLocks noGrp="1"/>
          </p:cNvSpPr>
          <p:nvPr>
            <p:ph type="sldNum" sz="quarter" idx="5"/>
          </p:nvPr>
        </p:nvSpPr>
        <p:spPr/>
        <p:txBody>
          <a:bodyPr/>
          <a:lstStyle/>
          <a:p>
            <a:pPr>
              <a:defRPr/>
            </a:pPr>
            <a:fld id="{41BD23AC-336B-CE4A-AE44-9815AB59A406}" type="slidenum">
              <a:rPr lang="en-US" altLang="en-US" smtClean="0"/>
              <a:pPr>
                <a:defRPr/>
              </a:pPr>
              <a:t>33</a:t>
            </a:fld>
            <a:endParaRPr lang="en-US" altLang="en-US"/>
          </a:p>
        </p:txBody>
      </p:sp>
    </p:spTree>
    <p:extLst>
      <p:ext uri="{BB962C8B-B14F-4D97-AF65-F5344CB8AC3E}">
        <p14:creationId xmlns:p14="http://schemas.microsoft.com/office/powerpoint/2010/main" val="33771061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C873B-5CBF-9026-C348-0C8AFED6A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C4122-05A5-152E-12A8-A26BF5D4F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BF472-B04D-F466-D18F-7E65E98765AC}"/>
              </a:ext>
            </a:extLst>
          </p:cNvPr>
          <p:cNvSpPr>
            <a:spLocks noGrp="1"/>
          </p:cNvSpPr>
          <p:nvPr>
            <p:ph type="body" idx="1"/>
          </p:nvPr>
        </p:nvSpPr>
        <p:spPr/>
        <p:txBody>
          <a:bodyPr/>
          <a:lstStyle/>
          <a:p>
            <a:r>
              <a:rPr lang="en-US" dirty="0"/>
              <a:t>Here we begin to discuss non-linear data structures such as Binary Trees.</a:t>
            </a:r>
          </a:p>
        </p:txBody>
      </p:sp>
      <p:sp>
        <p:nvSpPr>
          <p:cNvPr id="4" name="Slide Number Placeholder 3">
            <a:extLst>
              <a:ext uri="{FF2B5EF4-FFF2-40B4-BE49-F238E27FC236}">
                <a16:creationId xmlns:a16="http://schemas.microsoft.com/office/drawing/2014/main" id="{7B1BF919-838D-81B4-80F6-5EC52EAB3A38}"/>
              </a:ext>
            </a:extLst>
          </p:cNvPr>
          <p:cNvSpPr>
            <a:spLocks noGrp="1"/>
          </p:cNvSpPr>
          <p:nvPr>
            <p:ph type="sldNum" sz="quarter" idx="5"/>
          </p:nvPr>
        </p:nvSpPr>
        <p:spPr/>
        <p:txBody>
          <a:bodyPr/>
          <a:lstStyle/>
          <a:p>
            <a:pPr>
              <a:defRPr/>
            </a:pPr>
            <a:fld id="{41BD23AC-336B-CE4A-AE44-9815AB59A406}" type="slidenum">
              <a:rPr lang="en-US" altLang="en-US" smtClean="0"/>
              <a:pPr>
                <a:defRPr/>
              </a:pPr>
              <a:t>34</a:t>
            </a:fld>
            <a:endParaRPr lang="en-US" altLang="en-US"/>
          </a:p>
        </p:txBody>
      </p:sp>
    </p:spTree>
    <p:extLst>
      <p:ext uri="{BB962C8B-B14F-4D97-AF65-F5344CB8AC3E}">
        <p14:creationId xmlns:p14="http://schemas.microsoft.com/office/powerpoint/2010/main" val="26965408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5499-7E99-8174-428D-A81F893B8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611BB-A301-799E-970F-EBDED0A933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7CE36E-7EFF-8FFC-CFE5-3E3F6B3E7541}"/>
              </a:ext>
            </a:extLst>
          </p:cNvPr>
          <p:cNvSpPr>
            <a:spLocks noGrp="1"/>
          </p:cNvSpPr>
          <p:nvPr>
            <p:ph type="body" idx="1"/>
          </p:nvPr>
        </p:nvSpPr>
        <p:spPr/>
        <p:txBody>
          <a:bodyPr/>
          <a:lstStyle/>
          <a:p>
            <a:r>
              <a:rPr lang="en-US" dirty="0"/>
              <a:t>Here we begin to discuss non-linear data structures such as Binary Trees.</a:t>
            </a:r>
          </a:p>
        </p:txBody>
      </p:sp>
      <p:sp>
        <p:nvSpPr>
          <p:cNvPr id="4" name="Slide Number Placeholder 3">
            <a:extLst>
              <a:ext uri="{FF2B5EF4-FFF2-40B4-BE49-F238E27FC236}">
                <a16:creationId xmlns:a16="http://schemas.microsoft.com/office/drawing/2014/main" id="{E5B66089-FAA5-C22B-2899-4ADF13DDA3A7}"/>
              </a:ext>
            </a:extLst>
          </p:cNvPr>
          <p:cNvSpPr>
            <a:spLocks noGrp="1"/>
          </p:cNvSpPr>
          <p:nvPr>
            <p:ph type="sldNum" sz="quarter" idx="5"/>
          </p:nvPr>
        </p:nvSpPr>
        <p:spPr/>
        <p:txBody>
          <a:bodyPr/>
          <a:lstStyle/>
          <a:p>
            <a:pPr>
              <a:defRPr/>
            </a:pPr>
            <a:fld id="{41BD23AC-336B-CE4A-AE44-9815AB59A406}" type="slidenum">
              <a:rPr lang="en-US" altLang="en-US" smtClean="0"/>
              <a:pPr>
                <a:defRPr/>
              </a:pPr>
              <a:t>35</a:t>
            </a:fld>
            <a:endParaRPr lang="en-US" altLang="en-US"/>
          </a:p>
        </p:txBody>
      </p:sp>
    </p:spTree>
    <p:extLst>
      <p:ext uri="{BB962C8B-B14F-4D97-AF65-F5344CB8AC3E}">
        <p14:creationId xmlns:p14="http://schemas.microsoft.com/office/powerpoint/2010/main" val="25690390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82375-54C9-DC51-4EB5-934A7FA8C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7E6ED-D639-F0BF-B8A9-F06A641E1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6AD6F-24C3-DB87-906D-390E9FC459AD}"/>
              </a:ext>
            </a:extLst>
          </p:cNvPr>
          <p:cNvSpPr>
            <a:spLocks noGrp="1"/>
          </p:cNvSpPr>
          <p:nvPr>
            <p:ph type="body" idx="1"/>
          </p:nvPr>
        </p:nvSpPr>
        <p:spPr/>
        <p:txBody>
          <a:bodyPr/>
          <a:lstStyle/>
          <a:p>
            <a:r>
              <a:rPr lang="en-US" dirty="0"/>
              <a:t>Here we begin to discuss non-linear data structures such as Binary Trees.</a:t>
            </a:r>
          </a:p>
        </p:txBody>
      </p:sp>
      <p:sp>
        <p:nvSpPr>
          <p:cNvPr id="4" name="Slide Number Placeholder 3">
            <a:extLst>
              <a:ext uri="{FF2B5EF4-FFF2-40B4-BE49-F238E27FC236}">
                <a16:creationId xmlns:a16="http://schemas.microsoft.com/office/drawing/2014/main" id="{6CF1466B-BB54-9EC1-CF33-A053EF629900}"/>
              </a:ext>
            </a:extLst>
          </p:cNvPr>
          <p:cNvSpPr>
            <a:spLocks noGrp="1"/>
          </p:cNvSpPr>
          <p:nvPr>
            <p:ph type="sldNum" sz="quarter" idx="5"/>
          </p:nvPr>
        </p:nvSpPr>
        <p:spPr/>
        <p:txBody>
          <a:bodyPr/>
          <a:lstStyle/>
          <a:p>
            <a:pPr>
              <a:defRPr/>
            </a:pPr>
            <a:fld id="{41BD23AC-336B-CE4A-AE44-9815AB59A406}" type="slidenum">
              <a:rPr lang="en-US" altLang="en-US" smtClean="0"/>
              <a:pPr>
                <a:defRPr/>
              </a:pPr>
              <a:t>36</a:t>
            </a:fld>
            <a:endParaRPr lang="en-US" altLang="en-US"/>
          </a:p>
        </p:txBody>
      </p:sp>
    </p:spTree>
    <p:extLst>
      <p:ext uri="{BB962C8B-B14F-4D97-AF65-F5344CB8AC3E}">
        <p14:creationId xmlns:p14="http://schemas.microsoft.com/office/powerpoint/2010/main" val="9074573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7823-9DE0-D423-931F-76FA3D4D7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E11F6-4962-9926-839A-7D58C25638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B4BE2-E8F3-C521-6B18-1F1A40DD54F3}"/>
              </a:ext>
            </a:extLst>
          </p:cNvPr>
          <p:cNvSpPr>
            <a:spLocks noGrp="1"/>
          </p:cNvSpPr>
          <p:nvPr>
            <p:ph type="body" idx="1"/>
          </p:nvPr>
        </p:nvSpPr>
        <p:spPr/>
        <p:txBody>
          <a:bodyPr/>
          <a:lstStyle/>
          <a:p>
            <a:r>
              <a:rPr lang="en-US" dirty="0"/>
              <a:t>Here we begin to discuss non-linear data structures such as Binary Trees.</a:t>
            </a:r>
          </a:p>
        </p:txBody>
      </p:sp>
      <p:sp>
        <p:nvSpPr>
          <p:cNvPr id="4" name="Slide Number Placeholder 3">
            <a:extLst>
              <a:ext uri="{FF2B5EF4-FFF2-40B4-BE49-F238E27FC236}">
                <a16:creationId xmlns:a16="http://schemas.microsoft.com/office/drawing/2014/main" id="{C12A72F9-51C1-E62B-D31D-54D871A46F12}"/>
              </a:ext>
            </a:extLst>
          </p:cNvPr>
          <p:cNvSpPr>
            <a:spLocks noGrp="1"/>
          </p:cNvSpPr>
          <p:nvPr>
            <p:ph type="sldNum" sz="quarter" idx="5"/>
          </p:nvPr>
        </p:nvSpPr>
        <p:spPr/>
        <p:txBody>
          <a:bodyPr/>
          <a:lstStyle/>
          <a:p>
            <a:pPr>
              <a:defRPr/>
            </a:pPr>
            <a:fld id="{41BD23AC-336B-CE4A-AE44-9815AB59A406}" type="slidenum">
              <a:rPr lang="en-US" altLang="en-US" smtClean="0"/>
              <a:pPr>
                <a:defRPr/>
              </a:pPr>
              <a:t>37</a:t>
            </a:fld>
            <a:endParaRPr lang="en-US" altLang="en-US"/>
          </a:p>
        </p:txBody>
      </p:sp>
    </p:spTree>
    <p:extLst>
      <p:ext uri="{BB962C8B-B14F-4D97-AF65-F5344CB8AC3E}">
        <p14:creationId xmlns:p14="http://schemas.microsoft.com/office/powerpoint/2010/main" val="31509475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68350" indent="-295275" eaLnBrk="0" hangingPunct="0">
              <a:spcBef>
                <a:spcPct val="30000"/>
              </a:spcBef>
              <a:defRPr sz="1200">
                <a:solidFill>
                  <a:schemeClr val="tx1"/>
                </a:solidFill>
                <a:latin typeface="Arial" panose="020B0604020202020204" pitchFamily="34" charset="0"/>
              </a:defRPr>
            </a:lvl2pPr>
            <a:lvl3pPr marL="1184275" indent="-236538" eaLnBrk="0" hangingPunct="0">
              <a:spcBef>
                <a:spcPct val="30000"/>
              </a:spcBef>
              <a:defRPr sz="1200">
                <a:solidFill>
                  <a:schemeClr val="tx1"/>
                </a:solidFill>
                <a:latin typeface="Arial" panose="020B0604020202020204" pitchFamily="34" charset="0"/>
              </a:defRPr>
            </a:lvl3pPr>
            <a:lvl4pPr marL="1657350" indent="-236538" eaLnBrk="0" hangingPunct="0">
              <a:spcBef>
                <a:spcPct val="30000"/>
              </a:spcBef>
              <a:defRPr sz="1200">
                <a:solidFill>
                  <a:schemeClr val="tx1"/>
                </a:solidFill>
                <a:latin typeface="Arial" panose="020B0604020202020204" pitchFamily="34" charset="0"/>
              </a:defRPr>
            </a:lvl4pPr>
            <a:lvl5pPr marL="2132013" indent="-236538" eaLnBrk="0" hangingPunct="0">
              <a:spcBef>
                <a:spcPct val="30000"/>
              </a:spcBef>
              <a:defRPr sz="1200">
                <a:solidFill>
                  <a:schemeClr val="tx1"/>
                </a:solidFill>
                <a:latin typeface="Arial" panose="020B0604020202020204" pitchFamily="34" charset="0"/>
              </a:defRPr>
            </a:lvl5pPr>
            <a:lvl6pPr marL="2589213" indent="-236538" eaLnBrk="0" fontAlgn="base" hangingPunct="0">
              <a:spcBef>
                <a:spcPct val="30000"/>
              </a:spcBef>
              <a:spcAft>
                <a:spcPct val="0"/>
              </a:spcAft>
              <a:defRPr sz="1200">
                <a:solidFill>
                  <a:schemeClr val="tx1"/>
                </a:solidFill>
                <a:latin typeface="Arial" panose="020B0604020202020204" pitchFamily="34" charset="0"/>
              </a:defRPr>
            </a:lvl6pPr>
            <a:lvl7pPr marL="3046413" indent="-236538" eaLnBrk="0" fontAlgn="base" hangingPunct="0">
              <a:spcBef>
                <a:spcPct val="30000"/>
              </a:spcBef>
              <a:spcAft>
                <a:spcPct val="0"/>
              </a:spcAft>
              <a:defRPr sz="1200">
                <a:solidFill>
                  <a:schemeClr val="tx1"/>
                </a:solidFill>
                <a:latin typeface="Arial" panose="020B0604020202020204" pitchFamily="34" charset="0"/>
              </a:defRPr>
            </a:lvl7pPr>
            <a:lvl8pPr marL="3503613" indent="-236538" eaLnBrk="0" fontAlgn="base" hangingPunct="0">
              <a:spcBef>
                <a:spcPct val="30000"/>
              </a:spcBef>
              <a:spcAft>
                <a:spcPct val="0"/>
              </a:spcAft>
              <a:defRPr sz="1200">
                <a:solidFill>
                  <a:schemeClr val="tx1"/>
                </a:solidFill>
                <a:latin typeface="Arial" panose="020B0604020202020204" pitchFamily="34" charset="0"/>
              </a:defRPr>
            </a:lvl8pPr>
            <a:lvl9pPr marL="3960813" indent="-23653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6BE26E-069C-41FA-9295-EE0358979105}" type="slidenum">
              <a:rPr lang="en-US" altLang="en-US" sz="1300"/>
              <a:pPr eaLnBrk="1" hangingPunct="1">
                <a:spcBef>
                  <a:spcPct val="0"/>
                </a:spcBef>
              </a:pPr>
              <a:t>38</a:t>
            </a:fld>
            <a:endParaRPr lang="en-US" altLang="en-US" sz="130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xfrm>
            <a:off x="946150" y="4859338"/>
            <a:ext cx="5207000" cy="4606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488" tIns="51244" rIns="102488" bIns="51244"/>
          <a:lstStyle/>
          <a:p>
            <a:endParaRPr lang="en-US" altLang="en-US" dirty="0">
              <a:latin typeface="Arial" panose="020B0604020202020204" pitchFamily="34" charset="0"/>
            </a:endParaRPr>
          </a:p>
        </p:txBody>
      </p:sp>
      <p:sp>
        <p:nvSpPr>
          <p:cNvPr id="46085" name="Footer Placeholder 1"/>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68350" indent="-295275" eaLnBrk="0" hangingPunct="0">
              <a:spcBef>
                <a:spcPct val="30000"/>
              </a:spcBef>
              <a:defRPr sz="1200">
                <a:solidFill>
                  <a:schemeClr val="tx1"/>
                </a:solidFill>
                <a:latin typeface="Arial" panose="020B0604020202020204" pitchFamily="34" charset="0"/>
              </a:defRPr>
            </a:lvl2pPr>
            <a:lvl3pPr marL="1184275" indent="-236538" eaLnBrk="0" hangingPunct="0">
              <a:spcBef>
                <a:spcPct val="30000"/>
              </a:spcBef>
              <a:defRPr sz="1200">
                <a:solidFill>
                  <a:schemeClr val="tx1"/>
                </a:solidFill>
                <a:latin typeface="Arial" panose="020B0604020202020204" pitchFamily="34" charset="0"/>
              </a:defRPr>
            </a:lvl3pPr>
            <a:lvl4pPr marL="1657350" indent="-236538" eaLnBrk="0" hangingPunct="0">
              <a:spcBef>
                <a:spcPct val="30000"/>
              </a:spcBef>
              <a:defRPr sz="1200">
                <a:solidFill>
                  <a:schemeClr val="tx1"/>
                </a:solidFill>
                <a:latin typeface="Arial" panose="020B0604020202020204" pitchFamily="34" charset="0"/>
              </a:defRPr>
            </a:lvl4pPr>
            <a:lvl5pPr marL="2132013" indent="-236538" eaLnBrk="0" hangingPunct="0">
              <a:spcBef>
                <a:spcPct val="30000"/>
              </a:spcBef>
              <a:defRPr sz="1200">
                <a:solidFill>
                  <a:schemeClr val="tx1"/>
                </a:solidFill>
                <a:latin typeface="Arial" panose="020B0604020202020204" pitchFamily="34" charset="0"/>
              </a:defRPr>
            </a:lvl5pPr>
            <a:lvl6pPr marL="2589213" indent="-236538" eaLnBrk="0" fontAlgn="base" hangingPunct="0">
              <a:spcBef>
                <a:spcPct val="30000"/>
              </a:spcBef>
              <a:spcAft>
                <a:spcPct val="0"/>
              </a:spcAft>
              <a:defRPr sz="1200">
                <a:solidFill>
                  <a:schemeClr val="tx1"/>
                </a:solidFill>
                <a:latin typeface="Arial" panose="020B0604020202020204" pitchFamily="34" charset="0"/>
              </a:defRPr>
            </a:lvl6pPr>
            <a:lvl7pPr marL="3046413" indent="-236538" eaLnBrk="0" fontAlgn="base" hangingPunct="0">
              <a:spcBef>
                <a:spcPct val="30000"/>
              </a:spcBef>
              <a:spcAft>
                <a:spcPct val="0"/>
              </a:spcAft>
              <a:defRPr sz="1200">
                <a:solidFill>
                  <a:schemeClr val="tx1"/>
                </a:solidFill>
                <a:latin typeface="Arial" panose="020B0604020202020204" pitchFamily="34" charset="0"/>
              </a:defRPr>
            </a:lvl7pPr>
            <a:lvl8pPr marL="3503613" indent="-236538" eaLnBrk="0" fontAlgn="base" hangingPunct="0">
              <a:spcBef>
                <a:spcPct val="30000"/>
              </a:spcBef>
              <a:spcAft>
                <a:spcPct val="0"/>
              </a:spcAft>
              <a:defRPr sz="1200">
                <a:solidFill>
                  <a:schemeClr val="tx1"/>
                </a:solidFill>
                <a:latin typeface="Arial" panose="020B0604020202020204" pitchFamily="34" charset="0"/>
              </a:defRPr>
            </a:lvl8pPr>
            <a:lvl9pPr marL="3960813" indent="-23653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fr-FR" altLang="en-US" sz="1300"/>
              <a:t>Dr Hui Siu Cheung, SCE, NTU</a:t>
            </a:r>
            <a:endParaRPr lang="en-US" altLang="en-US" sz="1300"/>
          </a:p>
        </p:txBody>
      </p:sp>
      <p:sp>
        <p:nvSpPr>
          <p:cNvPr id="46086" name="Date Placeholder 1"/>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68350" indent="-295275" eaLnBrk="0" hangingPunct="0">
              <a:spcBef>
                <a:spcPct val="30000"/>
              </a:spcBef>
              <a:defRPr sz="1200">
                <a:solidFill>
                  <a:schemeClr val="tx1"/>
                </a:solidFill>
                <a:latin typeface="Arial" panose="020B0604020202020204" pitchFamily="34" charset="0"/>
              </a:defRPr>
            </a:lvl2pPr>
            <a:lvl3pPr marL="1184275" indent="-236538" eaLnBrk="0" hangingPunct="0">
              <a:spcBef>
                <a:spcPct val="30000"/>
              </a:spcBef>
              <a:defRPr sz="1200">
                <a:solidFill>
                  <a:schemeClr val="tx1"/>
                </a:solidFill>
                <a:latin typeface="Arial" panose="020B0604020202020204" pitchFamily="34" charset="0"/>
              </a:defRPr>
            </a:lvl3pPr>
            <a:lvl4pPr marL="1657350" indent="-236538" eaLnBrk="0" hangingPunct="0">
              <a:spcBef>
                <a:spcPct val="30000"/>
              </a:spcBef>
              <a:defRPr sz="1200">
                <a:solidFill>
                  <a:schemeClr val="tx1"/>
                </a:solidFill>
                <a:latin typeface="Arial" panose="020B0604020202020204" pitchFamily="34" charset="0"/>
              </a:defRPr>
            </a:lvl4pPr>
            <a:lvl5pPr marL="2132013" indent="-236538" eaLnBrk="0" hangingPunct="0">
              <a:spcBef>
                <a:spcPct val="30000"/>
              </a:spcBef>
              <a:defRPr sz="1200">
                <a:solidFill>
                  <a:schemeClr val="tx1"/>
                </a:solidFill>
                <a:latin typeface="Arial" panose="020B0604020202020204" pitchFamily="34" charset="0"/>
              </a:defRPr>
            </a:lvl5pPr>
            <a:lvl6pPr marL="2589213" indent="-236538" eaLnBrk="0" fontAlgn="base" hangingPunct="0">
              <a:spcBef>
                <a:spcPct val="30000"/>
              </a:spcBef>
              <a:spcAft>
                <a:spcPct val="0"/>
              </a:spcAft>
              <a:defRPr sz="1200">
                <a:solidFill>
                  <a:schemeClr val="tx1"/>
                </a:solidFill>
                <a:latin typeface="Arial" panose="020B0604020202020204" pitchFamily="34" charset="0"/>
              </a:defRPr>
            </a:lvl6pPr>
            <a:lvl7pPr marL="3046413" indent="-236538" eaLnBrk="0" fontAlgn="base" hangingPunct="0">
              <a:spcBef>
                <a:spcPct val="30000"/>
              </a:spcBef>
              <a:spcAft>
                <a:spcPct val="0"/>
              </a:spcAft>
              <a:defRPr sz="1200">
                <a:solidFill>
                  <a:schemeClr val="tx1"/>
                </a:solidFill>
                <a:latin typeface="Arial" panose="020B0604020202020204" pitchFamily="34" charset="0"/>
              </a:defRPr>
            </a:lvl7pPr>
            <a:lvl8pPr marL="3503613" indent="-236538" eaLnBrk="0" fontAlgn="base" hangingPunct="0">
              <a:spcBef>
                <a:spcPct val="30000"/>
              </a:spcBef>
              <a:spcAft>
                <a:spcPct val="0"/>
              </a:spcAft>
              <a:defRPr sz="1200">
                <a:solidFill>
                  <a:schemeClr val="tx1"/>
                </a:solidFill>
                <a:latin typeface="Arial" panose="020B0604020202020204" pitchFamily="34" charset="0"/>
              </a:defRPr>
            </a:lvl8pPr>
            <a:lvl9pPr marL="3960813" indent="-23653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25EB726-0CCA-4DD0-B5AC-A1EE75C4FA07}" type="datetime3">
              <a:rPr lang="en-US" altLang="en-US" sz="1300" smtClean="0"/>
              <a:pPr eaLnBrk="1" hangingPunct="1">
                <a:spcBef>
                  <a:spcPct val="0"/>
                </a:spcBef>
              </a:pPr>
              <a:t>10 February 2026</a:t>
            </a:fld>
            <a:endParaRPr lang="en-US" altLang="en-US" sz="1300"/>
          </a:p>
        </p:txBody>
      </p:sp>
    </p:spTree>
    <p:extLst>
      <p:ext uri="{BB962C8B-B14F-4D97-AF65-F5344CB8AC3E}">
        <p14:creationId xmlns:p14="http://schemas.microsoft.com/office/powerpoint/2010/main" val="13126787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have a stack which is capable of holding binary tree nodes</a:t>
            </a:r>
          </a:p>
          <a:p>
            <a:endParaRPr lang="en-US"/>
          </a:p>
          <a:p>
            <a:r>
              <a:rPr lang="en-US"/>
              <a:t>You need to change the internal node structure then your</a:t>
            </a:r>
            <a:r>
              <a:rPr lang="en-US" baseline="0"/>
              <a:t> stack can hold binary tree nodes.</a:t>
            </a:r>
            <a:endParaRPr lang="en-US"/>
          </a:p>
          <a:p>
            <a:endParaRPr lang="en-US" altLang="en-US"/>
          </a:p>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39</a:t>
            </a:fld>
            <a:endParaRPr lang="en-GB"/>
          </a:p>
        </p:txBody>
      </p:sp>
    </p:spTree>
    <p:extLst>
      <p:ext uri="{BB962C8B-B14F-4D97-AF65-F5344CB8AC3E}">
        <p14:creationId xmlns:p14="http://schemas.microsoft.com/office/powerpoint/2010/main" val="35962605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40</a:t>
            </a:fld>
            <a:endParaRPr lang="en-GB"/>
          </a:p>
        </p:txBody>
      </p:sp>
    </p:spTree>
    <p:extLst>
      <p:ext uri="{BB962C8B-B14F-4D97-AF65-F5344CB8AC3E}">
        <p14:creationId xmlns:p14="http://schemas.microsoft.com/office/powerpoint/2010/main" val="7177021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41</a:t>
            </a:fld>
            <a:endParaRPr lang="en-GB"/>
          </a:p>
        </p:txBody>
      </p:sp>
    </p:spTree>
    <p:extLst>
      <p:ext uri="{BB962C8B-B14F-4D97-AF65-F5344CB8AC3E}">
        <p14:creationId xmlns:p14="http://schemas.microsoft.com/office/powerpoint/2010/main" val="30843225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42</a:t>
            </a:fld>
            <a:endParaRPr lang="en-GB"/>
          </a:p>
        </p:txBody>
      </p:sp>
    </p:spTree>
    <p:extLst>
      <p:ext uri="{BB962C8B-B14F-4D97-AF65-F5344CB8AC3E}">
        <p14:creationId xmlns:p14="http://schemas.microsoft.com/office/powerpoint/2010/main" val="8415051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43</a:t>
            </a:fld>
            <a:endParaRPr lang="en-GB"/>
          </a:p>
        </p:txBody>
      </p:sp>
    </p:spTree>
    <p:extLst>
      <p:ext uri="{BB962C8B-B14F-4D97-AF65-F5344CB8AC3E}">
        <p14:creationId xmlns:p14="http://schemas.microsoft.com/office/powerpoint/2010/main" val="41621862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44</a:t>
            </a:fld>
            <a:endParaRPr lang="en-GB"/>
          </a:p>
        </p:txBody>
      </p:sp>
    </p:spTree>
    <p:extLst>
      <p:ext uri="{BB962C8B-B14F-4D97-AF65-F5344CB8AC3E}">
        <p14:creationId xmlns:p14="http://schemas.microsoft.com/office/powerpoint/2010/main" val="26943180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45</a:t>
            </a:fld>
            <a:endParaRPr lang="en-GB"/>
          </a:p>
        </p:txBody>
      </p:sp>
    </p:spTree>
    <p:extLst>
      <p:ext uri="{BB962C8B-B14F-4D97-AF65-F5344CB8AC3E}">
        <p14:creationId xmlns:p14="http://schemas.microsoft.com/office/powerpoint/2010/main" val="21062263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46</a:t>
            </a:fld>
            <a:endParaRPr lang="en-GB"/>
          </a:p>
        </p:txBody>
      </p:sp>
    </p:spTree>
    <p:extLst>
      <p:ext uri="{BB962C8B-B14F-4D97-AF65-F5344CB8AC3E}">
        <p14:creationId xmlns:p14="http://schemas.microsoft.com/office/powerpoint/2010/main" val="28261186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47</a:t>
            </a:fld>
            <a:endParaRPr lang="en-GB"/>
          </a:p>
        </p:txBody>
      </p:sp>
    </p:spTree>
    <p:extLst>
      <p:ext uri="{BB962C8B-B14F-4D97-AF65-F5344CB8AC3E}">
        <p14:creationId xmlns:p14="http://schemas.microsoft.com/office/powerpoint/2010/main" val="20480178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48</a:t>
            </a:fld>
            <a:endParaRPr lang="en-GB"/>
          </a:p>
        </p:txBody>
      </p:sp>
    </p:spTree>
    <p:extLst>
      <p:ext uri="{BB962C8B-B14F-4D97-AF65-F5344CB8AC3E}">
        <p14:creationId xmlns:p14="http://schemas.microsoft.com/office/powerpoint/2010/main" val="15658136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49</a:t>
            </a:fld>
            <a:endParaRPr lang="en-GB"/>
          </a:p>
        </p:txBody>
      </p:sp>
    </p:spTree>
    <p:extLst>
      <p:ext uri="{BB962C8B-B14F-4D97-AF65-F5344CB8AC3E}">
        <p14:creationId xmlns:p14="http://schemas.microsoft.com/office/powerpoint/2010/main" val="21203139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50</a:t>
            </a:fld>
            <a:endParaRPr lang="en-GB"/>
          </a:p>
        </p:txBody>
      </p:sp>
    </p:spTree>
    <p:extLst>
      <p:ext uri="{BB962C8B-B14F-4D97-AF65-F5344CB8AC3E}">
        <p14:creationId xmlns:p14="http://schemas.microsoft.com/office/powerpoint/2010/main" val="27109971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10"/>
          </p:nvPr>
        </p:nvSpPr>
        <p:spPr/>
        <p:txBody>
          <a:bodyPr/>
          <a:lstStyle/>
          <a:p>
            <a:fld id="{2031AFFA-5214-4CD7-AC14-54BF2F08C1EF}" type="slidenum">
              <a:rPr lang="en-GB" smtClean="0"/>
              <a:t>51</a:t>
            </a:fld>
            <a:endParaRPr lang="en-GB"/>
          </a:p>
        </p:txBody>
      </p:sp>
    </p:spTree>
    <p:extLst>
      <p:ext uri="{BB962C8B-B14F-4D97-AF65-F5344CB8AC3E}">
        <p14:creationId xmlns:p14="http://schemas.microsoft.com/office/powerpoint/2010/main" val="29677942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32C03-8381-2E8B-F789-1A43A1B46AB0}"/>
            </a:ext>
          </a:extLst>
        </p:cNvPr>
        <p:cNvGrpSpPr/>
        <p:nvPr/>
      </p:nvGrpSpPr>
      <p:grpSpPr>
        <a:xfrm>
          <a:off x="0" y="0"/>
          <a:ext cx="0" cy="0"/>
          <a:chOff x="0" y="0"/>
          <a:chExt cx="0" cy="0"/>
        </a:xfrm>
      </p:grpSpPr>
      <p:sp>
        <p:nvSpPr>
          <p:cNvPr id="46082" name="Rectangle 7">
            <a:extLst>
              <a:ext uri="{FF2B5EF4-FFF2-40B4-BE49-F238E27FC236}">
                <a16:creationId xmlns:a16="http://schemas.microsoft.com/office/drawing/2014/main" id="{0681AE73-B3D8-AFE3-B38B-3247B3B8D9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68350" indent="-295275" eaLnBrk="0" hangingPunct="0">
              <a:spcBef>
                <a:spcPct val="30000"/>
              </a:spcBef>
              <a:defRPr sz="1200">
                <a:solidFill>
                  <a:schemeClr val="tx1"/>
                </a:solidFill>
                <a:latin typeface="Arial" panose="020B0604020202020204" pitchFamily="34" charset="0"/>
              </a:defRPr>
            </a:lvl2pPr>
            <a:lvl3pPr marL="1184275" indent="-236538" eaLnBrk="0" hangingPunct="0">
              <a:spcBef>
                <a:spcPct val="30000"/>
              </a:spcBef>
              <a:defRPr sz="1200">
                <a:solidFill>
                  <a:schemeClr val="tx1"/>
                </a:solidFill>
                <a:latin typeface="Arial" panose="020B0604020202020204" pitchFamily="34" charset="0"/>
              </a:defRPr>
            </a:lvl3pPr>
            <a:lvl4pPr marL="1657350" indent="-236538" eaLnBrk="0" hangingPunct="0">
              <a:spcBef>
                <a:spcPct val="30000"/>
              </a:spcBef>
              <a:defRPr sz="1200">
                <a:solidFill>
                  <a:schemeClr val="tx1"/>
                </a:solidFill>
                <a:latin typeface="Arial" panose="020B0604020202020204" pitchFamily="34" charset="0"/>
              </a:defRPr>
            </a:lvl4pPr>
            <a:lvl5pPr marL="2132013" indent="-236538" eaLnBrk="0" hangingPunct="0">
              <a:spcBef>
                <a:spcPct val="30000"/>
              </a:spcBef>
              <a:defRPr sz="1200">
                <a:solidFill>
                  <a:schemeClr val="tx1"/>
                </a:solidFill>
                <a:latin typeface="Arial" panose="020B0604020202020204" pitchFamily="34" charset="0"/>
              </a:defRPr>
            </a:lvl5pPr>
            <a:lvl6pPr marL="2589213" indent="-236538" eaLnBrk="0" fontAlgn="base" hangingPunct="0">
              <a:spcBef>
                <a:spcPct val="30000"/>
              </a:spcBef>
              <a:spcAft>
                <a:spcPct val="0"/>
              </a:spcAft>
              <a:defRPr sz="1200">
                <a:solidFill>
                  <a:schemeClr val="tx1"/>
                </a:solidFill>
                <a:latin typeface="Arial" panose="020B0604020202020204" pitchFamily="34" charset="0"/>
              </a:defRPr>
            </a:lvl6pPr>
            <a:lvl7pPr marL="3046413" indent="-236538" eaLnBrk="0" fontAlgn="base" hangingPunct="0">
              <a:spcBef>
                <a:spcPct val="30000"/>
              </a:spcBef>
              <a:spcAft>
                <a:spcPct val="0"/>
              </a:spcAft>
              <a:defRPr sz="1200">
                <a:solidFill>
                  <a:schemeClr val="tx1"/>
                </a:solidFill>
                <a:latin typeface="Arial" panose="020B0604020202020204" pitchFamily="34" charset="0"/>
              </a:defRPr>
            </a:lvl7pPr>
            <a:lvl8pPr marL="3503613" indent="-236538" eaLnBrk="0" fontAlgn="base" hangingPunct="0">
              <a:spcBef>
                <a:spcPct val="30000"/>
              </a:spcBef>
              <a:spcAft>
                <a:spcPct val="0"/>
              </a:spcAft>
              <a:defRPr sz="1200">
                <a:solidFill>
                  <a:schemeClr val="tx1"/>
                </a:solidFill>
                <a:latin typeface="Arial" panose="020B0604020202020204" pitchFamily="34" charset="0"/>
              </a:defRPr>
            </a:lvl8pPr>
            <a:lvl9pPr marL="3960813" indent="-23653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C06BE26E-069C-41FA-9295-EE0358979105}" type="slidenum">
              <a:rPr lang="en-US" altLang="en-US" sz="1300"/>
              <a:pPr eaLnBrk="1" hangingPunct="1">
                <a:spcBef>
                  <a:spcPct val="0"/>
                </a:spcBef>
              </a:pPr>
              <a:t>52</a:t>
            </a:fld>
            <a:endParaRPr lang="en-US" altLang="en-US" sz="1300"/>
          </a:p>
        </p:txBody>
      </p:sp>
      <p:sp>
        <p:nvSpPr>
          <p:cNvPr id="46083" name="Rectangle 2">
            <a:extLst>
              <a:ext uri="{FF2B5EF4-FFF2-40B4-BE49-F238E27FC236}">
                <a16:creationId xmlns:a16="http://schemas.microsoft.com/office/drawing/2014/main" id="{ECCC472C-E3C5-70DA-E313-45FEE082D7DF}"/>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68E57D89-16C9-AB2D-A847-92E676FC2CFB}"/>
              </a:ext>
            </a:extLst>
          </p:cNvPr>
          <p:cNvSpPr>
            <a:spLocks noGrp="1" noChangeArrowheads="1"/>
          </p:cNvSpPr>
          <p:nvPr>
            <p:ph type="body" idx="1"/>
          </p:nvPr>
        </p:nvSpPr>
        <p:spPr>
          <a:xfrm>
            <a:off x="946150" y="4859338"/>
            <a:ext cx="5207000" cy="4606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488" tIns="51244" rIns="102488" bIns="51244"/>
          <a:lstStyle/>
          <a:p>
            <a:endParaRPr lang="en-US" altLang="en-US" dirty="0">
              <a:latin typeface="Arial" panose="020B0604020202020204" pitchFamily="34" charset="0"/>
            </a:endParaRPr>
          </a:p>
        </p:txBody>
      </p:sp>
      <p:sp>
        <p:nvSpPr>
          <p:cNvPr id="46085" name="Footer Placeholder 1">
            <a:extLst>
              <a:ext uri="{FF2B5EF4-FFF2-40B4-BE49-F238E27FC236}">
                <a16:creationId xmlns:a16="http://schemas.microsoft.com/office/drawing/2014/main" id="{E6C775B6-437C-DB47-005E-3634610BF683}"/>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68350" indent="-295275" eaLnBrk="0" hangingPunct="0">
              <a:spcBef>
                <a:spcPct val="30000"/>
              </a:spcBef>
              <a:defRPr sz="1200">
                <a:solidFill>
                  <a:schemeClr val="tx1"/>
                </a:solidFill>
                <a:latin typeface="Arial" panose="020B0604020202020204" pitchFamily="34" charset="0"/>
              </a:defRPr>
            </a:lvl2pPr>
            <a:lvl3pPr marL="1184275" indent="-236538" eaLnBrk="0" hangingPunct="0">
              <a:spcBef>
                <a:spcPct val="30000"/>
              </a:spcBef>
              <a:defRPr sz="1200">
                <a:solidFill>
                  <a:schemeClr val="tx1"/>
                </a:solidFill>
                <a:latin typeface="Arial" panose="020B0604020202020204" pitchFamily="34" charset="0"/>
              </a:defRPr>
            </a:lvl3pPr>
            <a:lvl4pPr marL="1657350" indent="-236538" eaLnBrk="0" hangingPunct="0">
              <a:spcBef>
                <a:spcPct val="30000"/>
              </a:spcBef>
              <a:defRPr sz="1200">
                <a:solidFill>
                  <a:schemeClr val="tx1"/>
                </a:solidFill>
                <a:latin typeface="Arial" panose="020B0604020202020204" pitchFamily="34" charset="0"/>
              </a:defRPr>
            </a:lvl4pPr>
            <a:lvl5pPr marL="2132013" indent="-236538" eaLnBrk="0" hangingPunct="0">
              <a:spcBef>
                <a:spcPct val="30000"/>
              </a:spcBef>
              <a:defRPr sz="1200">
                <a:solidFill>
                  <a:schemeClr val="tx1"/>
                </a:solidFill>
                <a:latin typeface="Arial" panose="020B0604020202020204" pitchFamily="34" charset="0"/>
              </a:defRPr>
            </a:lvl5pPr>
            <a:lvl6pPr marL="2589213" indent="-236538" eaLnBrk="0" fontAlgn="base" hangingPunct="0">
              <a:spcBef>
                <a:spcPct val="30000"/>
              </a:spcBef>
              <a:spcAft>
                <a:spcPct val="0"/>
              </a:spcAft>
              <a:defRPr sz="1200">
                <a:solidFill>
                  <a:schemeClr val="tx1"/>
                </a:solidFill>
                <a:latin typeface="Arial" panose="020B0604020202020204" pitchFamily="34" charset="0"/>
              </a:defRPr>
            </a:lvl6pPr>
            <a:lvl7pPr marL="3046413" indent="-236538" eaLnBrk="0" fontAlgn="base" hangingPunct="0">
              <a:spcBef>
                <a:spcPct val="30000"/>
              </a:spcBef>
              <a:spcAft>
                <a:spcPct val="0"/>
              </a:spcAft>
              <a:defRPr sz="1200">
                <a:solidFill>
                  <a:schemeClr val="tx1"/>
                </a:solidFill>
                <a:latin typeface="Arial" panose="020B0604020202020204" pitchFamily="34" charset="0"/>
              </a:defRPr>
            </a:lvl7pPr>
            <a:lvl8pPr marL="3503613" indent="-236538" eaLnBrk="0" fontAlgn="base" hangingPunct="0">
              <a:spcBef>
                <a:spcPct val="30000"/>
              </a:spcBef>
              <a:spcAft>
                <a:spcPct val="0"/>
              </a:spcAft>
              <a:defRPr sz="1200">
                <a:solidFill>
                  <a:schemeClr val="tx1"/>
                </a:solidFill>
                <a:latin typeface="Arial" panose="020B0604020202020204" pitchFamily="34" charset="0"/>
              </a:defRPr>
            </a:lvl8pPr>
            <a:lvl9pPr marL="3960813" indent="-23653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fr-FR" altLang="en-US" sz="1300"/>
              <a:t>Dr Hui Siu Cheung, SCE, NTU</a:t>
            </a:r>
            <a:endParaRPr lang="en-US" altLang="en-US" sz="1300"/>
          </a:p>
        </p:txBody>
      </p:sp>
      <p:sp>
        <p:nvSpPr>
          <p:cNvPr id="46086" name="Date Placeholder 1">
            <a:extLst>
              <a:ext uri="{FF2B5EF4-FFF2-40B4-BE49-F238E27FC236}">
                <a16:creationId xmlns:a16="http://schemas.microsoft.com/office/drawing/2014/main" id="{EF658B78-C337-D09D-095C-BED7DA31A7B6}"/>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defRPr>
            </a:lvl1pPr>
            <a:lvl2pPr marL="768350" indent="-295275" eaLnBrk="0" hangingPunct="0">
              <a:spcBef>
                <a:spcPct val="30000"/>
              </a:spcBef>
              <a:defRPr sz="1200">
                <a:solidFill>
                  <a:schemeClr val="tx1"/>
                </a:solidFill>
                <a:latin typeface="Arial" panose="020B0604020202020204" pitchFamily="34" charset="0"/>
              </a:defRPr>
            </a:lvl2pPr>
            <a:lvl3pPr marL="1184275" indent="-236538" eaLnBrk="0" hangingPunct="0">
              <a:spcBef>
                <a:spcPct val="30000"/>
              </a:spcBef>
              <a:defRPr sz="1200">
                <a:solidFill>
                  <a:schemeClr val="tx1"/>
                </a:solidFill>
                <a:latin typeface="Arial" panose="020B0604020202020204" pitchFamily="34" charset="0"/>
              </a:defRPr>
            </a:lvl3pPr>
            <a:lvl4pPr marL="1657350" indent="-236538" eaLnBrk="0" hangingPunct="0">
              <a:spcBef>
                <a:spcPct val="30000"/>
              </a:spcBef>
              <a:defRPr sz="1200">
                <a:solidFill>
                  <a:schemeClr val="tx1"/>
                </a:solidFill>
                <a:latin typeface="Arial" panose="020B0604020202020204" pitchFamily="34" charset="0"/>
              </a:defRPr>
            </a:lvl4pPr>
            <a:lvl5pPr marL="2132013" indent="-236538" eaLnBrk="0" hangingPunct="0">
              <a:spcBef>
                <a:spcPct val="30000"/>
              </a:spcBef>
              <a:defRPr sz="1200">
                <a:solidFill>
                  <a:schemeClr val="tx1"/>
                </a:solidFill>
                <a:latin typeface="Arial" panose="020B0604020202020204" pitchFamily="34" charset="0"/>
              </a:defRPr>
            </a:lvl5pPr>
            <a:lvl6pPr marL="2589213" indent="-236538" eaLnBrk="0" fontAlgn="base" hangingPunct="0">
              <a:spcBef>
                <a:spcPct val="30000"/>
              </a:spcBef>
              <a:spcAft>
                <a:spcPct val="0"/>
              </a:spcAft>
              <a:defRPr sz="1200">
                <a:solidFill>
                  <a:schemeClr val="tx1"/>
                </a:solidFill>
                <a:latin typeface="Arial" panose="020B0604020202020204" pitchFamily="34" charset="0"/>
              </a:defRPr>
            </a:lvl6pPr>
            <a:lvl7pPr marL="3046413" indent="-236538" eaLnBrk="0" fontAlgn="base" hangingPunct="0">
              <a:spcBef>
                <a:spcPct val="30000"/>
              </a:spcBef>
              <a:spcAft>
                <a:spcPct val="0"/>
              </a:spcAft>
              <a:defRPr sz="1200">
                <a:solidFill>
                  <a:schemeClr val="tx1"/>
                </a:solidFill>
                <a:latin typeface="Arial" panose="020B0604020202020204" pitchFamily="34" charset="0"/>
              </a:defRPr>
            </a:lvl7pPr>
            <a:lvl8pPr marL="3503613" indent="-236538" eaLnBrk="0" fontAlgn="base" hangingPunct="0">
              <a:spcBef>
                <a:spcPct val="30000"/>
              </a:spcBef>
              <a:spcAft>
                <a:spcPct val="0"/>
              </a:spcAft>
              <a:defRPr sz="1200">
                <a:solidFill>
                  <a:schemeClr val="tx1"/>
                </a:solidFill>
                <a:latin typeface="Arial" panose="020B0604020202020204" pitchFamily="34" charset="0"/>
              </a:defRPr>
            </a:lvl8pPr>
            <a:lvl9pPr marL="3960813" indent="-23653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fld id="{A25EB726-0CCA-4DD0-B5AC-A1EE75C4FA07}" type="datetime3">
              <a:rPr lang="en-US" altLang="en-US" sz="1300" smtClean="0"/>
              <a:pPr eaLnBrk="1" hangingPunct="1">
                <a:spcBef>
                  <a:spcPct val="0"/>
                </a:spcBef>
              </a:pPr>
              <a:t>10 February 2026</a:t>
            </a:fld>
            <a:endParaRPr lang="en-US" altLang="en-US" sz="1300"/>
          </a:p>
        </p:txBody>
      </p:sp>
    </p:spTree>
    <p:extLst>
      <p:ext uri="{BB962C8B-B14F-4D97-AF65-F5344CB8AC3E}">
        <p14:creationId xmlns:p14="http://schemas.microsoft.com/office/powerpoint/2010/main" val="483251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257E-3053-48F9-AF47-8B01721D45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6174E0-5944-4878-AEF1-C5259EDCE3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680E95-E146-4257-8F12-3E0D566F9337}"/>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902C5C43-CA97-470C-ADE9-4AC83332F84F}"/>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5B095057-47E6-487A-BAEE-43A95AC0518B}"/>
              </a:ext>
            </a:extLst>
          </p:cNvPr>
          <p:cNvSpPr>
            <a:spLocks noGrp="1"/>
          </p:cNvSpPr>
          <p:nvPr>
            <p:ph type="sldNum" sz="quarter" idx="12"/>
          </p:nvPr>
        </p:nvSpPr>
        <p:spPr/>
        <p:txBody>
          <a:bodyPr/>
          <a:lstStyle/>
          <a:p>
            <a:pPr>
              <a:defRPr/>
            </a:pPr>
            <a:fld id="{9E7230A5-D5CA-A246-A156-56ED2EC776EF}" type="slidenum">
              <a:rPr lang="en-US" altLang="en-US" smtClean="0"/>
              <a:pPr>
                <a:defRPr/>
              </a:pPr>
              <a:t>‹#›</a:t>
            </a:fld>
            <a:endParaRPr lang="en-US" altLang="en-US"/>
          </a:p>
        </p:txBody>
      </p:sp>
    </p:spTree>
    <p:extLst>
      <p:ext uri="{BB962C8B-B14F-4D97-AF65-F5344CB8AC3E}">
        <p14:creationId xmlns:p14="http://schemas.microsoft.com/office/powerpoint/2010/main" val="21292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588DE-A057-42F6-A6DC-1E6DF10AF68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3744FE7-DE29-4220-B45B-E3165A57AFD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E7D05-41BE-4646-ADC0-F29FF52FA793}"/>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68EFC04D-2B6D-4F02-9379-39DFF221D063}"/>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66B7C647-66B2-43EA-9EED-9BA0B1484EE2}"/>
              </a:ext>
            </a:extLst>
          </p:cNvPr>
          <p:cNvSpPr>
            <a:spLocks noGrp="1"/>
          </p:cNvSpPr>
          <p:nvPr>
            <p:ph type="sldNum" sz="quarter" idx="12"/>
          </p:nvPr>
        </p:nvSpPr>
        <p:spPr/>
        <p:txBody>
          <a:bodyPr/>
          <a:lstStyle/>
          <a:p>
            <a:pPr>
              <a:defRPr/>
            </a:pPr>
            <a:fld id="{59012656-71E1-C743-8C98-B63CD25CF2C9}" type="slidenum">
              <a:rPr lang="en-US" altLang="en-US" smtClean="0"/>
              <a:pPr>
                <a:defRPr/>
              </a:pPr>
              <a:t>‹#›</a:t>
            </a:fld>
            <a:endParaRPr lang="en-US" altLang="en-US" dirty="0"/>
          </a:p>
        </p:txBody>
      </p:sp>
    </p:spTree>
    <p:extLst>
      <p:ext uri="{BB962C8B-B14F-4D97-AF65-F5344CB8AC3E}">
        <p14:creationId xmlns:p14="http://schemas.microsoft.com/office/powerpoint/2010/main" val="2525089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9D9EB-7DC7-4DB2-8F4F-CFC9477777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0C1CF0-6AB6-49D7-BECC-7021BA4C36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DCDE906-1373-4F27-A451-5D3267D2C439}"/>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34F0FA46-69A7-4811-90E1-DEDA05B50171}"/>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909CAD46-5D9D-4D4A-A154-E4EF4B1D02C5}"/>
              </a:ext>
            </a:extLst>
          </p:cNvPr>
          <p:cNvSpPr>
            <a:spLocks noGrp="1"/>
          </p:cNvSpPr>
          <p:nvPr>
            <p:ph type="sldNum" sz="quarter" idx="12"/>
          </p:nvPr>
        </p:nvSpPr>
        <p:spPr/>
        <p:txBody>
          <a:bodyPr/>
          <a:lstStyle/>
          <a:p>
            <a:pPr>
              <a:defRPr/>
            </a:pPr>
            <a:fld id="{EC046413-4138-1741-9544-A971B9E4B968}" type="slidenum">
              <a:rPr lang="en-US" altLang="en-US" smtClean="0"/>
              <a:pPr>
                <a:defRPr/>
              </a:pPr>
              <a:t>‹#›</a:t>
            </a:fld>
            <a:endParaRPr lang="en-US" altLang="en-US"/>
          </a:p>
        </p:txBody>
      </p:sp>
    </p:spTree>
    <p:extLst>
      <p:ext uri="{BB962C8B-B14F-4D97-AF65-F5344CB8AC3E}">
        <p14:creationId xmlns:p14="http://schemas.microsoft.com/office/powerpoint/2010/main" val="859586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D648D-C56C-438A-A0B5-241602DB980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4DFEC0-93F6-4BD7-BB41-54D2A7877EF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346F53-6ED2-4C35-A945-F0DB5BB6735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7E855A-2919-49A1-9404-A262E1AB8944}"/>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6" name="Footer Placeholder 5">
            <a:extLst>
              <a:ext uri="{FF2B5EF4-FFF2-40B4-BE49-F238E27FC236}">
                <a16:creationId xmlns:a16="http://schemas.microsoft.com/office/drawing/2014/main" id="{46B3CF54-A1EF-4ABE-88A3-1958B154566B}"/>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7" name="Slide Number Placeholder 6">
            <a:extLst>
              <a:ext uri="{FF2B5EF4-FFF2-40B4-BE49-F238E27FC236}">
                <a16:creationId xmlns:a16="http://schemas.microsoft.com/office/drawing/2014/main" id="{D19EBC3D-C887-42C4-B1FC-D798377A8537}"/>
              </a:ext>
            </a:extLst>
          </p:cNvPr>
          <p:cNvSpPr>
            <a:spLocks noGrp="1"/>
          </p:cNvSpPr>
          <p:nvPr>
            <p:ph type="sldNum" sz="quarter" idx="12"/>
          </p:nvPr>
        </p:nvSpPr>
        <p:spPr/>
        <p:txBody>
          <a:bodyPr/>
          <a:lstStyle/>
          <a:p>
            <a:pPr>
              <a:defRPr/>
            </a:pPr>
            <a:fld id="{255B943D-DA51-A44E-9BC0-B926421C4F92}" type="slidenum">
              <a:rPr lang="en-US" altLang="en-US" smtClean="0"/>
              <a:pPr>
                <a:defRPr/>
              </a:pPr>
              <a:t>‹#›</a:t>
            </a:fld>
            <a:endParaRPr lang="en-US" altLang="en-US"/>
          </a:p>
        </p:txBody>
      </p:sp>
      <p:sp>
        <p:nvSpPr>
          <p:cNvPr id="8" name="Slide Number Placeholder 6">
            <a:extLst>
              <a:ext uri="{FF2B5EF4-FFF2-40B4-BE49-F238E27FC236}">
                <a16:creationId xmlns:a16="http://schemas.microsoft.com/office/drawing/2014/main" id="{F9CD365C-8F07-492B-BA5A-847747DB0CCC}"/>
              </a:ext>
            </a:extLst>
          </p:cNvPr>
          <p:cNvSpPr txBox="1">
            <a:spLocks/>
          </p:cNvSpPr>
          <p:nvPr userDrawn="1"/>
        </p:nvSpPr>
        <p:spPr>
          <a:xfrm>
            <a:off x="8737600" y="647700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B4605DB1-9E3D-0A41-A768-42B3EF17CCC2}" type="slidenum">
              <a:rPr lang="en-US" altLang="en-US" smtClean="0"/>
              <a:pPr>
                <a:defRPr/>
              </a:pPr>
              <a:t>‹#›</a:t>
            </a:fld>
            <a:endParaRPr lang="en-US" altLang="en-US" dirty="0"/>
          </a:p>
        </p:txBody>
      </p:sp>
    </p:spTree>
    <p:extLst>
      <p:ext uri="{BB962C8B-B14F-4D97-AF65-F5344CB8AC3E}">
        <p14:creationId xmlns:p14="http://schemas.microsoft.com/office/powerpoint/2010/main" val="2431593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AB275-7417-43D8-9207-B8A69C1A48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0D745B-7392-4FF0-B273-B59D5BB33B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31A104B-C8A4-4139-A010-907410F4592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3191E3-BE5A-4659-8984-E68769E89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C35E952-80E1-40AA-9342-48B3C6807EE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433580-B74A-4F2A-AD5E-261D58F91B42}"/>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8" name="Footer Placeholder 7">
            <a:extLst>
              <a:ext uri="{FF2B5EF4-FFF2-40B4-BE49-F238E27FC236}">
                <a16:creationId xmlns:a16="http://schemas.microsoft.com/office/drawing/2014/main" id="{D47028E1-C39E-4724-BB9B-5A310E0BFDE4}"/>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9" name="Slide Number Placeholder 8">
            <a:extLst>
              <a:ext uri="{FF2B5EF4-FFF2-40B4-BE49-F238E27FC236}">
                <a16:creationId xmlns:a16="http://schemas.microsoft.com/office/drawing/2014/main" id="{69842FC7-CCA5-45FB-A278-92F4FC464041}"/>
              </a:ext>
            </a:extLst>
          </p:cNvPr>
          <p:cNvSpPr>
            <a:spLocks noGrp="1"/>
          </p:cNvSpPr>
          <p:nvPr>
            <p:ph type="sldNum" sz="quarter" idx="12"/>
          </p:nvPr>
        </p:nvSpPr>
        <p:spPr/>
        <p:txBody>
          <a:bodyPr/>
          <a:lstStyle/>
          <a:p>
            <a:pPr>
              <a:defRPr/>
            </a:pPr>
            <a:fld id="{8F5C4715-6A71-1C46-9980-4AE305EAD29C}" type="slidenum">
              <a:rPr lang="en-US" altLang="en-US" smtClean="0"/>
              <a:pPr>
                <a:defRPr/>
              </a:pPr>
              <a:t>‹#›</a:t>
            </a:fld>
            <a:endParaRPr lang="en-US" altLang="en-US"/>
          </a:p>
        </p:txBody>
      </p:sp>
    </p:spTree>
    <p:extLst>
      <p:ext uri="{BB962C8B-B14F-4D97-AF65-F5344CB8AC3E}">
        <p14:creationId xmlns:p14="http://schemas.microsoft.com/office/powerpoint/2010/main" val="1418587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41C20-B2EB-48DC-A5EC-875632D220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5DF8CB-93B7-409D-97EF-356CB343046A}"/>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4" name="Footer Placeholder 3">
            <a:extLst>
              <a:ext uri="{FF2B5EF4-FFF2-40B4-BE49-F238E27FC236}">
                <a16:creationId xmlns:a16="http://schemas.microsoft.com/office/drawing/2014/main" id="{4C3394EB-F370-4E97-9997-BE95563EAEA5}"/>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5" name="Slide Number Placeholder 4">
            <a:extLst>
              <a:ext uri="{FF2B5EF4-FFF2-40B4-BE49-F238E27FC236}">
                <a16:creationId xmlns:a16="http://schemas.microsoft.com/office/drawing/2014/main" id="{0CB02EBB-F440-4B59-B9FD-2AD261BC2669}"/>
              </a:ext>
            </a:extLst>
          </p:cNvPr>
          <p:cNvSpPr>
            <a:spLocks noGrp="1"/>
          </p:cNvSpPr>
          <p:nvPr>
            <p:ph type="sldNum" sz="quarter" idx="12"/>
          </p:nvPr>
        </p:nvSpPr>
        <p:spPr/>
        <p:txBody>
          <a:bodyPr/>
          <a:lstStyle/>
          <a:p>
            <a:pPr>
              <a:defRPr/>
            </a:pPr>
            <a:fld id="{B4605DB1-9E3D-0A41-A768-42B3EF17CCC2}" type="slidenum">
              <a:rPr lang="en-US" altLang="en-US" smtClean="0"/>
              <a:pPr>
                <a:defRPr/>
              </a:pPr>
              <a:t>‹#›</a:t>
            </a:fld>
            <a:endParaRPr lang="en-US" altLang="en-US"/>
          </a:p>
        </p:txBody>
      </p:sp>
    </p:spTree>
    <p:extLst>
      <p:ext uri="{BB962C8B-B14F-4D97-AF65-F5344CB8AC3E}">
        <p14:creationId xmlns:p14="http://schemas.microsoft.com/office/powerpoint/2010/main" val="2156472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o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738CC-4969-4BC0-BDB6-58028D0A1113}"/>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7048A11F-1F25-46CE-AAEE-C6D38B735CC2}"/>
              </a:ext>
            </a:extLst>
          </p:cNvPr>
          <p:cNvSpPr>
            <a:spLocks noGrp="1"/>
          </p:cNvSpPr>
          <p:nvPr>
            <p:ph type="sldNum" sz="quarter" idx="10"/>
          </p:nvPr>
        </p:nvSpPr>
        <p:spPr/>
        <p:txBody>
          <a:bodyPr/>
          <a:lstStyle/>
          <a:p>
            <a:pPr>
              <a:defRPr/>
            </a:pPr>
            <a:fld id="{C37E0829-F0AB-F54C-9D83-2E2209BD69BB}" type="slidenum">
              <a:rPr lang="en-US" altLang="en-US" smtClean="0"/>
              <a:pPr>
                <a:defRPr/>
              </a:pPr>
              <a:t>‹#›</a:t>
            </a:fld>
            <a:endParaRPr lang="en-US" altLang="en-US" dirty="0"/>
          </a:p>
        </p:txBody>
      </p:sp>
      <p:sp>
        <p:nvSpPr>
          <p:cNvPr id="4" name="Rectangle 3">
            <a:extLst>
              <a:ext uri="{FF2B5EF4-FFF2-40B4-BE49-F238E27FC236}">
                <a16:creationId xmlns:a16="http://schemas.microsoft.com/office/drawing/2014/main" id="{5AB3765F-2D42-490D-9396-82AA56A8BADC}"/>
              </a:ext>
            </a:extLst>
          </p:cNvPr>
          <p:cNvSpPr/>
          <p:nvPr userDrawn="1"/>
        </p:nvSpPr>
        <p:spPr>
          <a:xfrm>
            <a:off x="76200" y="838200"/>
            <a:ext cx="12039600" cy="5562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7115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0B2A47-46D6-42D5-BDBE-E52134F7AD21}"/>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3" name="Footer Placeholder 2">
            <a:extLst>
              <a:ext uri="{FF2B5EF4-FFF2-40B4-BE49-F238E27FC236}">
                <a16:creationId xmlns:a16="http://schemas.microsoft.com/office/drawing/2014/main" id="{6EF62E42-B7B3-4F33-84D7-831A1B1269FB}"/>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4" name="Slide Number Placeholder 3">
            <a:extLst>
              <a:ext uri="{FF2B5EF4-FFF2-40B4-BE49-F238E27FC236}">
                <a16:creationId xmlns:a16="http://schemas.microsoft.com/office/drawing/2014/main" id="{418FE50F-0B21-4838-90C1-7F40FB4EA11A}"/>
              </a:ext>
            </a:extLst>
          </p:cNvPr>
          <p:cNvSpPr>
            <a:spLocks noGrp="1"/>
          </p:cNvSpPr>
          <p:nvPr>
            <p:ph type="sldNum" sz="quarter" idx="12"/>
          </p:nvPr>
        </p:nvSpPr>
        <p:spPr/>
        <p:txBody>
          <a:bodyPr/>
          <a:lstStyle/>
          <a:p>
            <a:pPr>
              <a:defRPr/>
            </a:pPr>
            <a:fld id="{9E362868-DD1E-A642-8FEC-D36C0278388C}" type="slidenum">
              <a:rPr lang="en-US" altLang="en-US" smtClean="0"/>
              <a:pPr>
                <a:defRPr/>
              </a:pPr>
              <a:t>‹#›</a:t>
            </a:fld>
            <a:endParaRPr lang="en-US" altLang="en-US"/>
          </a:p>
        </p:txBody>
      </p:sp>
    </p:spTree>
    <p:extLst>
      <p:ext uri="{BB962C8B-B14F-4D97-AF65-F5344CB8AC3E}">
        <p14:creationId xmlns:p14="http://schemas.microsoft.com/office/powerpoint/2010/main" val="1258254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3B924-D81C-44C0-BCB3-553AB7B0AC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FBD6CF-C78F-4B8A-9B44-1FB03E176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80BBEC-DD5A-499C-A78A-03DEA8384F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5498EE-3406-4371-8BC1-4EFAC61D45A7}"/>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6" name="Footer Placeholder 5">
            <a:extLst>
              <a:ext uri="{FF2B5EF4-FFF2-40B4-BE49-F238E27FC236}">
                <a16:creationId xmlns:a16="http://schemas.microsoft.com/office/drawing/2014/main" id="{1A395007-4873-4C8D-B644-8C0C3EE8BDEE}"/>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7" name="Slide Number Placeholder 6">
            <a:extLst>
              <a:ext uri="{FF2B5EF4-FFF2-40B4-BE49-F238E27FC236}">
                <a16:creationId xmlns:a16="http://schemas.microsoft.com/office/drawing/2014/main" id="{58B8359E-A9CF-4F4B-8649-D470D91CB6F4}"/>
              </a:ext>
            </a:extLst>
          </p:cNvPr>
          <p:cNvSpPr>
            <a:spLocks noGrp="1"/>
          </p:cNvSpPr>
          <p:nvPr>
            <p:ph type="sldNum" sz="quarter" idx="12"/>
          </p:nvPr>
        </p:nvSpPr>
        <p:spPr/>
        <p:txBody>
          <a:bodyPr/>
          <a:lstStyle/>
          <a:p>
            <a:pPr>
              <a:defRPr/>
            </a:pPr>
            <a:fld id="{C4DE60E2-CFCD-8D45-BC62-DECE35FE1F60}" type="slidenum">
              <a:rPr lang="en-US" altLang="en-US" smtClean="0"/>
              <a:pPr>
                <a:defRPr/>
              </a:pPr>
              <a:t>‹#›</a:t>
            </a:fld>
            <a:endParaRPr lang="en-US" altLang="en-US"/>
          </a:p>
        </p:txBody>
      </p:sp>
    </p:spTree>
    <p:extLst>
      <p:ext uri="{BB962C8B-B14F-4D97-AF65-F5344CB8AC3E}">
        <p14:creationId xmlns:p14="http://schemas.microsoft.com/office/powerpoint/2010/main" val="3373156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FAB15-9B2D-438E-BC92-9D0A8F429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4865A-3459-441D-8F43-4997461B09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C2B3DD-A484-4942-8A0C-B7C3E1672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54CE3D4-C063-49D7-9B3B-782D063E0364}"/>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6" name="Footer Placeholder 5">
            <a:extLst>
              <a:ext uri="{FF2B5EF4-FFF2-40B4-BE49-F238E27FC236}">
                <a16:creationId xmlns:a16="http://schemas.microsoft.com/office/drawing/2014/main" id="{C28D7425-E34A-4A52-BCF8-D008C1856F70}"/>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7" name="Slide Number Placeholder 6">
            <a:extLst>
              <a:ext uri="{FF2B5EF4-FFF2-40B4-BE49-F238E27FC236}">
                <a16:creationId xmlns:a16="http://schemas.microsoft.com/office/drawing/2014/main" id="{B23D05D9-6E17-46C2-A1DD-9681823A1431}"/>
              </a:ext>
            </a:extLst>
          </p:cNvPr>
          <p:cNvSpPr>
            <a:spLocks noGrp="1"/>
          </p:cNvSpPr>
          <p:nvPr>
            <p:ph type="sldNum" sz="quarter" idx="12"/>
          </p:nvPr>
        </p:nvSpPr>
        <p:spPr/>
        <p:txBody>
          <a:bodyPr/>
          <a:lstStyle/>
          <a:p>
            <a:pPr>
              <a:defRPr/>
            </a:pPr>
            <a:fld id="{15E8B059-8C46-F247-8A74-0D28BDE5E33A}" type="slidenum">
              <a:rPr lang="en-US" altLang="en-US" smtClean="0"/>
              <a:pPr>
                <a:defRPr/>
              </a:pPr>
              <a:t>‹#›</a:t>
            </a:fld>
            <a:endParaRPr lang="en-US" altLang="en-US"/>
          </a:p>
        </p:txBody>
      </p:sp>
    </p:spTree>
    <p:extLst>
      <p:ext uri="{BB962C8B-B14F-4D97-AF65-F5344CB8AC3E}">
        <p14:creationId xmlns:p14="http://schemas.microsoft.com/office/powerpoint/2010/main" val="60865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5B43-A193-4493-A2BE-590A4341CE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7B9682-392E-4813-AD6E-F3DCE6BF949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CA28A7-1DD5-422E-BEC2-464387604228}"/>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218B67C8-162D-4B22-AD42-B006811CE838}"/>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847B4873-B533-4221-8469-57AA3753B572}"/>
              </a:ext>
            </a:extLst>
          </p:cNvPr>
          <p:cNvSpPr>
            <a:spLocks noGrp="1"/>
          </p:cNvSpPr>
          <p:nvPr>
            <p:ph type="sldNum" sz="quarter" idx="12"/>
          </p:nvPr>
        </p:nvSpPr>
        <p:spPr/>
        <p:txBody>
          <a:bodyPr/>
          <a:lstStyle/>
          <a:p>
            <a:pPr>
              <a:defRPr/>
            </a:pPr>
            <a:fld id="{B4490574-997A-3847-9212-FE26D546377B}" type="slidenum">
              <a:rPr lang="en-US" altLang="en-US" smtClean="0"/>
              <a:pPr>
                <a:defRPr/>
              </a:pPr>
              <a:t>‹#›</a:t>
            </a:fld>
            <a:endParaRPr lang="en-US" altLang="en-US"/>
          </a:p>
        </p:txBody>
      </p:sp>
    </p:spTree>
    <p:extLst>
      <p:ext uri="{BB962C8B-B14F-4D97-AF65-F5344CB8AC3E}">
        <p14:creationId xmlns:p14="http://schemas.microsoft.com/office/powerpoint/2010/main" val="4037351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123116-7B90-4155-BA93-0075939EBD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CA8B8FC-A1A9-43F9-AFDC-2D5477B47DE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52D2FD-FD11-4EDB-AB71-E449803ED8FF}"/>
              </a:ext>
            </a:extLst>
          </p:cNvPr>
          <p:cNvSpPr>
            <a:spLocks noGrp="1"/>
          </p:cNvSpPr>
          <p:nvPr>
            <p:ph type="dt" sz="half" idx="10"/>
          </p:nvPr>
        </p:nvSpPr>
        <p:spPr>
          <a:xfrm>
            <a:off x="838200" y="6356350"/>
            <a:ext cx="2743200" cy="365125"/>
          </a:xfrm>
          <a:prstGeom prst="rect">
            <a:avLst/>
          </a:prstGeom>
        </p:spPr>
        <p:txBody>
          <a:bodyPr/>
          <a:lstStyle/>
          <a:p>
            <a:pPr>
              <a:defRPr/>
            </a:pPr>
            <a:endParaRPr lang="en-US"/>
          </a:p>
        </p:txBody>
      </p:sp>
      <p:sp>
        <p:nvSpPr>
          <p:cNvPr id="5" name="Footer Placeholder 4">
            <a:extLst>
              <a:ext uri="{FF2B5EF4-FFF2-40B4-BE49-F238E27FC236}">
                <a16:creationId xmlns:a16="http://schemas.microsoft.com/office/drawing/2014/main" id="{AE7AF371-418F-48A7-B0BC-45A3E60E4E02}"/>
              </a:ext>
            </a:extLst>
          </p:cNvPr>
          <p:cNvSpPr>
            <a:spLocks noGrp="1"/>
          </p:cNvSpPr>
          <p:nvPr>
            <p:ph type="ftr" sz="quarter" idx="11"/>
          </p:nvPr>
        </p:nvSpPr>
        <p:spPr>
          <a:xfrm>
            <a:off x="2286000" y="6353464"/>
            <a:ext cx="7620000" cy="365125"/>
          </a:xfrm>
          <a:prstGeom prst="rect">
            <a:avLst/>
          </a:prstGeom>
        </p:spPr>
        <p:txBody>
          <a:bodyPr/>
          <a:lstStyle/>
          <a:p>
            <a:pPr>
              <a:defRPr/>
            </a:pPr>
            <a:endParaRPr lang="en-US"/>
          </a:p>
        </p:txBody>
      </p:sp>
      <p:sp>
        <p:nvSpPr>
          <p:cNvPr id="6" name="Slide Number Placeholder 5">
            <a:extLst>
              <a:ext uri="{FF2B5EF4-FFF2-40B4-BE49-F238E27FC236}">
                <a16:creationId xmlns:a16="http://schemas.microsoft.com/office/drawing/2014/main" id="{39393C50-2A85-45FB-BCC2-76043CB75574}"/>
              </a:ext>
            </a:extLst>
          </p:cNvPr>
          <p:cNvSpPr>
            <a:spLocks noGrp="1"/>
          </p:cNvSpPr>
          <p:nvPr>
            <p:ph type="sldNum" sz="quarter" idx="12"/>
          </p:nvPr>
        </p:nvSpPr>
        <p:spPr/>
        <p:txBody>
          <a:bodyPr/>
          <a:lstStyle/>
          <a:p>
            <a:pPr>
              <a:defRPr/>
            </a:pPr>
            <a:fld id="{FB33E6B6-6649-824A-9F70-3BBE9847395A}" type="slidenum">
              <a:rPr lang="en-US" altLang="en-US" smtClean="0"/>
              <a:pPr>
                <a:defRPr/>
              </a:pPr>
              <a:t>‹#›</a:t>
            </a:fld>
            <a:endParaRPr lang="en-US" altLang="en-US"/>
          </a:p>
        </p:txBody>
      </p:sp>
    </p:spTree>
    <p:extLst>
      <p:ext uri="{BB962C8B-B14F-4D97-AF65-F5344CB8AC3E}">
        <p14:creationId xmlns:p14="http://schemas.microsoft.com/office/powerpoint/2010/main" val="3798097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13485184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1821988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2104081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1842212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1721033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7798471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22870135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40895166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5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39775990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6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345399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7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28750140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8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32493580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9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12966991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0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4375507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35969746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135781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39908972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18052933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5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2"/>
            <a:ext cx="12192000" cy="565607"/>
          </a:xfrm>
        </p:spPr>
        <p:txBody>
          <a:bodyPr/>
          <a:lstStyle>
            <a:lvl1pPr>
              <a:defRPr cap="all" baseline="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10382053" y="6627044"/>
            <a:ext cx="1809947" cy="230957"/>
          </a:xfrm>
          <a:prstGeom prst="rect">
            <a:avLst/>
          </a:prstGeom>
        </p:spPr>
        <p:txBody>
          <a:bodyPr/>
          <a:lstStyle/>
          <a:p>
            <a:fld id="{CCDB99F5-34B1-4C6B-950F-6A530B12E97A}" type="slidenum">
              <a:rPr lang="en-US" smtClean="0"/>
              <a:t>‹#›</a:t>
            </a:fld>
            <a:endParaRPr lang="en-US"/>
          </a:p>
        </p:txBody>
      </p:sp>
      <p:sp>
        <p:nvSpPr>
          <p:cNvPr id="5" name="Content Placeholder 1"/>
          <p:cNvSpPr txBox="1">
            <a:spLocks/>
          </p:cNvSpPr>
          <p:nvPr userDrawn="1"/>
        </p:nvSpPr>
        <p:spPr>
          <a:xfrm>
            <a:off x="1463041" y="1380226"/>
            <a:ext cx="92991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US" sz="1800" dirty="0">
              <a:ea typeface="Cambria Math" panose="02040503050406030204" pitchFamily="18" charset="0"/>
              <a:cs typeface="Times New Roman" pitchFamily="18" charset="0"/>
            </a:endParaRPr>
          </a:p>
        </p:txBody>
      </p:sp>
    </p:spTree>
    <p:extLst>
      <p:ext uri="{BB962C8B-B14F-4D97-AF65-F5344CB8AC3E}">
        <p14:creationId xmlns:p14="http://schemas.microsoft.com/office/powerpoint/2010/main" val="2292689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 name="Rectangle 3">
            <a:extLst>
              <a:ext uri="{FF2B5EF4-FFF2-40B4-BE49-F238E27FC236}">
                <a16:creationId xmlns:a16="http://schemas.microsoft.com/office/drawing/2014/main" id="{B16F45E7-D03F-4586-B0E0-EC63E9664911}"/>
              </a:ext>
            </a:extLst>
          </p:cNvPr>
          <p:cNvSpPr txBox="1">
            <a:spLocks noChangeArrowheads="1"/>
          </p:cNvSpPr>
          <p:nvPr userDrawn="1"/>
        </p:nvSpPr>
        <p:spPr>
          <a:xfrm>
            <a:off x="838200" y="1066800"/>
            <a:ext cx="10363200" cy="5105400"/>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rtlCol="0">
            <a:norm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fontAlgn="auto" hangingPunct="1">
              <a:spcAft>
                <a:spcPts val="0"/>
              </a:spcAft>
              <a:buFont typeface="Arial"/>
              <a:buChar char="•"/>
              <a:defRPr/>
            </a:pPr>
            <a:endParaRPr lang="en-US" sz="2800" i="1" dirty="0">
              <a:solidFill>
                <a:schemeClr val="tx2"/>
              </a:solidFill>
              <a:latin typeface="Verdana" panose="020B0604030504040204" pitchFamily="34" charset="0"/>
              <a:ea typeface="Verdana" panose="020B0604030504040204" pitchFamily="34" charset="0"/>
              <a:cs typeface="+mn-cs"/>
            </a:endParaRPr>
          </a:p>
        </p:txBody>
      </p:sp>
      <p:sp>
        <p:nvSpPr>
          <p:cNvPr id="3" name="Text Placeholder 2">
            <a:extLst>
              <a:ext uri="{FF2B5EF4-FFF2-40B4-BE49-F238E27FC236}">
                <a16:creationId xmlns:a16="http://schemas.microsoft.com/office/drawing/2014/main" id="{B5B8F009-9366-4850-9E23-2A84A3F79C65}"/>
              </a:ext>
            </a:extLst>
          </p:cNvPr>
          <p:cNvSpPr>
            <a:spLocks noGrp="1"/>
          </p:cNvSpPr>
          <p:nvPr>
            <p:ph type="body" idx="1"/>
          </p:nvPr>
        </p:nvSpPr>
        <p:spPr>
          <a:xfrm>
            <a:off x="952500" y="1130530"/>
            <a:ext cx="10020300" cy="504166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B8A422F-6D07-497F-B7A0-A689BBB3B518}"/>
              </a:ext>
            </a:extLst>
          </p:cNvPr>
          <p:cNvSpPr>
            <a:spLocks noGrp="1"/>
          </p:cNvSpPr>
          <p:nvPr>
            <p:ph type="sldNum" sz="quarter" idx="4"/>
          </p:nvPr>
        </p:nvSpPr>
        <p:spPr>
          <a:xfrm>
            <a:off x="10363200" y="6416675"/>
            <a:ext cx="990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37E0829-F0AB-F54C-9D83-2E2209BD69BB}" type="slidenum">
              <a:rPr lang="en-US" altLang="en-US" smtClean="0"/>
              <a:pPr>
                <a:defRPr/>
              </a:pPr>
              <a:t>‹#›</a:t>
            </a:fld>
            <a:endParaRPr lang="en-US" altLang="en-US" dirty="0"/>
          </a:p>
        </p:txBody>
      </p:sp>
      <p:sp>
        <p:nvSpPr>
          <p:cNvPr id="17" name="Title 1">
            <a:extLst>
              <a:ext uri="{FF2B5EF4-FFF2-40B4-BE49-F238E27FC236}">
                <a16:creationId xmlns:a16="http://schemas.microsoft.com/office/drawing/2014/main" id="{987D6C82-C460-43F0-9B4C-C710E9B5099C}"/>
              </a:ext>
            </a:extLst>
          </p:cNvPr>
          <p:cNvSpPr txBox="1">
            <a:spLocks/>
          </p:cNvSpPr>
          <p:nvPr userDrawn="1"/>
        </p:nvSpPr>
        <p:spPr bwMode="auto">
          <a:xfrm>
            <a:off x="0" y="0"/>
            <a:ext cx="12192000" cy="712560"/>
          </a:xfrm>
          <a:prstGeom prst="rect">
            <a:avLst/>
          </a:prstGeom>
          <a:solidFill>
            <a:srgbClr val="005684"/>
          </a:solidFill>
          <a:ln>
            <a:noFill/>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endParaRPr lang="en-US" sz="2800" b="1" dirty="0">
              <a:solidFill>
                <a:schemeClr val="bg1"/>
              </a:solidFill>
              <a:latin typeface="Verdana" panose="020B0604030504040204" pitchFamily="34" charset="0"/>
              <a:ea typeface="Verdana" panose="020B0604030504040204" pitchFamily="34" charset="0"/>
            </a:endParaRPr>
          </a:p>
        </p:txBody>
      </p:sp>
      <p:sp>
        <p:nvSpPr>
          <p:cNvPr id="2" name="Title Placeholder 1">
            <a:extLst>
              <a:ext uri="{FF2B5EF4-FFF2-40B4-BE49-F238E27FC236}">
                <a16:creationId xmlns:a16="http://schemas.microsoft.com/office/drawing/2014/main" id="{47C0534D-CF79-4C82-943E-954E07D703F0}"/>
              </a:ext>
            </a:extLst>
          </p:cNvPr>
          <p:cNvSpPr>
            <a:spLocks noGrp="1"/>
          </p:cNvSpPr>
          <p:nvPr>
            <p:ph type="title"/>
          </p:nvPr>
        </p:nvSpPr>
        <p:spPr>
          <a:xfrm>
            <a:off x="0" y="39261"/>
            <a:ext cx="12192000" cy="646539"/>
          </a:xfrm>
          <a:prstGeom prst="rect">
            <a:avLst/>
          </a:prstGeom>
        </p:spPr>
        <p:txBody>
          <a:bodyPr vert="horz" lIns="91440" tIns="45720" rIns="91440" bIns="45720" rtlCol="0" anchor="ctr">
            <a:normAutofit/>
          </a:bodyPr>
          <a:lstStyle/>
          <a:p>
            <a:r>
              <a:rPr lang="en-US" dirty="0"/>
              <a:t>Click to edit Master title style</a:t>
            </a:r>
          </a:p>
        </p:txBody>
      </p:sp>
      <p:sp>
        <p:nvSpPr>
          <p:cNvPr id="23" name="Title 1">
            <a:extLst>
              <a:ext uri="{FF2B5EF4-FFF2-40B4-BE49-F238E27FC236}">
                <a16:creationId xmlns:a16="http://schemas.microsoft.com/office/drawing/2014/main" id="{FC978768-B8C8-4719-8F17-5A23840DCCE2}"/>
              </a:ext>
            </a:extLst>
          </p:cNvPr>
          <p:cNvSpPr txBox="1">
            <a:spLocks/>
          </p:cNvSpPr>
          <p:nvPr userDrawn="1"/>
        </p:nvSpPr>
        <p:spPr bwMode="auto">
          <a:xfrm>
            <a:off x="1638300" y="6416675"/>
            <a:ext cx="87630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r>
              <a:rPr lang="en-US" sz="1400" dirty="0">
                <a:latin typeface="Verdana" panose="020B0604030504040204" pitchFamily="34" charset="0"/>
                <a:ea typeface="Verdana" panose="020B0604030504040204" pitchFamily="34" charset="0"/>
              </a:rPr>
              <a:t>Content Copyright Nanyang Technological University</a:t>
            </a:r>
          </a:p>
        </p:txBody>
      </p:sp>
      <p:sp>
        <p:nvSpPr>
          <p:cNvPr id="8" name="Slide Number Placeholder 6">
            <a:extLst>
              <a:ext uri="{FF2B5EF4-FFF2-40B4-BE49-F238E27FC236}">
                <a16:creationId xmlns:a16="http://schemas.microsoft.com/office/drawing/2014/main" id="{8F39C9BC-F78C-4B17-929F-32B2ED95D225}"/>
              </a:ext>
            </a:extLst>
          </p:cNvPr>
          <p:cNvSpPr txBox="1">
            <a:spLocks/>
          </p:cNvSpPr>
          <p:nvPr userDrawn="1"/>
        </p:nvSpPr>
        <p:spPr>
          <a:xfrm>
            <a:off x="8737600" y="6477000"/>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B4605DB1-9E3D-0A41-A768-42B3EF17CCC2}" type="slidenum">
              <a:rPr lang="en-US" altLang="en-US" smtClean="0"/>
              <a:pPr>
                <a:defRPr/>
              </a:pPr>
              <a:t>‹#›</a:t>
            </a:fld>
            <a:endParaRPr lang="en-US" altLang="en-US" dirty="0"/>
          </a:p>
        </p:txBody>
      </p:sp>
    </p:spTree>
    <p:extLst>
      <p:ext uri="{BB962C8B-B14F-4D97-AF65-F5344CB8AC3E}">
        <p14:creationId xmlns:p14="http://schemas.microsoft.com/office/powerpoint/2010/main" val="23337254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9" r:id="rId7"/>
    <p:sldLayoutId id="2147483704" r:id="rId8"/>
    <p:sldLayoutId id="2147483705" r:id="rId9"/>
    <p:sldLayoutId id="2147483706" r:id="rId10"/>
    <p:sldLayoutId id="2147483707" r:id="rId11"/>
    <p:sldLayoutId id="2147483708" r:id="rId12"/>
    <p:sldLayoutId id="2147483710" r:id="rId13"/>
    <p:sldLayoutId id="2147483711" r:id="rId14"/>
    <p:sldLayoutId id="2147483712"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Lst>
  <p:hf hdr="0" ftr="0" dt="0"/>
  <p:txStyles>
    <p:titleStyle>
      <a:lvl1pPr algn="ctr" defTabSz="914400" rtl="0" eaLnBrk="1" latinLnBrk="0" hangingPunct="1">
        <a:lnSpc>
          <a:spcPct val="90000"/>
        </a:lnSpc>
        <a:spcBef>
          <a:spcPct val="0"/>
        </a:spcBef>
        <a:buNone/>
        <a:defRPr sz="2800" b="1" kern="1200">
          <a:solidFill>
            <a:schemeClr val="bg1"/>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gi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0E4E137-ACEE-41BF-87CB-D2B72CD526AE}"/>
              </a:ext>
            </a:extLst>
          </p:cNvPr>
          <p:cNvPicPr>
            <a:picLocks noChangeAspect="1"/>
          </p:cNvPicPr>
          <p:nvPr/>
        </p:nvPicPr>
        <p:blipFill>
          <a:blip r:embed="rId3"/>
          <a:srcRect t="9091" r="18989"/>
          <a:stretch/>
        </p:blipFill>
        <p:spPr>
          <a:xfrm>
            <a:off x="3523488" y="10"/>
            <a:ext cx="8668512" cy="6857990"/>
          </a:xfrm>
          <a:prstGeom prst="rect">
            <a:avLst/>
          </a:prstGeom>
        </p:spPr>
      </p:pic>
      <p:sp>
        <p:nvSpPr>
          <p:cNvPr id="2057" name="Rectangle 2056">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9" name="Rectangle 2058">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61" name="Rectangle 2060">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
            <a:extLst>
              <a:ext uri="{FF2B5EF4-FFF2-40B4-BE49-F238E27FC236}">
                <a16:creationId xmlns:a16="http://schemas.microsoft.com/office/drawing/2014/main" id="{1DDACFC5-EB70-4F0D-A5C1-F08AA8632C97}"/>
              </a:ext>
            </a:extLst>
          </p:cNvPr>
          <p:cNvSpPr>
            <a:spLocks noGrp="1" noChangeArrowheads="1"/>
          </p:cNvSpPr>
          <p:nvPr>
            <p:ph type="ctrTitle"/>
          </p:nvPr>
        </p:nvSpPr>
        <p:spPr>
          <a:xfrm>
            <a:off x="43719" y="2865536"/>
            <a:ext cx="9176481" cy="1672517"/>
          </a:xfrm>
        </p:spPr>
        <p:txBody>
          <a:bodyPr rtlCol="0" anchor="b">
            <a:noAutofit/>
          </a:bodyPr>
          <a:lstStyle/>
          <a:p>
            <a:pPr algn="l">
              <a:defRPr/>
            </a:pPr>
            <a:r>
              <a:rPr lang="en-US" sz="2000" b="1" dirty="0">
                <a:solidFill>
                  <a:schemeClr val="bg1"/>
                </a:solidFill>
                <a:latin typeface="Verdana" panose="020B0604030504040204" pitchFamily="34" charset="0"/>
                <a:ea typeface="Verdana" panose="020B0604030504040204" pitchFamily="34" charset="0"/>
                <a:cs typeface="+mj-cs"/>
              </a:rPr>
              <a:t>Data Structures &amp; Algorithms in Python: </a:t>
            </a:r>
            <a:r>
              <a:rPr lang="en-US" sz="1800" dirty="0"/>
              <a:t>Binary Trees</a:t>
            </a:r>
            <a:br>
              <a:rPr lang="en-US" sz="2000" b="1" dirty="0">
                <a:solidFill>
                  <a:schemeClr val="bg1"/>
                </a:solidFill>
                <a:latin typeface="Verdana" panose="020B0604030504040204" pitchFamily="34" charset="0"/>
                <a:ea typeface="Verdana" panose="020B0604030504040204" pitchFamily="34" charset="0"/>
                <a:cs typeface="+mj-cs"/>
              </a:rPr>
            </a:br>
            <a:br>
              <a:rPr lang="en-US" sz="2000" b="1" dirty="0">
                <a:solidFill>
                  <a:schemeClr val="bg1"/>
                </a:solidFill>
                <a:latin typeface="Verdana" panose="020B0604030504040204" pitchFamily="34" charset="0"/>
                <a:ea typeface="Verdana" panose="020B0604030504040204" pitchFamily="34" charset="0"/>
                <a:cs typeface="+mj-cs"/>
              </a:rPr>
            </a:br>
            <a:r>
              <a:rPr lang="fr-FR" altLang="en-US" sz="1400" dirty="0">
                <a:solidFill>
                  <a:schemeClr val="bg1"/>
                </a:solidFill>
                <a:latin typeface="Verdana" panose="020B0604030504040204" pitchFamily="34" charset="0"/>
                <a:ea typeface="Verdana" panose="020B0604030504040204" pitchFamily="34" charset="0"/>
                <a:cs typeface="Verdana" panose="020B0604030504040204" pitchFamily="34" charset="0"/>
              </a:rPr>
              <a:t>Dr. Owen Noel Newton Fernando</a:t>
            </a:r>
            <a:br>
              <a:rPr lang="en-US" altLang="en-US" sz="2000" dirty="0">
                <a:solidFill>
                  <a:schemeClr val="bg1"/>
                </a:solidFill>
                <a:latin typeface="Verdana" panose="020B0604030504040204" pitchFamily="34" charset="0"/>
              </a:rPr>
            </a:br>
            <a:endParaRPr lang="en-US" sz="2000" b="1" dirty="0">
              <a:solidFill>
                <a:schemeClr val="bg1"/>
              </a:solidFill>
              <a:latin typeface="Verdana" panose="020B0604030504040204" pitchFamily="34" charset="0"/>
              <a:ea typeface="Verdana" panose="020B0604030504040204" pitchFamily="34" charset="0"/>
              <a:cs typeface="+mj-cs"/>
            </a:endParaRPr>
          </a:p>
        </p:txBody>
      </p:sp>
      <p:sp>
        <p:nvSpPr>
          <p:cNvPr id="23" name="TextBox 22">
            <a:extLst>
              <a:ext uri="{FF2B5EF4-FFF2-40B4-BE49-F238E27FC236}">
                <a16:creationId xmlns:a16="http://schemas.microsoft.com/office/drawing/2014/main" id="{14A57AFD-D505-4500-9697-EDFFEF0B2629}"/>
              </a:ext>
            </a:extLst>
          </p:cNvPr>
          <p:cNvSpPr txBox="1"/>
          <p:nvPr/>
        </p:nvSpPr>
        <p:spPr>
          <a:xfrm>
            <a:off x="0" y="6054782"/>
            <a:ext cx="4248279" cy="705258"/>
          </a:xfrm>
          <a:prstGeom prst="rect">
            <a:avLst/>
          </a:prstGeom>
          <a:noFill/>
        </p:spPr>
        <p:txBody>
          <a:bodyPr wrap="square" rtlCol="0">
            <a:spAutoFit/>
          </a:bodyPr>
          <a:lstStyle/>
          <a:p>
            <a:pPr>
              <a:lnSpc>
                <a:spcPct val="150000"/>
              </a:lnSpc>
            </a:pPr>
            <a:r>
              <a:rPr lang="en-SG" sz="1400" b="1" dirty="0">
                <a:solidFill>
                  <a:schemeClr val="bg1"/>
                </a:solidFill>
              </a:rPr>
              <a:t>College of Computing and Data Science</a:t>
            </a:r>
            <a:endParaRPr lang="en-SG" sz="1400" dirty="0">
              <a:solidFill>
                <a:schemeClr val="bg1"/>
              </a:solidFill>
            </a:endParaRPr>
          </a:p>
          <a:p>
            <a:pPr>
              <a:lnSpc>
                <a:spcPct val="150000"/>
              </a:lnSpc>
            </a:pPr>
            <a:endParaRPr lang="en-SG" sz="1400" dirty="0">
              <a:solidFill>
                <a:schemeClr val="bg1"/>
              </a:solidFill>
            </a:endParaRPr>
          </a:p>
        </p:txBody>
      </p:sp>
      <p:pic>
        <p:nvPicPr>
          <p:cNvPr id="24" name="Picture 23">
            <a:extLst>
              <a:ext uri="{FF2B5EF4-FFF2-40B4-BE49-F238E27FC236}">
                <a16:creationId xmlns:a16="http://schemas.microsoft.com/office/drawing/2014/main" id="{79DDBA02-A0B9-4A7D-9F97-3DA4C9378C55}"/>
              </a:ext>
            </a:extLst>
          </p:cNvPr>
          <p:cNvPicPr>
            <a:picLocks noChangeAspect="1"/>
          </p:cNvPicPr>
          <p:nvPr/>
        </p:nvPicPr>
        <p:blipFill>
          <a:blip r:embed="rId4"/>
          <a:stretch>
            <a:fillRect/>
          </a:stretch>
        </p:blipFill>
        <p:spPr>
          <a:xfrm>
            <a:off x="228600" y="106704"/>
            <a:ext cx="3878519" cy="15514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AE6F81DA-C078-15C9-3DC0-A9E040595D23}"/>
              </a:ext>
            </a:extLst>
          </p:cNvPr>
          <p:cNvSpPr>
            <a:spLocks noGrp="1"/>
          </p:cNvSpPr>
          <p:nvPr>
            <p:ph type="title"/>
          </p:nvPr>
        </p:nvSpPr>
        <p:spPr/>
        <p:txBody>
          <a:bodyPr/>
          <a:lstStyle/>
          <a:p>
            <a:pPr eaLnBrk="1" hangingPunct="1"/>
            <a:r>
              <a:rPr lang="en-US" altLang="en-US"/>
              <a:t>Review: Linear data structures</a:t>
            </a:r>
          </a:p>
        </p:txBody>
      </p:sp>
      <p:sp>
        <p:nvSpPr>
          <p:cNvPr id="5123" name="Rectangle 3">
            <a:extLst>
              <a:ext uri="{FF2B5EF4-FFF2-40B4-BE49-F238E27FC236}">
                <a16:creationId xmlns:a16="http://schemas.microsoft.com/office/drawing/2014/main" id="{12ECF6F9-19DD-443E-A488-9FF5807AC459}"/>
              </a:ext>
            </a:extLst>
          </p:cNvPr>
          <p:cNvSpPr>
            <a:spLocks noGrp="1" noChangeArrowheads="1"/>
          </p:cNvSpPr>
          <p:nvPr>
            <p:ph idx="1"/>
          </p:nvPr>
        </p:nvSpPr>
        <p:spPr/>
        <p:txBody>
          <a:bodyPr rtlCol="0">
            <a:normAutofit/>
          </a:bodyPr>
          <a:lstStyle/>
          <a:p>
            <a:pPr>
              <a:buFont typeface="Arial"/>
              <a:buChar char="•"/>
              <a:defRPr/>
            </a:pPr>
            <a:r>
              <a:rPr lang="en-US" dirty="0">
                <a:ea typeface="+mn-ea"/>
                <a:cs typeface="+mn-cs"/>
              </a:rPr>
              <a:t>Here are some of the data structures we have studied so far:</a:t>
            </a:r>
          </a:p>
          <a:p>
            <a:pPr lvl="1">
              <a:buFont typeface="Arial"/>
              <a:buChar char="–"/>
              <a:defRPr/>
            </a:pPr>
            <a:r>
              <a:rPr lang="en-US" dirty="0">
                <a:ea typeface="+mn-ea"/>
              </a:rPr>
              <a:t>Singly-linked lists and doubly-linked lists</a:t>
            </a:r>
          </a:p>
          <a:p>
            <a:pPr lvl="1">
              <a:buFont typeface="Arial"/>
              <a:buChar char="–"/>
              <a:defRPr/>
            </a:pPr>
            <a:r>
              <a:rPr lang="en-US" dirty="0">
                <a:ea typeface="+mn-ea"/>
              </a:rPr>
              <a:t>Stacks, queues, and priority queues</a:t>
            </a:r>
          </a:p>
          <a:p>
            <a:pPr>
              <a:buFont typeface="Arial"/>
              <a:buChar char="•"/>
              <a:defRPr/>
            </a:pPr>
            <a:r>
              <a:rPr lang="en-US" dirty="0">
                <a:ea typeface="+mn-ea"/>
                <a:cs typeface="+mn-cs"/>
              </a:rPr>
              <a:t>These all have the property that their elements can be adequately constructed and displayed in a straight line</a:t>
            </a:r>
          </a:p>
          <a:p>
            <a:pPr>
              <a:buFont typeface="Arial"/>
              <a:buChar char="•"/>
              <a:defRPr/>
            </a:pPr>
            <a:r>
              <a:rPr lang="en-US" b="1" dirty="0">
                <a:solidFill>
                  <a:srgbClr val="002060"/>
                </a:solidFill>
                <a:ea typeface="+mn-ea"/>
                <a:cs typeface="+mn-cs"/>
              </a:rPr>
              <a:t>Binary trees </a:t>
            </a:r>
            <a:r>
              <a:rPr lang="en-US" dirty="0">
                <a:ea typeface="+mn-ea"/>
                <a:cs typeface="+mn-cs"/>
              </a:rPr>
              <a:t>are one of the simplest nonlinear data structures</a:t>
            </a:r>
          </a:p>
          <a:p>
            <a:pPr marL="457200" lvl="1" indent="0">
              <a:buNone/>
              <a:defRPr/>
            </a:pPr>
            <a:endParaRPr lang="en-US" dirty="0">
              <a:ea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11DF9C56-827D-B218-3A3F-AA049F0B83BF}"/>
              </a:ext>
            </a:extLst>
          </p:cNvPr>
          <p:cNvSpPr>
            <a:spLocks noGrp="1"/>
          </p:cNvSpPr>
          <p:nvPr>
            <p:ph type="title"/>
          </p:nvPr>
        </p:nvSpPr>
        <p:spPr/>
        <p:txBody>
          <a:bodyPr/>
          <a:lstStyle/>
          <a:p>
            <a:pPr eaLnBrk="1" hangingPunct="1"/>
            <a:r>
              <a:rPr lang="en-US" altLang="en-US" dirty="0"/>
              <a:t>What is a tree?</a:t>
            </a:r>
          </a:p>
        </p:txBody>
      </p:sp>
      <p:sp>
        <p:nvSpPr>
          <p:cNvPr id="6147" name="Rectangle 3">
            <a:extLst>
              <a:ext uri="{FF2B5EF4-FFF2-40B4-BE49-F238E27FC236}">
                <a16:creationId xmlns:a16="http://schemas.microsoft.com/office/drawing/2014/main" id="{8ABE16C1-0FB6-13B4-B77C-46F0AF210674}"/>
              </a:ext>
            </a:extLst>
          </p:cNvPr>
          <p:cNvSpPr>
            <a:spLocks noGrp="1" noChangeArrowheads="1"/>
          </p:cNvSpPr>
          <p:nvPr>
            <p:ph idx="4294967295"/>
          </p:nvPr>
        </p:nvSpPr>
        <p:spPr>
          <a:xfrm>
            <a:off x="1117600" y="1092200"/>
            <a:ext cx="11074400" cy="5003800"/>
          </a:xfrm>
        </p:spPr>
        <p:txBody>
          <a:bodyPr rtlCol="0">
            <a:normAutofit/>
          </a:bodyPr>
          <a:lstStyle/>
          <a:p>
            <a:r>
              <a:rPr lang="en-US" dirty="0"/>
              <a:t>A tree data structure is a widely used hierarchical data structure in computer science that resembles an inverted tree with a root node at the top and branches extending downward.</a:t>
            </a:r>
            <a:endParaRPr lang="en-SG" dirty="0"/>
          </a:p>
        </p:txBody>
      </p:sp>
      <p:sp>
        <p:nvSpPr>
          <p:cNvPr id="2" name="TextBox 1">
            <a:extLst>
              <a:ext uri="{FF2B5EF4-FFF2-40B4-BE49-F238E27FC236}">
                <a16:creationId xmlns:a16="http://schemas.microsoft.com/office/drawing/2014/main" id="{2510C7D8-5F70-A8DA-2C75-0F253852C4DB}"/>
              </a:ext>
            </a:extLst>
          </p:cNvPr>
          <p:cNvSpPr txBox="1"/>
          <p:nvPr/>
        </p:nvSpPr>
        <p:spPr>
          <a:xfrm>
            <a:off x="6096000" y="2514600"/>
            <a:ext cx="5911144" cy="2862322"/>
          </a:xfrm>
          <a:prstGeom prst="rect">
            <a:avLst/>
          </a:prstGeom>
          <a:noFill/>
        </p:spPr>
        <p:txBody>
          <a:bodyPr wrap="square" rtlCol="0">
            <a:spAutoFit/>
          </a:bodyPr>
          <a:lstStyle/>
          <a:p>
            <a:pPr algn="just"/>
            <a:r>
              <a:rPr lang="en-US" dirty="0">
                <a:latin typeface="Arial" panose="020B0604020202020204" pitchFamily="34" charset="0"/>
                <a:cs typeface="Arial" panose="020B0604020202020204" pitchFamily="34" charset="0"/>
              </a:rPr>
              <a:t>We define a </a:t>
            </a:r>
            <a:r>
              <a:rPr lang="en-US" b="1" i="1" dirty="0">
                <a:latin typeface="Arial" panose="020B0604020202020204" pitchFamily="34" charset="0"/>
                <a:cs typeface="Arial" panose="020B0604020202020204" pitchFamily="34" charset="0"/>
              </a:rPr>
              <a:t>tree </a:t>
            </a:r>
            <a:r>
              <a:rPr lang="en-US" i="1" dirty="0">
                <a:latin typeface="Arial" panose="020B0604020202020204" pitchFamily="34" charset="0"/>
                <a:cs typeface="Arial" panose="020B0604020202020204" pitchFamily="34" charset="0"/>
              </a:rPr>
              <a:t>T </a:t>
            </a:r>
            <a:r>
              <a:rPr lang="en-US" dirty="0">
                <a:latin typeface="Arial" panose="020B0604020202020204" pitchFamily="34" charset="0"/>
                <a:cs typeface="Arial" panose="020B0604020202020204" pitchFamily="34" charset="0"/>
              </a:rPr>
              <a:t>as a set of </a:t>
            </a:r>
            <a:r>
              <a:rPr lang="en-US" b="1" i="1" dirty="0">
                <a:latin typeface="Arial" panose="020B0604020202020204" pitchFamily="34" charset="0"/>
                <a:cs typeface="Arial" panose="020B0604020202020204" pitchFamily="34" charset="0"/>
              </a:rPr>
              <a:t>nodes </a:t>
            </a:r>
            <a:r>
              <a:rPr lang="en-US" dirty="0">
                <a:latin typeface="Arial" panose="020B0604020202020204" pitchFamily="34" charset="0"/>
                <a:cs typeface="Arial" panose="020B0604020202020204" pitchFamily="34" charset="0"/>
              </a:rPr>
              <a:t>storing elements such that the nodes have a </a:t>
            </a:r>
            <a:r>
              <a:rPr lang="en-US" b="1" i="1" dirty="0">
                <a:latin typeface="Arial" panose="020B0604020202020204" pitchFamily="34" charset="0"/>
                <a:cs typeface="Arial" panose="020B0604020202020204" pitchFamily="34" charset="0"/>
              </a:rPr>
              <a:t>parent-child </a:t>
            </a:r>
            <a:r>
              <a:rPr lang="en-US" dirty="0">
                <a:latin typeface="Arial" panose="020B0604020202020204" pitchFamily="34" charset="0"/>
                <a:cs typeface="Arial" panose="020B0604020202020204" pitchFamily="34" charset="0"/>
              </a:rPr>
              <a:t>relationship that satisfies the following properties:</a:t>
            </a:r>
          </a:p>
          <a:p>
            <a:pPr algn="just"/>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If </a:t>
            </a:r>
            <a:r>
              <a:rPr lang="en-US" i="1" dirty="0">
                <a:latin typeface="Arial" panose="020B0604020202020204" pitchFamily="34" charset="0"/>
                <a:cs typeface="Arial" panose="020B0604020202020204" pitchFamily="34" charset="0"/>
              </a:rPr>
              <a:t>T </a:t>
            </a:r>
            <a:r>
              <a:rPr lang="en-US" dirty="0">
                <a:latin typeface="Arial" panose="020B0604020202020204" pitchFamily="34" charset="0"/>
                <a:cs typeface="Arial" panose="020B0604020202020204" pitchFamily="34" charset="0"/>
              </a:rPr>
              <a:t>is nonempty, it has a special node, called the </a:t>
            </a:r>
            <a:r>
              <a:rPr lang="en-US" b="1" i="1" dirty="0">
                <a:latin typeface="Arial" panose="020B0604020202020204" pitchFamily="34" charset="0"/>
                <a:cs typeface="Arial" panose="020B0604020202020204" pitchFamily="34" charset="0"/>
              </a:rPr>
              <a:t>root </a:t>
            </a:r>
            <a:r>
              <a:rPr lang="en-US" dirty="0">
                <a:latin typeface="Arial" panose="020B0604020202020204" pitchFamily="34" charset="0"/>
                <a:cs typeface="Arial" panose="020B0604020202020204" pitchFamily="34" charset="0"/>
              </a:rPr>
              <a:t>of </a:t>
            </a:r>
            <a:r>
              <a:rPr lang="en-US" i="1"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that has no parent.</a:t>
            </a:r>
          </a:p>
          <a:p>
            <a:pPr algn="just"/>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Each node </a:t>
            </a:r>
            <a:r>
              <a:rPr lang="en-US" i="1" dirty="0">
                <a:latin typeface="Arial" panose="020B0604020202020204" pitchFamily="34" charset="0"/>
                <a:cs typeface="Arial" panose="020B0604020202020204" pitchFamily="34" charset="0"/>
              </a:rPr>
              <a:t>v </a:t>
            </a:r>
            <a:r>
              <a:rPr lang="en-US" dirty="0">
                <a:latin typeface="Arial" panose="020B0604020202020204" pitchFamily="34" charset="0"/>
                <a:cs typeface="Arial" panose="020B0604020202020204" pitchFamily="34" charset="0"/>
              </a:rPr>
              <a:t>of </a:t>
            </a:r>
            <a:r>
              <a:rPr lang="en-US" i="1" dirty="0">
                <a:latin typeface="Arial" panose="020B0604020202020204" pitchFamily="34" charset="0"/>
                <a:cs typeface="Arial" panose="020B0604020202020204" pitchFamily="34" charset="0"/>
              </a:rPr>
              <a:t>T </a:t>
            </a:r>
            <a:r>
              <a:rPr lang="en-US" dirty="0">
                <a:latin typeface="Arial" panose="020B0604020202020204" pitchFamily="34" charset="0"/>
                <a:cs typeface="Arial" panose="020B0604020202020204" pitchFamily="34" charset="0"/>
              </a:rPr>
              <a:t>different from the root has a unique </a:t>
            </a:r>
            <a:r>
              <a:rPr lang="en-US" b="1" i="1" dirty="0">
                <a:latin typeface="Arial" panose="020B0604020202020204" pitchFamily="34" charset="0"/>
                <a:cs typeface="Arial" panose="020B0604020202020204" pitchFamily="34" charset="0"/>
              </a:rPr>
              <a:t>parent </a:t>
            </a:r>
            <a:r>
              <a:rPr lang="en-US" dirty="0">
                <a:latin typeface="Arial" panose="020B0604020202020204" pitchFamily="34" charset="0"/>
                <a:cs typeface="Arial" panose="020B0604020202020204" pitchFamily="34" charset="0"/>
              </a:rPr>
              <a:t>node </a:t>
            </a:r>
            <a:r>
              <a:rPr lang="en-US" i="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every node with parent </a:t>
            </a:r>
            <a:r>
              <a:rPr lang="en-US" i="1" dirty="0">
                <a:latin typeface="Arial" panose="020B0604020202020204" pitchFamily="34" charset="0"/>
                <a:cs typeface="Arial" panose="020B0604020202020204" pitchFamily="34" charset="0"/>
              </a:rPr>
              <a:t>w </a:t>
            </a:r>
            <a:r>
              <a:rPr lang="en-US" dirty="0">
                <a:latin typeface="Arial" panose="020B0604020202020204" pitchFamily="34" charset="0"/>
                <a:cs typeface="Arial" panose="020B0604020202020204" pitchFamily="34" charset="0"/>
              </a:rPr>
              <a:t>is a </a:t>
            </a:r>
            <a:r>
              <a:rPr lang="en-US" b="1" i="1" dirty="0">
                <a:latin typeface="Arial" panose="020B0604020202020204" pitchFamily="34" charset="0"/>
                <a:cs typeface="Arial" panose="020B0604020202020204" pitchFamily="34" charset="0"/>
              </a:rPr>
              <a:t>child </a:t>
            </a:r>
            <a:r>
              <a:rPr lang="en-US" dirty="0">
                <a:latin typeface="Arial" panose="020B0604020202020204" pitchFamily="34" charset="0"/>
                <a:cs typeface="Arial" panose="020B0604020202020204" pitchFamily="34" charset="0"/>
              </a:rPr>
              <a:t>of </a:t>
            </a:r>
            <a:r>
              <a:rPr lang="en-US" i="1" dirty="0">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a:t>
            </a:r>
            <a:endParaRPr lang="en-SG"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CA2B5A81-C8AF-AA90-B62B-3E91FAE83382}"/>
              </a:ext>
            </a:extLst>
          </p:cNvPr>
          <p:cNvSpPr>
            <a:spLocks noChangeArrowheads="1"/>
          </p:cNvSpPr>
          <p:nvPr/>
        </p:nvSpPr>
        <p:spPr bwMode="auto">
          <a:xfrm>
            <a:off x="4800600" y="4506558"/>
            <a:ext cx="609600" cy="457200"/>
          </a:xfrm>
          <a:prstGeom prst="rect">
            <a:avLst/>
          </a:prstGeom>
          <a:solidFill>
            <a:srgbClr val="8BB4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en-US" altLang="zh-CN" sz="1400" dirty="0">
                <a:solidFill>
                  <a:schemeClr val="bg1"/>
                </a:solidFill>
                <a:latin typeface="Verdana (Body)"/>
              </a:rPr>
              <a:t>Jane</a:t>
            </a:r>
          </a:p>
        </p:txBody>
      </p:sp>
      <p:sp>
        <p:nvSpPr>
          <p:cNvPr id="4" name="Rectangle 3">
            <a:extLst>
              <a:ext uri="{FF2B5EF4-FFF2-40B4-BE49-F238E27FC236}">
                <a16:creationId xmlns:a16="http://schemas.microsoft.com/office/drawing/2014/main" id="{534CC6EA-1A70-98DC-554C-54D0DBC60ADC}"/>
              </a:ext>
            </a:extLst>
          </p:cNvPr>
          <p:cNvSpPr>
            <a:spLocks noChangeArrowheads="1"/>
          </p:cNvSpPr>
          <p:nvPr/>
        </p:nvSpPr>
        <p:spPr bwMode="auto">
          <a:xfrm>
            <a:off x="3352800" y="2830158"/>
            <a:ext cx="609600" cy="457200"/>
          </a:xfrm>
          <a:prstGeom prst="rect">
            <a:avLst/>
          </a:prstGeom>
          <a:solidFill>
            <a:srgbClr val="8BB4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en-US" altLang="zh-CN" sz="1400">
                <a:solidFill>
                  <a:schemeClr val="bg1"/>
                </a:solidFill>
                <a:latin typeface="Verdana (Body)"/>
              </a:rPr>
              <a:t> Anna</a:t>
            </a:r>
          </a:p>
        </p:txBody>
      </p:sp>
      <p:sp>
        <p:nvSpPr>
          <p:cNvPr id="5" name="Rectangle 4">
            <a:extLst>
              <a:ext uri="{FF2B5EF4-FFF2-40B4-BE49-F238E27FC236}">
                <a16:creationId xmlns:a16="http://schemas.microsoft.com/office/drawing/2014/main" id="{78F5022A-1313-39AA-9209-F5DEA19E431A}"/>
              </a:ext>
            </a:extLst>
          </p:cNvPr>
          <p:cNvSpPr>
            <a:spLocks noChangeArrowheads="1"/>
          </p:cNvSpPr>
          <p:nvPr/>
        </p:nvSpPr>
        <p:spPr bwMode="auto">
          <a:xfrm>
            <a:off x="1828800" y="4506558"/>
            <a:ext cx="609600" cy="457200"/>
          </a:xfrm>
          <a:prstGeom prst="rect">
            <a:avLst/>
          </a:prstGeom>
          <a:solidFill>
            <a:srgbClr val="8BB4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en-US" altLang="zh-CN" sz="1400">
                <a:solidFill>
                  <a:schemeClr val="bg1"/>
                </a:solidFill>
                <a:latin typeface="Verdana (Body)"/>
              </a:rPr>
              <a:t>John</a:t>
            </a:r>
          </a:p>
        </p:txBody>
      </p:sp>
      <p:sp>
        <p:nvSpPr>
          <p:cNvPr id="6" name="Rectangle 5">
            <a:extLst>
              <a:ext uri="{FF2B5EF4-FFF2-40B4-BE49-F238E27FC236}">
                <a16:creationId xmlns:a16="http://schemas.microsoft.com/office/drawing/2014/main" id="{DC10A789-3803-68C8-4D39-FE3CA48CE042}"/>
              </a:ext>
            </a:extLst>
          </p:cNvPr>
          <p:cNvSpPr>
            <a:spLocks noChangeArrowheads="1"/>
          </p:cNvSpPr>
          <p:nvPr/>
        </p:nvSpPr>
        <p:spPr bwMode="auto">
          <a:xfrm>
            <a:off x="4114800" y="3668358"/>
            <a:ext cx="609600" cy="457200"/>
          </a:xfrm>
          <a:prstGeom prst="rect">
            <a:avLst/>
          </a:prstGeom>
          <a:solidFill>
            <a:srgbClr val="8BB4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en-US" altLang="zh-CN" sz="1400" dirty="0">
                <a:solidFill>
                  <a:schemeClr val="bg1"/>
                </a:solidFill>
                <a:latin typeface="Verdana (Body)"/>
              </a:rPr>
              <a:t>Brian</a:t>
            </a:r>
          </a:p>
        </p:txBody>
      </p:sp>
      <p:sp>
        <p:nvSpPr>
          <p:cNvPr id="7" name="Rectangle 6">
            <a:extLst>
              <a:ext uri="{FF2B5EF4-FFF2-40B4-BE49-F238E27FC236}">
                <a16:creationId xmlns:a16="http://schemas.microsoft.com/office/drawing/2014/main" id="{917380C6-9565-3D1D-4EE5-3680764F39BC}"/>
              </a:ext>
            </a:extLst>
          </p:cNvPr>
          <p:cNvSpPr>
            <a:spLocks noChangeArrowheads="1"/>
          </p:cNvSpPr>
          <p:nvPr/>
        </p:nvSpPr>
        <p:spPr bwMode="auto">
          <a:xfrm>
            <a:off x="2514600" y="3668358"/>
            <a:ext cx="609600" cy="457200"/>
          </a:xfrm>
          <a:prstGeom prst="rect">
            <a:avLst/>
          </a:prstGeom>
          <a:solidFill>
            <a:srgbClr val="8BB4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en-US" altLang="zh-CN" sz="1400">
                <a:solidFill>
                  <a:schemeClr val="bg1"/>
                </a:solidFill>
                <a:latin typeface="Verdana (Body)"/>
              </a:rPr>
              <a:t>Irit</a:t>
            </a:r>
          </a:p>
        </p:txBody>
      </p:sp>
      <p:sp>
        <p:nvSpPr>
          <p:cNvPr id="8" name="Rectangle 7">
            <a:extLst>
              <a:ext uri="{FF2B5EF4-FFF2-40B4-BE49-F238E27FC236}">
                <a16:creationId xmlns:a16="http://schemas.microsoft.com/office/drawing/2014/main" id="{CDAF209D-6FEB-F53B-E3D6-1E0BFCA715A4}"/>
              </a:ext>
            </a:extLst>
          </p:cNvPr>
          <p:cNvSpPr>
            <a:spLocks noChangeArrowheads="1"/>
          </p:cNvSpPr>
          <p:nvPr/>
        </p:nvSpPr>
        <p:spPr bwMode="auto">
          <a:xfrm>
            <a:off x="3810000" y="4506558"/>
            <a:ext cx="609600" cy="457200"/>
          </a:xfrm>
          <a:prstGeom prst="rect">
            <a:avLst/>
          </a:prstGeom>
          <a:solidFill>
            <a:srgbClr val="8BB4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en-US" altLang="zh-CN" sz="1400">
                <a:solidFill>
                  <a:schemeClr val="bg1"/>
                </a:solidFill>
                <a:latin typeface="Verdana (Body)"/>
              </a:rPr>
              <a:t>Simon</a:t>
            </a:r>
          </a:p>
        </p:txBody>
      </p:sp>
      <p:sp>
        <p:nvSpPr>
          <p:cNvPr id="9" name="Rectangle 8">
            <a:extLst>
              <a:ext uri="{FF2B5EF4-FFF2-40B4-BE49-F238E27FC236}">
                <a16:creationId xmlns:a16="http://schemas.microsoft.com/office/drawing/2014/main" id="{8059FBCB-C6BE-1258-AA82-D4AFEDB4D7AE}"/>
              </a:ext>
            </a:extLst>
          </p:cNvPr>
          <p:cNvSpPr>
            <a:spLocks noChangeArrowheads="1"/>
          </p:cNvSpPr>
          <p:nvPr/>
        </p:nvSpPr>
        <p:spPr bwMode="auto">
          <a:xfrm>
            <a:off x="2743200" y="4506558"/>
            <a:ext cx="609600" cy="457200"/>
          </a:xfrm>
          <a:prstGeom prst="rect">
            <a:avLst/>
          </a:prstGeom>
          <a:solidFill>
            <a:srgbClr val="8BB4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en-US" altLang="zh-CN" sz="1400">
                <a:solidFill>
                  <a:schemeClr val="bg1"/>
                </a:solidFill>
                <a:latin typeface="Verdana (Body)"/>
              </a:rPr>
              <a:t>Peter</a:t>
            </a:r>
          </a:p>
        </p:txBody>
      </p:sp>
      <p:cxnSp>
        <p:nvCxnSpPr>
          <p:cNvPr id="10" name="AutoShape 11">
            <a:extLst>
              <a:ext uri="{FF2B5EF4-FFF2-40B4-BE49-F238E27FC236}">
                <a16:creationId xmlns:a16="http://schemas.microsoft.com/office/drawing/2014/main" id="{138C124C-4E53-6882-2017-DAA4DB90D810}"/>
              </a:ext>
            </a:extLst>
          </p:cNvPr>
          <p:cNvCxnSpPr>
            <a:cxnSpLocks noChangeShapeType="1"/>
            <a:stCxn id="4" idx="2"/>
            <a:endCxn id="7" idx="0"/>
          </p:cNvCxnSpPr>
          <p:nvPr/>
        </p:nvCxnSpPr>
        <p:spPr bwMode="auto">
          <a:xfrm flipH="1">
            <a:off x="2819400" y="3301646"/>
            <a:ext cx="838200" cy="35242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2">
            <a:extLst>
              <a:ext uri="{FF2B5EF4-FFF2-40B4-BE49-F238E27FC236}">
                <a16:creationId xmlns:a16="http://schemas.microsoft.com/office/drawing/2014/main" id="{9A92C692-1A9F-2338-72A2-418E81F4BC61}"/>
              </a:ext>
            </a:extLst>
          </p:cNvPr>
          <p:cNvCxnSpPr>
            <a:cxnSpLocks noChangeShapeType="1"/>
            <a:stCxn id="4" idx="2"/>
            <a:endCxn id="6" idx="0"/>
          </p:cNvCxnSpPr>
          <p:nvPr/>
        </p:nvCxnSpPr>
        <p:spPr bwMode="auto">
          <a:xfrm>
            <a:off x="3657600" y="3301646"/>
            <a:ext cx="762000" cy="35242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4">
            <a:extLst>
              <a:ext uri="{FF2B5EF4-FFF2-40B4-BE49-F238E27FC236}">
                <a16:creationId xmlns:a16="http://schemas.microsoft.com/office/drawing/2014/main" id="{A9DCC010-C43A-4974-AE64-0F7CD5C21C11}"/>
              </a:ext>
            </a:extLst>
          </p:cNvPr>
          <p:cNvCxnSpPr>
            <a:cxnSpLocks noChangeShapeType="1"/>
            <a:stCxn id="7" idx="2"/>
            <a:endCxn id="5" idx="0"/>
          </p:cNvCxnSpPr>
          <p:nvPr/>
        </p:nvCxnSpPr>
        <p:spPr bwMode="auto">
          <a:xfrm flipH="1">
            <a:off x="2133600" y="4139846"/>
            <a:ext cx="685800" cy="35242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5">
            <a:extLst>
              <a:ext uri="{FF2B5EF4-FFF2-40B4-BE49-F238E27FC236}">
                <a16:creationId xmlns:a16="http://schemas.microsoft.com/office/drawing/2014/main" id="{47B17A65-5DDE-0F49-4601-0474E9004B51}"/>
              </a:ext>
            </a:extLst>
          </p:cNvPr>
          <p:cNvCxnSpPr>
            <a:cxnSpLocks noChangeShapeType="1"/>
            <a:stCxn id="7" idx="2"/>
            <a:endCxn id="9" idx="0"/>
          </p:cNvCxnSpPr>
          <p:nvPr/>
        </p:nvCxnSpPr>
        <p:spPr bwMode="auto">
          <a:xfrm>
            <a:off x="2819400" y="4139846"/>
            <a:ext cx="228600" cy="35242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6">
            <a:extLst>
              <a:ext uri="{FF2B5EF4-FFF2-40B4-BE49-F238E27FC236}">
                <a16:creationId xmlns:a16="http://schemas.microsoft.com/office/drawing/2014/main" id="{FB92F553-BCB5-9C1C-70DF-0D4A43FE7E60}"/>
              </a:ext>
            </a:extLst>
          </p:cNvPr>
          <p:cNvCxnSpPr>
            <a:cxnSpLocks noChangeShapeType="1"/>
            <a:stCxn id="6" idx="2"/>
            <a:endCxn id="8" idx="0"/>
          </p:cNvCxnSpPr>
          <p:nvPr/>
        </p:nvCxnSpPr>
        <p:spPr bwMode="auto">
          <a:xfrm flipH="1">
            <a:off x="4114800" y="4139846"/>
            <a:ext cx="304800" cy="35242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7">
            <a:extLst>
              <a:ext uri="{FF2B5EF4-FFF2-40B4-BE49-F238E27FC236}">
                <a16:creationId xmlns:a16="http://schemas.microsoft.com/office/drawing/2014/main" id="{746337D8-1F59-7F4B-230E-14B2DF99939D}"/>
              </a:ext>
            </a:extLst>
          </p:cNvPr>
          <p:cNvCxnSpPr>
            <a:cxnSpLocks noChangeShapeType="1"/>
            <a:stCxn id="6" idx="2"/>
            <a:endCxn id="3" idx="0"/>
          </p:cNvCxnSpPr>
          <p:nvPr/>
        </p:nvCxnSpPr>
        <p:spPr bwMode="auto">
          <a:xfrm>
            <a:off x="4419600" y="4139846"/>
            <a:ext cx="685800" cy="352425"/>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Box 18">
            <a:extLst>
              <a:ext uri="{FF2B5EF4-FFF2-40B4-BE49-F238E27FC236}">
                <a16:creationId xmlns:a16="http://schemas.microsoft.com/office/drawing/2014/main" id="{C38099FE-3CA8-86B8-509B-546898D0B9B9}"/>
              </a:ext>
            </a:extLst>
          </p:cNvPr>
          <p:cNvSpPr txBox="1">
            <a:spLocks noChangeArrowheads="1"/>
          </p:cNvSpPr>
          <p:nvPr/>
        </p:nvSpPr>
        <p:spPr bwMode="auto">
          <a:xfrm>
            <a:off x="3238500" y="5144703"/>
            <a:ext cx="1066800" cy="40011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pPr>
            <a:r>
              <a:rPr lang="en-US" altLang="zh-CN" sz="2000" b="1" dirty="0">
                <a:latin typeface="Verdana (Body)"/>
                <a:ea typeface="微软雅黑" panose="020B0503020204020204" pitchFamily="34" charset="-122"/>
              </a:rPr>
              <a:t>Tree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A441D-67BD-50D0-9D84-16AEE030D02E}"/>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5AE03C52-3317-7C40-30FF-90FA8CC1E308}"/>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2" name="Oval 1">
            <a:extLst>
              <a:ext uri="{FF2B5EF4-FFF2-40B4-BE49-F238E27FC236}">
                <a16:creationId xmlns:a16="http://schemas.microsoft.com/office/drawing/2014/main" id="{AFF8FCC4-8BB5-3201-5A68-713F23FA7DC7}"/>
              </a:ext>
            </a:extLst>
          </p:cNvPr>
          <p:cNvSpPr>
            <a:spLocks noChangeArrowheads="1"/>
          </p:cNvSpPr>
          <p:nvPr/>
        </p:nvSpPr>
        <p:spPr bwMode="auto">
          <a:xfrm>
            <a:off x="6079581" y="1935504"/>
            <a:ext cx="568666" cy="499603"/>
          </a:xfrm>
          <a:prstGeom prst="ellipse">
            <a:avLst/>
          </a:prstGeom>
          <a:solidFill>
            <a:srgbClr val="BE8000"/>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A</a:t>
            </a:r>
          </a:p>
        </p:txBody>
      </p:sp>
      <p:sp>
        <p:nvSpPr>
          <p:cNvPr id="3" name="Oval 2">
            <a:extLst>
              <a:ext uri="{FF2B5EF4-FFF2-40B4-BE49-F238E27FC236}">
                <a16:creationId xmlns:a16="http://schemas.microsoft.com/office/drawing/2014/main" id="{168E3A46-73C6-53E2-B7F5-9B5D1B0AFFFF}"/>
              </a:ext>
            </a:extLst>
          </p:cNvPr>
          <p:cNvSpPr>
            <a:spLocks noChangeArrowheads="1"/>
          </p:cNvSpPr>
          <p:nvPr/>
        </p:nvSpPr>
        <p:spPr bwMode="auto">
          <a:xfrm>
            <a:off x="5700471" y="2834790"/>
            <a:ext cx="568666" cy="499603"/>
          </a:xfrm>
          <a:prstGeom prst="ellipse">
            <a:avLst/>
          </a:prstGeom>
          <a:solidFill>
            <a:schemeClr val="bg1">
              <a:lumMod val="65000"/>
            </a:schemeClr>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C</a:t>
            </a:r>
          </a:p>
        </p:txBody>
      </p:sp>
      <p:sp>
        <p:nvSpPr>
          <p:cNvPr id="4" name="Oval 3">
            <a:extLst>
              <a:ext uri="{FF2B5EF4-FFF2-40B4-BE49-F238E27FC236}">
                <a16:creationId xmlns:a16="http://schemas.microsoft.com/office/drawing/2014/main" id="{A01789D1-1883-A375-B484-51BEF1AB9231}"/>
              </a:ext>
            </a:extLst>
          </p:cNvPr>
          <p:cNvSpPr>
            <a:spLocks noChangeArrowheads="1"/>
          </p:cNvSpPr>
          <p:nvPr/>
        </p:nvSpPr>
        <p:spPr bwMode="auto">
          <a:xfrm>
            <a:off x="4942249" y="2834790"/>
            <a:ext cx="568666" cy="499603"/>
          </a:xfrm>
          <a:prstGeom prst="ellipse">
            <a:avLst/>
          </a:prstGeom>
          <a:solidFill>
            <a:srgbClr val="7FA8FF"/>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B</a:t>
            </a:r>
          </a:p>
        </p:txBody>
      </p:sp>
      <p:sp>
        <p:nvSpPr>
          <p:cNvPr id="5" name="Oval 4">
            <a:extLst>
              <a:ext uri="{FF2B5EF4-FFF2-40B4-BE49-F238E27FC236}">
                <a16:creationId xmlns:a16="http://schemas.microsoft.com/office/drawing/2014/main" id="{A0C7DBAA-959E-0DB0-EE97-D650C5D46680}"/>
              </a:ext>
            </a:extLst>
          </p:cNvPr>
          <p:cNvSpPr>
            <a:spLocks noChangeArrowheads="1"/>
          </p:cNvSpPr>
          <p:nvPr/>
        </p:nvSpPr>
        <p:spPr bwMode="auto">
          <a:xfrm>
            <a:off x="6458692" y="2834790"/>
            <a:ext cx="568666" cy="499603"/>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D</a:t>
            </a:r>
          </a:p>
        </p:txBody>
      </p:sp>
      <p:sp>
        <p:nvSpPr>
          <p:cNvPr id="6" name="Oval 5">
            <a:extLst>
              <a:ext uri="{FF2B5EF4-FFF2-40B4-BE49-F238E27FC236}">
                <a16:creationId xmlns:a16="http://schemas.microsoft.com/office/drawing/2014/main" id="{07287168-8BB7-CEEE-3410-C1BE353124E8}"/>
              </a:ext>
            </a:extLst>
          </p:cNvPr>
          <p:cNvSpPr>
            <a:spLocks noChangeArrowheads="1"/>
          </p:cNvSpPr>
          <p:nvPr/>
        </p:nvSpPr>
        <p:spPr bwMode="auto">
          <a:xfrm>
            <a:off x="7216913" y="2834790"/>
            <a:ext cx="568666" cy="499603"/>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E</a:t>
            </a:r>
          </a:p>
        </p:txBody>
      </p:sp>
      <p:sp>
        <p:nvSpPr>
          <p:cNvPr id="7" name="Oval 6">
            <a:extLst>
              <a:ext uri="{FF2B5EF4-FFF2-40B4-BE49-F238E27FC236}">
                <a16:creationId xmlns:a16="http://schemas.microsoft.com/office/drawing/2014/main" id="{7490CEEB-62E2-FD92-4BF9-402A8499D1FF}"/>
              </a:ext>
            </a:extLst>
          </p:cNvPr>
          <p:cNvSpPr>
            <a:spLocks noChangeArrowheads="1"/>
          </p:cNvSpPr>
          <p:nvPr/>
        </p:nvSpPr>
        <p:spPr bwMode="auto">
          <a:xfrm>
            <a:off x="4847472" y="3833997"/>
            <a:ext cx="568666" cy="499603"/>
          </a:xfrm>
          <a:prstGeom prst="ellipse">
            <a:avLst/>
          </a:prstGeom>
          <a:solidFill>
            <a:schemeClr val="bg1">
              <a:lumMod val="65000"/>
            </a:schemeClr>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G</a:t>
            </a:r>
          </a:p>
        </p:txBody>
      </p:sp>
      <p:sp>
        <p:nvSpPr>
          <p:cNvPr id="8" name="Oval 7">
            <a:extLst>
              <a:ext uri="{FF2B5EF4-FFF2-40B4-BE49-F238E27FC236}">
                <a16:creationId xmlns:a16="http://schemas.microsoft.com/office/drawing/2014/main" id="{8741AF7D-A5B1-5798-241E-CA794A87FE0D}"/>
              </a:ext>
            </a:extLst>
          </p:cNvPr>
          <p:cNvSpPr>
            <a:spLocks noChangeArrowheads="1"/>
          </p:cNvSpPr>
          <p:nvPr/>
        </p:nvSpPr>
        <p:spPr bwMode="auto">
          <a:xfrm>
            <a:off x="4184028" y="3833997"/>
            <a:ext cx="568666" cy="499603"/>
          </a:xfrm>
          <a:prstGeom prst="ellipse">
            <a:avLst/>
          </a:prstGeom>
          <a:solidFill>
            <a:schemeClr val="bg1">
              <a:lumMod val="65000"/>
            </a:schemeClr>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F</a:t>
            </a:r>
          </a:p>
        </p:txBody>
      </p:sp>
      <p:sp>
        <p:nvSpPr>
          <p:cNvPr id="9" name="Oval 8">
            <a:extLst>
              <a:ext uri="{FF2B5EF4-FFF2-40B4-BE49-F238E27FC236}">
                <a16:creationId xmlns:a16="http://schemas.microsoft.com/office/drawing/2014/main" id="{4A55749D-022F-025A-ABB7-4A4BD76191F9}"/>
              </a:ext>
            </a:extLst>
          </p:cNvPr>
          <p:cNvSpPr>
            <a:spLocks noChangeArrowheads="1"/>
          </p:cNvSpPr>
          <p:nvPr/>
        </p:nvSpPr>
        <p:spPr bwMode="auto">
          <a:xfrm>
            <a:off x="5510915" y="3833997"/>
            <a:ext cx="568666" cy="499603"/>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H</a:t>
            </a:r>
          </a:p>
        </p:txBody>
      </p:sp>
      <p:sp>
        <p:nvSpPr>
          <p:cNvPr id="10" name="Oval 9">
            <a:extLst>
              <a:ext uri="{FF2B5EF4-FFF2-40B4-BE49-F238E27FC236}">
                <a16:creationId xmlns:a16="http://schemas.microsoft.com/office/drawing/2014/main" id="{350F6830-E886-84EC-DC45-6EA48A299052}"/>
              </a:ext>
            </a:extLst>
          </p:cNvPr>
          <p:cNvSpPr>
            <a:spLocks noChangeArrowheads="1"/>
          </p:cNvSpPr>
          <p:nvPr/>
        </p:nvSpPr>
        <p:spPr bwMode="auto">
          <a:xfrm>
            <a:off x="7122135" y="3833997"/>
            <a:ext cx="568666" cy="499603"/>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J</a:t>
            </a:r>
          </a:p>
        </p:txBody>
      </p:sp>
      <p:sp>
        <p:nvSpPr>
          <p:cNvPr id="11" name="Oval 10">
            <a:extLst>
              <a:ext uri="{FF2B5EF4-FFF2-40B4-BE49-F238E27FC236}">
                <a16:creationId xmlns:a16="http://schemas.microsoft.com/office/drawing/2014/main" id="{105030FC-F2F5-4FD3-DFA1-7357BA4E851F}"/>
              </a:ext>
            </a:extLst>
          </p:cNvPr>
          <p:cNvSpPr>
            <a:spLocks noChangeArrowheads="1"/>
          </p:cNvSpPr>
          <p:nvPr/>
        </p:nvSpPr>
        <p:spPr bwMode="auto">
          <a:xfrm>
            <a:off x="7785579" y="3833997"/>
            <a:ext cx="568666" cy="499603"/>
          </a:xfrm>
          <a:prstGeom prst="ellipse">
            <a:avLst/>
          </a:prstGeom>
          <a:solidFill>
            <a:schemeClr val="bg1">
              <a:lumMod val="65000"/>
            </a:schemeClr>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K</a:t>
            </a:r>
          </a:p>
        </p:txBody>
      </p:sp>
      <p:sp>
        <p:nvSpPr>
          <p:cNvPr id="12" name="Line 15">
            <a:extLst>
              <a:ext uri="{FF2B5EF4-FFF2-40B4-BE49-F238E27FC236}">
                <a16:creationId xmlns:a16="http://schemas.microsoft.com/office/drawing/2014/main" id="{7B06B545-D0FE-F0A0-F51D-70BF53B6DB84}"/>
              </a:ext>
            </a:extLst>
          </p:cNvPr>
          <p:cNvSpPr>
            <a:spLocks noChangeShapeType="1"/>
          </p:cNvSpPr>
          <p:nvPr/>
        </p:nvSpPr>
        <p:spPr bwMode="auto">
          <a:xfrm flipV="1">
            <a:off x="5321360" y="2435107"/>
            <a:ext cx="947777" cy="3996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3" name="Line 16">
            <a:extLst>
              <a:ext uri="{FF2B5EF4-FFF2-40B4-BE49-F238E27FC236}">
                <a16:creationId xmlns:a16="http://schemas.microsoft.com/office/drawing/2014/main" id="{70829F0E-B96B-1339-3CB8-FF65E904D603}"/>
              </a:ext>
            </a:extLst>
          </p:cNvPr>
          <p:cNvSpPr>
            <a:spLocks noChangeShapeType="1"/>
          </p:cNvSpPr>
          <p:nvPr/>
        </p:nvSpPr>
        <p:spPr bwMode="auto">
          <a:xfrm flipV="1">
            <a:off x="6079581" y="2435107"/>
            <a:ext cx="284333" cy="3996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4" name="Line 17">
            <a:extLst>
              <a:ext uri="{FF2B5EF4-FFF2-40B4-BE49-F238E27FC236}">
                <a16:creationId xmlns:a16="http://schemas.microsoft.com/office/drawing/2014/main" id="{A2A469D3-B8A6-2187-8F6E-F95CDA8061CE}"/>
              </a:ext>
            </a:extLst>
          </p:cNvPr>
          <p:cNvSpPr>
            <a:spLocks noChangeShapeType="1"/>
          </p:cNvSpPr>
          <p:nvPr/>
        </p:nvSpPr>
        <p:spPr bwMode="auto">
          <a:xfrm flipH="1" flipV="1">
            <a:off x="6363914" y="2435107"/>
            <a:ext cx="284333" cy="3996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5" name="Line 18">
            <a:extLst>
              <a:ext uri="{FF2B5EF4-FFF2-40B4-BE49-F238E27FC236}">
                <a16:creationId xmlns:a16="http://schemas.microsoft.com/office/drawing/2014/main" id="{7E778B94-2158-7515-222D-93D33FBF8D6B}"/>
              </a:ext>
            </a:extLst>
          </p:cNvPr>
          <p:cNvSpPr>
            <a:spLocks noChangeShapeType="1"/>
          </p:cNvSpPr>
          <p:nvPr/>
        </p:nvSpPr>
        <p:spPr bwMode="auto">
          <a:xfrm flipH="1" flipV="1">
            <a:off x="6458692" y="2435107"/>
            <a:ext cx="947777" cy="3996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6" name="Oval 15">
            <a:extLst>
              <a:ext uri="{FF2B5EF4-FFF2-40B4-BE49-F238E27FC236}">
                <a16:creationId xmlns:a16="http://schemas.microsoft.com/office/drawing/2014/main" id="{8AA18944-E3E1-B7C8-258C-68F4FB4A9AEA}"/>
              </a:ext>
            </a:extLst>
          </p:cNvPr>
          <p:cNvSpPr>
            <a:spLocks noChangeArrowheads="1"/>
          </p:cNvSpPr>
          <p:nvPr/>
        </p:nvSpPr>
        <p:spPr bwMode="auto">
          <a:xfrm>
            <a:off x="6458692" y="3833997"/>
            <a:ext cx="568666" cy="499603"/>
          </a:xfrm>
          <a:prstGeom prst="ellipse">
            <a:avLst/>
          </a:prstGeom>
          <a:solidFill>
            <a:schemeClr val="bg1">
              <a:lumMod val="65000"/>
            </a:schemeClr>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I</a:t>
            </a:r>
          </a:p>
        </p:txBody>
      </p:sp>
      <p:sp>
        <p:nvSpPr>
          <p:cNvPr id="17" name="Line 20">
            <a:extLst>
              <a:ext uri="{FF2B5EF4-FFF2-40B4-BE49-F238E27FC236}">
                <a16:creationId xmlns:a16="http://schemas.microsoft.com/office/drawing/2014/main" id="{778E9661-CEED-3507-68DC-6EA8039324F4}"/>
              </a:ext>
            </a:extLst>
          </p:cNvPr>
          <p:cNvSpPr>
            <a:spLocks noChangeShapeType="1"/>
          </p:cNvSpPr>
          <p:nvPr/>
        </p:nvSpPr>
        <p:spPr bwMode="auto">
          <a:xfrm flipV="1">
            <a:off x="4563139" y="3334393"/>
            <a:ext cx="568666" cy="4996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8" name="Line 21">
            <a:extLst>
              <a:ext uri="{FF2B5EF4-FFF2-40B4-BE49-F238E27FC236}">
                <a16:creationId xmlns:a16="http://schemas.microsoft.com/office/drawing/2014/main" id="{79452E83-6085-706E-FD72-0303F7A22F64}"/>
              </a:ext>
            </a:extLst>
          </p:cNvPr>
          <p:cNvSpPr>
            <a:spLocks noChangeShapeType="1"/>
          </p:cNvSpPr>
          <p:nvPr/>
        </p:nvSpPr>
        <p:spPr bwMode="auto">
          <a:xfrm flipV="1">
            <a:off x="5131805" y="3334393"/>
            <a:ext cx="94778" cy="4996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9" name="Line 22">
            <a:extLst>
              <a:ext uri="{FF2B5EF4-FFF2-40B4-BE49-F238E27FC236}">
                <a16:creationId xmlns:a16="http://schemas.microsoft.com/office/drawing/2014/main" id="{4AD96ED5-B807-B5FB-522B-9783D3E98B07}"/>
              </a:ext>
            </a:extLst>
          </p:cNvPr>
          <p:cNvSpPr>
            <a:spLocks noChangeShapeType="1"/>
          </p:cNvSpPr>
          <p:nvPr/>
        </p:nvSpPr>
        <p:spPr bwMode="auto">
          <a:xfrm flipH="1" flipV="1">
            <a:off x="5321360" y="3334393"/>
            <a:ext cx="379111" cy="4996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0" name="Line 23">
            <a:extLst>
              <a:ext uri="{FF2B5EF4-FFF2-40B4-BE49-F238E27FC236}">
                <a16:creationId xmlns:a16="http://schemas.microsoft.com/office/drawing/2014/main" id="{0EAE6FEC-79BD-1A71-FCB8-5BD55F52A647}"/>
              </a:ext>
            </a:extLst>
          </p:cNvPr>
          <p:cNvSpPr>
            <a:spLocks noChangeShapeType="1"/>
          </p:cNvSpPr>
          <p:nvPr/>
        </p:nvSpPr>
        <p:spPr bwMode="auto">
          <a:xfrm flipV="1">
            <a:off x="6743025" y="3334393"/>
            <a:ext cx="0" cy="4996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1" name="Line 24">
            <a:extLst>
              <a:ext uri="{FF2B5EF4-FFF2-40B4-BE49-F238E27FC236}">
                <a16:creationId xmlns:a16="http://schemas.microsoft.com/office/drawing/2014/main" id="{51D5A9AE-50EB-2792-74FB-BDE6D4D03317}"/>
              </a:ext>
            </a:extLst>
          </p:cNvPr>
          <p:cNvSpPr>
            <a:spLocks noChangeShapeType="1"/>
          </p:cNvSpPr>
          <p:nvPr/>
        </p:nvSpPr>
        <p:spPr bwMode="auto">
          <a:xfrm flipV="1">
            <a:off x="7406468" y="3334393"/>
            <a:ext cx="0" cy="4996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2" name="Line 25">
            <a:extLst>
              <a:ext uri="{FF2B5EF4-FFF2-40B4-BE49-F238E27FC236}">
                <a16:creationId xmlns:a16="http://schemas.microsoft.com/office/drawing/2014/main" id="{1E8C53D8-CA83-C5C8-3F95-69F88F09377B}"/>
              </a:ext>
            </a:extLst>
          </p:cNvPr>
          <p:cNvSpPr>
            <a:spLocks noChangeShapeType="1"/>
          </p:cNvSpPr>
          <p:nvPr/>
        </p:nvSpPr>
        <p:spPr bwMode="auto">
          <a:xfrm flipH="1" flipV="1">
            <a:off x="7596024" y="3334393"/>
            <a:ext cx="379111" cy="4996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3" name="Oval 22">
            <a:extLst>
              <a:ext uri="{FF2B5EF4-FFF2-40B4-BE49-F238E27FC236}">
                <a16:creationId xmlns:a16="http://schemas.microsoft.com/office/drawing/2014/main" id="{0D186F83-1FF1-7512-4BE7-1B19EDF48578}"/>
              </a:ext>
            </a:extLst>
          </p:cNvPr>
          <p:cNvSpPr>
            <a:spLocks noChangeArrowheads="1"/>
          </p:cNvSpPr>
          <p:nvPr/>
        </p:nvSpPr>
        <p:spPr bwMode="auto">
          <a:xfrm>
            <a:off x="5131805" y="4733283"/>
            <a:ext cx="568666" cy="499603"/>
          </a:xfrm>
          <a:prstGeom prst="ellipse">
            <a:avLst/>
          </a:prstGeom>
          <a:solidFill>
            <a:schemeClr val="bg1">
              <a:lumMod val="65000"/>
            </a:schemeClr>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L</a:t>
            </a:r>
          </a:p>
        </p:txBody>
      </p:sp>
      <p:sp>
        <p:nvSpPr>
          <p:cNvPr id="24" name="Oval 23">
            <a:extLst>
              <a:ext uri="{FF2B5EF4-FFF2-40B4-BE49-F238E27FC236}">
                <a16:creationId xmlns:a16="http://schemas.microsoft.com/office/drawing/2014/main" id="{5E37CC13-DFE0-F383-825D-54E8D885F489}"/>
              </a:ext>
            </a:extLst>
          </p:cNvPr>
          <p:cNvSpPr>
            <a:spLocks noChangeArrowheads="1"/>
          </p:cNvSpPr>
          <p:nvPr/>
        </p:nvSpPr>
        <p:spPr bwMode="auto">
          <a:xfrm>
            <a:off x="5890026" y="4733283"/>
            <a:ext cx="568666" cy="499603"/>
          </a:xfrm>
          <a:prstGeom prst="ellipse">
            <a:avLst/>
          </a:prstGeom>
          <a:solidFill>
            <a:schemeClr val="bg1">
              <a:lumMod val="65000"/>
            </a:schemeClr>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M</a:t>
            </a:r>
          </a:p>
        </p:txBody>
      </p:sp>
      <p:sp>
        <p:nvSpPr>
          <p:cNvPr id="25" name="Line 28">
            <a:extLst>
              <a:ext uri="{FF2B5EF4-FFF2-40B4-BE49-F238E27FC236}">
                <a16:creationId xmlns:a16="http://schemas.microsoft.com/office/drawing/2014/main" id="{F6A3178F-DD8D-D5B0-D7D7-D9F2A12C2637}"/>
              </a:ext>
            </a:extLst>
          </p:cNvPr>
          <p:cNvSpPr>
            <a:spLocks noChangeShapeType="1"/>
          </p:cNvSpPr>
          <p:nvPr/>
        </p:nvSpPr>
        <p:spPr bwMode="auto">
          <a:xfrm flipV="1">
            <a:off x="5416138" y="4333600"/>
            <a:ext cx="379111" cy="3996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6" name="Line 29">
            <a:extLst>
              <a:ext uri="{FF2B5EF4-FFF2-40B4-BE49-F238E27FC236}">
                <a16:creationId xmlns:a16="http://schemas.microsoft.com/office/drawing/2014/main" id="{730FD8E5-0879-06BD-4FE6-C69A46038AB2}"/>
              </a:ext>
            </a:extLst>
          </p:cNvPr>
          <p:cNvSpPr>
            <a:spLocks noChangeShapeType="1"/>
          </p:cNvSpPr>
          <p:nvPr/>
        </p:nvSpPr>
        <p:spPr bwMode="auto">
          <a:xfrm flipH="1" flipV="1">
            <a:off x="5795248" y="4333600"/>
            <a:ext cx="379111" cy="3996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7" name="Oval 26">
            <a:extLst>
              <a:ext uri="{FF2B5EF4-FFF2-40B4-BE49-F238E27FC236}">
                <a16:creationId xmlns:a16="http://schemas.microsoft.com/office/drawing/2014/main" id="{9988E2C1-F668-70D4-E309-F4382AFA30FF}"/>
              </a:ext>
            </a:extLst>
          </p:cNvPr>
          <p:cNvSpPr>
            <a:spLocks noChangeArrowheads="1"/>
          </p:cNvSpPr>
          <p:nvPr/>
        </p:nvSpPr>
        <p:spPr bwMode="auto">
          <a:xfrm>
            <a:off x="7122135" y="4733283"/>
            <a:ext cx="568666" cy="499603"/>
          </a:xfrm>
          <a:prstGeom prst="ellipse">
            <a:avLst/>
          </a:prstGeom>
          <a:solidFill>
            <a:schemeClr val="bg1">
              <a:lumMod val="65000"/>
            </a:schemeClr>
          </a:solidFill>
          <a:ln w="28575">
            <a:solidFill>
              <a:schemeClr val="tx1"/>
            </a:solidFill>
            <a:round/>
            <a:headEnd/>
            <a:tailEnd/>
          </a:ln>
          <a:effec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N</a:t>
            </a:r>
          </a:p>
        </p:txBody>
      </p:sp>
      <p:sp>
        <p:nvSpPr>
          <p:cNvPr id="28" name="Line 31">
            <a:extLst>
              <a:ext uri="{FF2B5EF4-FFF2-40B4-BE49-F238E27FC236}">
                <a16:creationId xmlns:a16="http://schemas.microsoft.com/office/drawing/2014/main" id="{7404BADD-3EC2-15A9-0BFB-63A6116A7D3A}"/>
              </a:ext>
            </a:extLst>
          </p:cNvPr>
          <p:cNvSpPr>
            <a:spLocks noChangeShapeType="1"/>
          </p:cNvSpPr>
          <p:nvPr/>
        </p:nvSpPr>
        <p:spPr bwMode="auto">
          <a:xfrm flipV="1">
            <a:off x="7406468" y="4333600"/>
            <a:ext cx="0" cy="3996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9" name="TextBox 28">
            <a:extLst>
              <a:ext uri="{FF2B5EF4-FFF2-40B4-BE49-F238E27FC236}">
                <a16:creationId xmlns:a16="http://schemas.microsoft.com/office/drawing/2014/main" id="{662E4291-68D9-8D59-6608-7B83ADFAF78C}"/>
              </a:ext>
            </a:extLst>
          </p:cNvPr>
          <p:cNvSpPr txBox="1"/>
          <p:nvPr/>
        </p:nvSpPr>
        <p:spPr>
          <a:xfrm>
            <a:off x="8717598" y="4733283"/>
            <a:ext cx="1623521" cy="369332"/>
          </a:xfrm>
          <a:prstGeom prst="rect">
            <a:avLst/>
          </a:prstGeom>
          <a:noFill/>
          <a:ln>
            <a:solidFill>
              <a:schemeClr val="tx1"/>
            </a:solidFill>
          </a:ln>
        </p:spPr>
        <p:txBody>
          <a:bodyPr wrap="none" rtlCol="0">
            <a:spAutoFit/>
          </a:bodyPr>
          <a:lstStyle/>
          <a:p>
            <a:r>
              <a:rPr lang="en-US" b="1" dirty="0"/>
              <a:t>Node</a:t>
            </a:r>
            <a:r>
              <a:rPr lang="en-US" dirty="0"/>
              <a:t> or </a:t>
            </a:r>
            <a:r>
              <a:rPr lang="en-US" b="1" dirty="0"/>
              <a:t>Vertex</a:t>
            </a:r>
          </a:p>
        </p:txBody>
      </p:sp>
      <p:sp>
        <p:nvSpPr>
          <p:cNvPr id="30" name="TextBox 29">
            <a:extLst>
              <a:ext uri="{FF2B5EF4-FFF2-40B4-BE49-F238E27FC236}">
                <a16:creationId xmlns:a16="http://schemas.microsoft.com/office/drawing/2014/main" id="{9B4D6E0D-A2DC-81F6-2BFD-437957757959}"/>
              </a:ext>
            </a:extLst>
          </p:cNvPr>
          <p:cNvSpPr txBox="1"/>
          <p:nvPr/>
        </p:nvSpPr>
        <p:spPr>
          <a:xfrm>
            <a:off x="2335534" y="4333599"/>
            <a:ext cx="727571" cy="369332"/>
          </a:xfrm>
          <a:prstGeom prst="rect">
            <a:avLst/>
          </a:prstGeom>
          <a:noFill/>
          <a:ln>
            <a:solidFill>
              <a:schemeClr val="tx1"/>
            </a:solidFill>
          </a:ln>
        </p:spPr>
        <p:txBody>
          <a:bodyPr wrap="none" rtlCol="0">
            <a:spAutoFit/>
          </a:bodyPr>
          <a:lstStyle/>
          <a:p>
            <a:r>
              <a:rPr lang="en-US" b="1" dirty="0"/>
              <a:t>Edges</a:t>
            </a:r>
          </a:p>
        </p:txBody>
      </p:sp>
      <p:cxnSp>
        <p:nvCxnSpPr>
          <p:cNvPr id="31" name="Straight Arrow Connector 30">
            <a:extLst>
              <a:ext uri="{FF2B5EF4-FFF2-40B4-BE49-F238E27FC236}">
                <a16:creationId xmlns:a16="http://schemas.microsoft.com/office/drawing/2014/main" id="{0362C034-73BF-2669-0658-2D154AF62A2B}"/>
              </a:ext>
            </a:extLst>
          </p:cNvPr>
          <p:cNvCxnSpPr>
            <a:stCxn id="30" idx="3"/>
          </p:cNvCxnSpPr>
          <p:nvPr/>
        </p:nvCxnSpPr>
        <p:spPr>
          <a:xfrm flipV="1">
            <a:off x="3063105" y="3710836"/>
            <a:ext cx="2036118" cy="8074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7CF366C-8E0A-4488-0B9B-6586E9CDD614}"/>
              </a:ext>
            </a:extLst>
          </p:cNvPr>
          <p:cNvCxnSpPr>
            <a:stCxn id="30" idx="3"/>
          </p:cNvCxnSpPr>
          <p:nvPr/>
        </p:nvCxnSpPr>
        <p:spPr>
          <a:xfrm>
            <a:off x="3063105" y="4518265"/>
            <a:ext cx="2416297" cy="151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5FCA57F-6568-9D77-EB11-2EBEEE3685E1}"/>
              </a:ext>
            </a:extLst>
          </p:cNvPr>
          <p:cNvCxnSpPr>
            <a:stCxn id="30" idx="0"/>
          </p:cNvCxnSpPr>
          <p:nvPr/>
        </p:nvCxnSpPr>
        <p:spPr>
          <a:xfrm flipV="1">
            <a:off x="2699320" y="3649332"/>
            <a:ext cx="1967924" cy="6842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CF55C4B-06CE-12A3-929D-898EBA6304EE}"/>
              </a:ext>
            </a:extLst>
          </p:cNvPr>
          <p:cNvCxnSpPr>
            <a:stCxn id="29" idx="1"/>
          </p:cNvCxnSpPr>
          <p:nvPr/>
        </p:nvCxnSpPr>
        <p:spPr>
          <a:xfrm flipH="1" flipV="1">
            <a:off x="7596024" y="4333601"/>
            <a:ext cx="1121574" cy="5843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FD8BD11-628C-7123-8F3E-71B2EF1320C4}"/>
              </a:ext>
            </a:extLst>
          </p:cNvPr>
          <p:cNvCxnSpPr/>
          <p:nvPr/>
        </p:nvCxnSpPr>
        <p:spPr>
          <a:xfrm flipH="1" flipV="1">
            <a:off x="7785579" y="5035587"/>
            <a:ext cx="932020" cy="670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6647C40-E4FB-EAC0-AC13-A53FE996D364}"/>
              </a:ext>
            </a:extLst>
          </p:cNvPr>
          <p:cNvCxnSpPr/>
          <p:nvPr/>
        </p:nvCxnSpPr>
        <p:spPr>
          <a:xfrm flipH="1" flipV="1">
            <a:off x="8431214" y="4215962"/>
            <a:ext cx="861901" cy="5173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9DE55F0-DA63-9AC4-01E0-7EA4BCDBAB30}"/>
              </a:ext>
            </a:extLst>
          </p:cNvPr>
          <p:cNvSpPr txBox="1"/>
          <p:nvPr/>
        </p:nvSpPr>
        <p:spPr>
          <a:xfrm>
            <a:off x="7216913" y="1513578"/>
            <a:ext cx="3603487" cy="646331"/>
          </a:xfrm>
          <a:prstGeom prst="rect">
            <a:avLst/>
          </a:prstGeom>
          <a:noFill/>
          <a:ln>
            <a:solidFill>
              <a:schemeClr val="tx1"/>
            </a:solidFill>
          </a:ln>
        </p:spPr>
        <p:txBody>
          <a:bodyPr wrap="none" rtlCol="0">
            <a:spAutoFit/>
          </a:bodyPr>
          <a:lstStyle/>
          <a:p>
            <a:r>
              <a:rPr lang="en-US" dirty="0"/>
              <a:t>A is the </a:t>
            </a:r>
            <a:r>
              <a:rPr lang="en-US" b="1" dirty="0"/>
              <a:t>parent</a:t>
            </a:r>
            <a:r>
              <a:rPr lang="en-US" dirty="0"/>
              <a:t> of B,C,D,E</a:t>
            </a:r>
          </a:p>
          <a:p>
            <a:r>
              <a:rPr lang="en-US" dirty="0"/>
              <a:t>B,C,D,E are </a:t>
            </a:r>
            <a:r>
              <a:rPr lang="en-US" b="1" dirty="0"/>
              <a:t>siblings</a:t>
            </a:r>
            <a:r>
              <a:rPr lang="en-US" dirty="0"/>
              <a:t> and children of A</a:t>
            </a:r>
          </a:p>
        </p:txBody>
      </p:sp>
      <p:sp>
        <p:nvSpPr>
          <p:cNvPr id="38" name="TextBox 37">
            <a:extLst>
              <a:ext uri="{FF2B5EF4-FFF2-40B4-BE49-F238E27FC236}">
                <a16:creationId xmlns:a16="http://schemas.microsoft.com/office/drawing/2014/main" id="{22A6F376-E13D-86BE-60F4-ACE2B8269DFA}"/>
              </a:ext>
            </a:extLst>
          </p:cNvPr>
          <p:cNvSpPr txBox="1"/>
          <p:nvPr/>
        </p:nvSpPr>
        <p:spPr>
          <a:xfrm>
            <a:off x="4058970" y="1357106"/>
            <a:ext cx="2034339" cy="646331"/>
          </a:xfrm>
          <a:prstGeom prst="rect">
            <a:avLst/>
          </a:prstGeom>
          <a:noFill/>
          <a:ln>
            <a:solidFill>
              <a:schemeClr val="tx1"/>
            </a:solidFill>
          </a:ln>
        </p:spPr>
        <p:txBody>
          <a:bodyPr wrap="none" rtlCol="0">
            <a:spAutoFit/>
          </a:bodyPr>
          <a:lstStyle/>
          <a:p>
            <a:r>
              <a:rPr lang="en-US" dirty="0"/>
              <a:t>A is the </a:t>
            </a:r>
            <a:r>
              <a:rPr lang="en-US" b="1" dirty="0"/>
              <a:t>root</a:t>
            </a:r>
            <a:r>
              <a:rPr lang="en-US" dirty="0"/>
              <a:t> of Tree</a:t>
            </a:r>
          </a:p>
          <a:p>
            <a:r>
              <a:rPr lang="en-US" dirty="0"/>
              <a:t>A has no </a:t>
            </a:r>
            <a:r>
              <a:rPr lang="en-US" b="1" dirty="0"/>
              <a:t>parent</a:t>
            </a:r>
          </a:p>
        </p:txBody>
      </p:sp>
      <p:sp>
        <p:nvSpPr>
          <p:cNvPr id="39" name="TextBox 38">
            <a:extLst>
              <a:ext uri="{FF2B5EF4-FFF2-40B4-BE49-F238E27FC236}">
                <a16:creationId xmlns:a16="http://schemas.microsoft.com/office/drawing/2014/main" id="{07BC6D01-C894-BF6A-26A6-E98B19C5FCDE}"/>
              </a:ext>
            </a:extLst>
          </p:cNvPr>
          <p:cNvSpPr txBox="1"/>
          <p:nvPr/>
        </p:nvSpPr>
        <p:spPr>
          <a:xfrm>
            <a:off x="983905" y="2349559"/>
            <a:ext cx="3324372" cy="646331"/>
          </a:xfrm>
          <a:prstGeom prst="rect">
            <a:avLst/>
          </a:prstGeom>
          <a:noFill/>
          <a:ln>
            <a:solidFill>
              <a:schemeClr val="tx1"/>
            </a:solidFill>
          </a:ln>
        </p:spPr>
        <p:txBody>
          <a:bodyPr wrap="none" rtlCol="0">
            <a:spAutoFit/>
          </a:bodyPr>
          <a:lstStyle/>
          <a:p>
            <a:r>
              <a:rPr lang="en-US" dirty="0"/>
              <a:t>A is </a:t>
            </a:r>
            <a:r>
              <a:rPr lang="en-US" b="1" dirty="0"/>
              <a:t>ancestor</a:t>
            </a:r>
            <a:r>
              <a:rPr lang="en-US" dirty="0"/>
              <a:t> of the rest.</a:t>
            </a:r>
          </a:p>
          <a:p>
            <a:r>
              <a:rPr lang="en-US" dirty="0"/>
              <a:t>F, G, H, L, M are </a:t>
            </a:r>
            <a:r>
              <a:rPr lang="en-US" b="1" dirty="0"/>
              <a:t>descendants</a:t>
            </a:r>
            <a:r>
              <a:rPr lang="en-US" dirty="0"/>
              <a:t> of B</a:t>
            </a:r>
          </a:p>
        </p:txBody>
      </p:sp>
      <p:sp>
        <p:nvSpPr>
          <p:cNvPr id="40" name="TextBox 39">
            <a:extLst>
              <a:ext uri="{FF2B5EF4-FFF2-40B4-BE49-F238E27FC236}">
                <a16:creationId xmlns:a16="http://schemas.microsoft.com/office/drawing/2014/main" id="{E8441990-BAFA-2A32-099E-0745272F3967}"/>
              </a:ext>
            </a:extLst>
          </p:cNvPr>
          <p:cNvSpPr txBox="1"/>
          <p:nvPr/>
        </p:nvSpPr>
        <p:spPr>
          <a:xfrm>
            <a:off x="3795890" y="5517116"/>
            <a:ext cx="2425857" cy="646331"/>
          </a:xfrm>
          <a:prstGeom prst="rect">
            <a:avLst/>
          </a:prstGeom>
          <a:noFill/>
          <a:ln>
            <a:solidFill>
              <a:schemeClr val="tx1"/>
            </a:solidFill>
          </a:ln>
        </p:spPr>
        <p:txBody>
          <a:bodyPr wrap="none" rtlCol="0">
            <a:spAutoFit/>
          </a:bodyPr>
          <a:lstStyle/>
          <a:p>
            <a:r>
              <a:rPr lang="en-US" dirty="0"/>
              <a:t>L and M has no </a:t>
            </a:r>
            <a:r>
              <a:rPr lang="en-US" b="1" dirty="0"/>
              <a:t>children</a:t>
            </a:r>
          </a:p>
          <a:p>
            <a:r>
              <a:rPr lang="en-US" dirty="0"/>
              <a:t>L and M are </a:t>
            </a:r>
            <a:r>
              <a:rPr lang="en-US" b="1" dirty="0"/>
              <a:t>leaves</a:t>
            </a:r>
          </a:p>
        </p:txBody>
      </p:sp>
      <p:sp>
        <p:nvSpPr>
          <p:cNvPr id="41" name="Freeform 42">
            <a:extLst>
              <a:ext uri="{FF2B5EF4-FFF2-40B4-BE49-F238E27FC236}">
                <a16:creationId xmlns:a16="http://schemas.microsoft.com/office/drawing/2014/main" id="{E1D1CF66-D5D0-3983-E0C7-0FE11CABDCFC}"/>
              </a:ext>
            </a:extLst>
          </p:cNvPr>
          <p:cNvSpPr/>
          <p:nvPr/>
        </p:nvSpPr>
        <p:spPr>
          <a:xfrm>
            <a:off x="3976209" y="2584386"/>
            <a:ext cx="2734235" cy="2832847"/>
          </a:xfrm>
          <a:custGeom>
            <a:avLst/>
            <a:gdLst>
              <a:gd name="connsiteX0" fmla="*/ 1317812 w 2734235"/>
              <a:gd name="connsiteY0" fmla="*/ 44823 h 2832847"/>
              <a:gd name="connsiteX1" fmla="*/ 1039906 w 2734235"/>
              <a:gd name="connsiteY1" fmla="*/ 0 h 2832847"/>
              <a:gd name="connsiteX2" fmla="*/ 995082 w 2734235"/>
              <a:gd name="connsiteY2" fmla="*/ 8964 h 2832847"/>
              <a:gd name="connsiteX3" fmla="*/ 950259 w 2734235"/>
              <a:gd name="connsiteY3" fmla="*/ 44823 h 2832847"/>
              <a:gd name="connsiteX4" fmla="*/ 932329 w 2734235"/>
              <a:gd name="connsiteY4" fmla="*/ 71717 h 2832847"/>
              <a:gd name="connsiteX5" fmla="*/ 851647 w 2734235"/>
              <a:gd name="connsiteY5" fmla="*/ 197223 h 2832847"/>
              <a:gd name="connsiteX6" fmla="*/ 842682 w 2734235"/>
              <a:gd name="connsiteY6" fmla="*/ 286870 h 2832847"/>
              <a:gd name="connsiteX7" fmla="*/ 860612 w 2734235"/>
              <a:gd name="connsiteY7" fmla="*/ 448235 h 2832847"/>
              <a:gd name="connsiteX8" fmla="*/ 851647 w 2734235"/>
              <a:gd name="connsiteY8" fmla="*/ 600635 h 2832847"/>
              <a:gd name="connsiteX9" fmla="*/ 842682 w 2734235"/>
              <a:gd name="connsiteY9" fmla="*/ 627529 h 2832847"/>
              <a:gd name="connsiteX10" fmla="*/ 815788 w 2734235"/>
              <a:gd name="connsiteY10" fmla="*/ 654423 h 2832847"/>
              <a:gd name="connsiteX11" fmla="*/ 735106 w 2734235"/>
              <a:gd name="connsiteY11" fmla="*/ 744070 h 2832847"/>
              <a:gd name="connsiteX12" fmla="*/ 699247 w 2734235"/>
              <a:gd name="connsiteY12" fmla="*/ 762000 h 2832847"/>
              <a:gd name="connsiteX13" fmla="*/ 672353 w 2734235"/>
              <a:gd name="connsiteY13" fmla="*/ 779929 h 2832847"/>
              <a:gd name="connsiteX14" fmla="*/ 609600 w 2734235"/>
              <a:gd name="connsiteY14" fmla="*/ 806823 h 2832847"/>
              <a:gd name="connsiteX15" fmla="*/ 555812 w 2734235"/>
              <a:gd name="connsiteY15" fmla="*/ 833717 h 2832847"/>
              <a:gd name="connsiteX16" fmla="*/ 484094 w 2734235"/>
              <a:gd name="connsiteY16" fmla="*/ 860611 h 2832847"/>
              <a:gd name="connsiteX17" fmla="*/ 331694 w 2734235"/>
              <a:gd name="connsiteY17" fmla="*/ 941294 h 2832847"/>
              <a:gd name="connsiteX18" fmla="*/ 197224 w 2734235"/>
              <a:gd name="connsiteY18" fmla="*/ 1030941 h 2832847"/>
              <a:gd name="connsiteX19" fmla="*/ 89647 w 2734235"/>
              <a:gd name="connsiteY19" fmla="*/ 1183341 h 2832847"/>
              <a:gd name="connsiteX20" fmla="*/ 62753 w 2734235"/>
              <a:gd name="connsiteY20" fmla="*/ 1246094 h 2832847"/>
              <a:gd name="connsiteX21" fmla="*/ 17929 w 2734235"/>
              <a:gd name="connsiteY21" fmla="*/ 1398494 h 2832847"/>
              <a:gd name="connsiteX22" fmla="*/ 0 w 2734235"/>
              <a:gd name="connsiteY22" fmla="*/ 1515035 h 2832847"/>
              <a:gd name="connsiteX23" fmla="*/ 8965 w 2734235"/>
              <a:gd name="connsiteY23" fmla="*/ 1685364 h 2832847"/>
              <a:gd name="connsiteX24" fmla="*/ 71718 w 2734235"/>
              <a:gd name="connsiteY24" fmla="*/ 1828800 h 2832847"/>
              <a:gd name="connsiteX25" fmla="*/ 143435 w 2734235"/>
              <a:gd name="connsiteY25" fmla="*/ 1882588 h 2832847"/>
              <a:gd name="connsiteX26" fmla="*/ 349624 w 2734235"/>
              <a:gd name="connsiteY26" fmla="*/ 2061882 h 2832847"/>
              <a:gd name="connsiteX27" fmla="*/ 421341 w 2734235"/>
              <a:gd name="connsiteY27" fmla="*/ 2151529 h 2832847"/>
              <a:gd name="connsiteX28" fmla="*/ 502024 w 2734235"/>
              <a:gd name="connsiteY28" fmla="*/ 2303929 h 2832847"/>
              <a:gd name="connsiteX29" fmla="*/ 546847 w 2734235"/>
              <a:gd name="connsiteY29" fmla="*/ 2429435 h 2832847"/>
              <a:gd name="connsiteX30" fmla="*/ 573741 w 2734235"/>
              <a:gd name="connsiteY30" fmla="*/ 2483223 h 2832847"/>
              <a:gd name="connsiteX31" fmla="*/ 735106 w 2734235"/>
              <a:gd name="connsiteY31" fmla="*/ 2572870 h 2832847"/>
              <a:gd name="connsiteX32" fmla="*/ 860612 w 2734235"/>
              <a:gd name="connsiteY32" fmla="*/ 2590800 h 2832847"/>
              <a:gd name="connsiteX33" fmla="*/ 941294 w 2734235"/>
              <a:gd name="connsiteY33" fmla="*/ 2608729 h 2832847"/>
              <a:gd name="connsiteX34" fmla="*/ 1165412 w 2734235"/>
              <a:gd name="connsiteY34" fmla="*/ 2653552 h 2832847"/>
              <a:gd name="connsiteX35" fmla="*/ 1272988 w 2734235"/>
              <a:gd name="connsiteY35" fmla="*/ 2680447 h 2832847"/>
              <a:gd name="connsiteX36" fmla="*/ 1362635 w 2734235"/>
              <a:gd name="connsiteY36" fmla="*/ 2698376 h 2832847"/>
              <a:gd name="connsiteX37" fmla="*/ 1452282 w 2734235"/>
              <a:gd name="connsiteY37" fmla="*/ 2725270 h 2832847"/>
              <a:gd name="connsiteX38" fmla="*/ 1497106 w 2734235"/>
              <a:gd name="connsiteY38" fmla="*/ 2734235 h 2832847"/>
              <a:gd name="connsiteX39" fmla="*/ 1649506 w 2734235"/>
              <a:gd name="connsiteY39" fmla="*/ 2779058 h 2832847"/>
              <a:gd name="connsiteX40" fmla="*/ 1748118 w 2734235"/>
              <a:gd name="connsiteY40" fmla="*/ 2788023 h 2832847"/>
              <a:gd name="connsiteX41" fmla="*/ 1828800 w 2734235"/>
              <a:gd name="connsiteY41" fmla="*/ 2796988 h 2832847"/>
              <a:gd name="connsiteX42" fmla="*/ 1927412 w 2734235"/>
              <a:gd name="connsiteY42" fmla="*/ 2805952 h 2832847"/>
              <a:gd name="connsiteX43" fmla="*/ 2017059 w 2734235"/>
              <a:gd name="connsiteY43" fmla="*/ 2814917 h 2832847"/>
              <a:gd name="connsiteX44" fmla="*/ 2277035 w 2734235"/>
              <a:gd name="connsiteY44" fmla="*/ 2832847 h 2832847"/>
              <a:gd name="connsiteX45" fmla="*/ 2456329 w 2734235"/>
              <a:gd name="connsiteY45" fmla="*/ 2814917 h 2832847"/>
              <a:gd name="connsiteX46" fmla="*/ 2617694 w 2734235"/>
              <a:gd name="connsiteY46" fmla="*/ 2752164 h 2832847"/>
              <a:gd name="connsiteX47" fmla="*/ 2653553 w 2734235"/>
              <a:gd name="connsiteY47" fmla="*/ 2716305 h 2832847"/>
              <a:gd name="connsiteX48" fmla="*/ 2698376 w 2734235"/>
              <a:gd name="connsiteY48" fmla="*/ 2626658 h 2832847"/>
              <a:gd name="connsiteX49" fmla="*/ 2734235 w 2734235"/>
              <a:gd name="connsiteY49" fmla="*/ 2420470 h 2832847"/>
              <a:gd name="connsiteX50" fmla="*/ 2707341 w 2734235"/>
              <a:gd name="connsiteY50" fmla="*/ 2241176 h 2832847"/>
              <a:gd name="connsiteX51" fmla="*/ 2635624 w 2734235"/>
              <a:gd name="connsiteY51" fmla="*/ 2142564 h 2832847"/>
              <a:gd name="connsiteX52" fmla="*/ 2581835 w 2734235"/>
              <a:gd name="connsiteY52" fmla="*/ 2034988 h 2832847"/>
              <a:gd name="connsiteX53" fmla="*/ 2483224 w 2734235"/>
              <a:gd name="connsiteY53" fmla="*/ 1900517 h 2832847"/>
              <a:gd name="connsiteX54" fmla="*/ 2223247 w 2734235"/>
              <a:gd name="connsiteY54" fmla="*/ 1676400 h 2832847"/>
              <a:gd name="connsiteX55" fmla="*/ 2187388 w 2734235"/>
              <a:gd name="connsiteY55" fmla="*/ 1568823 h 2832847"/>
              <a:gd name="connsiteX56" fmla="*/ 2160494 w 2734235"/>
              <a:gd name="connsiteY56" fmla="*/ 1443317 h 2832847"/>
              <a:gd name="connsiteX57" fmla="*/ 2088776 w 2734235"/>
              <a:gd name="connsiteY57" fmla="*/ 1246094 h 2832847"/>
              <a:gd name="connsiteX58" fmla="*/ 1981200 w 2734235"/>
              <a:gd name="connsiteY58" fmla="*/ 1102658 h 2832847"/>
              <a:gd name="connsiteX59" fmla="*/ 1909482 w 2734235"/>
              <a:gd name="connsiteY59" fmla="*/ 1030941 h 2832847"/>
              <a:gd name="connsiteX60" fmla="*/ 1864659 w 2734235"/>
              <a:gd name="connsiteY60" fmla="*/ 959223 h 2832847"/>
              <a:gd name="connsiteX61" fmla="*/ 1775012 w 2734235"/>
              <a:gd name="connsiteY61" fmla="*/ 779929 h 2832847"/>
              <a:gd name="connsiteX62" fmla="*/ 1730188 w 2734235"/>
              <a:gd name="connsiteY62" fmla="*/ 690282 h 2832847"/>
              <a:gd name="connsiteX63" fmla="*/ 1685365 w 2734235"/>
              <a:gd name="connsiteY63" fmla="*/ 546847 h 2832847"/>
              <a:gd name="connsiteX64" fmla="*/ 1649506 w 2734235"/>
              <a:gd name="connsiteY64" fmla="*/ 430305 h 2832847"/>
              <a:gd name="connsiteX65" fmla="*/ 1586753 w 2734235"/>
              <a:gd name="connsiteY65" fmla="*/ 304800 h 2832847"/>
              <a:gd name="connsiteX66" fmla="*/ 1577788 w 2734235"/>
              <a:gd name="connsiteY66" fmla="*/ 277905 h 2832847"/>
              <a:gd name="connsiteX67" fmla="*/ 1479176 w 2734235"/>
              <a:gd name="connsiteY67" fmla="*/ 188258 h 2832847"/>
              <a:gd name="connsiteX68" fmla="*/ 1452282 w 2734235"/>
              <a:gd name="connsiteY68" fmla="*/ 179294 h 2832847"/>
              <a:gd name="connsiteX69" fmla="*/ 1434353 w 2734235"/>
              <a:gd name="connsiteY69" fmla="*/ 152400 h 2832847"/>
              <a:gd name="connsiteX70" fmla="*/ 1398494 w 2734235"/>
              <a:gd name="connsiteY70" fmla="*/ 125505 h 2832847"/>
              <a:gd name="connsiteX71" fmla="*/ 1344706 w 2734235"/>
              <a:gd name="connsiteY71" fmla="*/ 89647 h 2832847"/>
              <a:gd name="connsiteX72" fmla="*/ 1317812 w 2734235"/>
              <a:gd name="connsiteY72" fmla="*/ 44823 h 2832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734235" h="2832847">
                <a:moveTo>
                  <a:pt x="1317812" y="44823"/>
                </a:moveTo>
                <a:cubicBezTo>
                  <a:pt x="1239858" y="29232"/>
                  <a:pt x="1126809" y="0"/>
                  <a:pt x="1039906" y="0"/>
                </a:cubicBezTo>
                <a:cubicBezTo>
                  <a:pt x="1024669" y="0"/>
                  <a:pt x="1010023" y="5976"/>
                  <a:pt x="995082" y="8964"/>
                </a:cubicBezTo>
                <a:cubicBezTo>
                  <a:pt x="980141" y="20917"/>
                  <a:pt x="963789" y="31293"/>
                  <a:pt x="950259" y="44823"/>
                </a:cubicBezTo>
                <a:cubicBezTo>
                  <a:pt x="942640" y="52442"/>
                  <a:pt x="938666" y="63003"/>
                  <a:pt x="932329" y="71717"/>
                </a:cubicBezTo>
                <a:cubicBezTo>
                  <a:pt x="862128" y="168244"/>
                  <a:pt x="894847" y="110823"/>
                  <a:pt x="851647" y="197223"/>
                </a:cubicBezTo>
                <a:cubicBezTo>
                  <a:pt x="848659" y="227105"/>
                  <a:pt x="842682" y="256839"/>
                  <a:pt x="842682" y="286870"/>
                </a:cubicBezTo>
                <a:cubicBezTo>
                  <a:pt x="842682" y="367936"/>
                  <a:pt x="847969" y="385021"/>
                  <a:pt x="860612" y="448235"/>
                </a:cubicBezTo>
                <a:cubicBezTo>
                  <a:pt x="857624" y="499035"/>
                  <a:pt x="856711" y="550000"/>
                  <a:pt x="851647" y="600635"/>
                </a:cubicBezTo>
                <a:cubicBezTo>
                  <a:pt x="850707" y="610038"/>
                  <a:pt x="847924" y="619666"/>
                  <a:pt x="842682" y="627529"/>
                </a:cubicBezTo>
                <a:cubicBezTo>
                  <a:pt x="835649" y="638078"/>
                  <a:pt x="824211" y="644947"/>
                  <a:pt x="815788" y="654423"/>
                </a:cubicBezTo>
                <a:cubicBezTo>
                  <a:pt x="797208" y="675325"/>
                  <a:pt x="760622" y="724933"/>
                  <a:pt x="735106" y="744070"/>
                </a:cubicBezTo>
                <a:cubicBezTo>
                  <a:pt x="724415" y="752088"/>
                  <a:pt x="710850" y="755370"/>
                  <a:pt x="699247" y="762000"/>
                </a:cubicBezTo>
                <a:cubicBezTo>
                  <a:pt x="689892" y="767345"/>
                  <a:pt x="681708" y="774584"/>
                  <a:pt x="672353" y="779929"/>
                </a:cubicBezTo>
                <a:cubicBezTo>
                  <a:pt x="603999" y="818987"/>
                  <a:pt x="666173" y="781679"/>
                  <a:pt x="609600" y="806823"/>
                </a:cubicBezTo>
                <a:cubicBezTo>
                  <a:pt x="591282" y="814964"/>
                  <a:pt x="574237" y="825821"/>
                  <a:pt x="555812" y="833717"/>
                </a:cubicBezTo>
                <a:cubicBezTo>
                  <a:pt x="532345" y="843774"/>
                  <a:pt x="507485" y="850377"/>
                  <a:pt x="484094" y="860611"/>
                </a:cubicBezTo>
                <a:cubicBezTo>
                  <a:pt x="445597" y="877453"/>
                  <a:pt x="365825" y="921217"/>
                  <a:pt x="331694" y="941294"/>
                </a:cubicBezTo>
                <a:cubicBezTo>
                  <a:pt x="307443" y="955559"/>
                  <a:pt x="219757" y="1010017"/>
                  <a:pt x="197224" y="1030941"/>
                </a:cubicBezTo>
                <a:cubicBezTo>
                  <a:pt x="142425" y="1081826"/>
                  <a:pt x="122571" y="1117492"/>
                  <a:pt x="89647" y="1183341"/>
                </a:cubicBezTo>
                <a:cubicBezTo>
                  <a:pt x="79469" y="1203696"/>
                  <a:pt x="70744" y="1224785"/>
                  <a:pt x="62753" y="1246094"/>
                </a:cubicBezTo>
                <a:cubicBezTo>
                  <a:pt x="43362" y="1297804"/>
                  <a:pt x="29440" y="1344778"/>
                  <a:pt x="17929" y="1398494"/>
                </a:cubicBezTo>
                <a:cubicBezTo>
                  <a:pt x="12602" y="1423355"/>
                  <a:pt x="3270" y="1492144"/>
                  <a:pt x="0" y="1515035"/>
                </a:cubicBezTo>
                <a:cubicBezTo>
                  <a:pt x="2988" y="1571811"/>
                  <a:pt x="2448" y="1628884"/>
                  <a:pt x="8965" y="1685364"/>
                </a:cubicBezTo>
                <a:cubicBezTo>
                  <a:pt x="13835" y="1727573"/>
                  <a:pt x="46750" y="1799991"/>
                  <a:pt x="71718" y="1828800"/>
                </a:cubicBezTo>
                <a:cubicBezTo>
                  <a:pt x="91289" y="1851382"/>
                  <a:pt x="119790" y="1864317"/>
                  <a:pt x="143435" y="1882588"/>
                </a:cubicBezTo>
                <a:cubicBezTo>
                  <a:pt x="236545" y="1954537"/>
                  <a:pt x="275858" y="1979438"/>
                  <a:pt x="349624" y="2061882"/>
                </a:cubicBezTo>
                <a:cubicBezTo>
                  <a:pt x="375141" y="2090401"/>
                  <a:pt x="399732" y="2119946"/>
                  <a:pt x="421341" y="2151529"/>
                </a:cubicBezTo>
                <a:cubicBezTo>
                  <a:pt x="435609" y="2172382"/>
                  <a:pt x="490228" y="2276967"/>
                  <a:pt x="502024" y="2303929"/>
                </a:cubicBezTo>
                <a:cubicBezTo>
                  <a:pt x="608211" y="2546644"/>
                  <a:pt x="467062" y="2237948"/>
                  <a:pt x="546847" y="2429435"/>
                </a:cubicBezTo>
                <a:cubicBezTo>
                  <a:pt x="554557" y="2447939"/>
                  <a:pt x="559567" y="2469049"/>
                  <a:pt x="573741" y="2483223"/>
                </a:cubicBezTo>
                <a:cubicBezTo>
                  <a:pt x="612464" y="2521946"/>
                  <a:pt x="679519" y="2560237"/>
                  <a:pt x="735106" y="2572870"/>
                </a:cubicBezTo>
                <a:cubicBezTo>
                  <a:pt x="776315" y="2582236"/>
                  <a:pt x="818977" y="2583559"/>
                  <a:pt x="860612" y="2590800"/>
                </a:cubicBezTo>
                <a:cubicBezTo>
                  <a:pt x="887755" y="2595520"/>
                  <a:pt x="914279" y="2603326"/>
                  <a:pt x="941294" y="2608729"/>
                </a:cubicBezTo>
                <a:cubicBezTo>
                  <a:pt x="1098955" y="2640261"/>
                  <a:pt x="985526" y="2612039"/>
                  <a:pt x="1165412" y="2653552"/>
                </a:cubicBezTo>
                <a:cubicBezTo>
                  <a:pt x="1201428" y="2661863"/>
                  <a:pt x="1236945" y="2672255"/>
                  <a:pt x="1272988" y="2680447"/>
                </a:cubicBezTo>
                <a:cubicBezTo>
                  <a:pt x="1302704" y="2687201"/>
                  <a:pt x="1333071" y="2690985"/>
                  <a:pt x="1362635" y="2698376"/>
                </a:cubicBezTo>
                <a:cubicBezTo>
                  <a:pt x="1392902" y="2705943"/>
                  <a:pt x="1422137" y="2717231"/>
                  <a:pt x="1452282" y="2725270"/>
                </a:cubicBezTo>
                <a:cubicBezTo>
                  <a:pt x="1467005" y="2729196"/>
                  <a:pt x="1482543" y="2729754"/>
                  <a:pt x="1497106" y="2734235"/>
                </a:cubicBezTo>
                <a:cubicBezTo>
                  <a:pt x="1591419" y="2763254"/>
                  <a:pt x="1547354" y="2763735"/>
                  <a:pt x="1649506" y="2779058"/>
                </a:cubicBezTo>
                <a:cubicBezTo>
                  <a:pt x="1682147" y="2783954"/>
                  <a:pt x="1715276" y="2784739"/>
                  <a:pt x="1748118" y="2788023"/>
                </a:cubicBezTo>
                <a:cubicBezTo>
                  <a:pt x="1775043" y="2790716"/>
                  <a:pt x="1801875" y="2794296"/>
                  <a:pt x="1828800" y="2796988"/>
                </a:cubicBezTo>
                <a:lnTo>
                  <a:pt x="1927412" y="2805952"/>
                </a:lnTo>
                <a:cubicBezTo>
                  <a:pt x="1957308" y="2808799"/>
                  <a:pt x="1987116" y="2812614"/>
                  <a:pt x="2017059" y="2814917"/>
                </a:cubicBezTo>
                <a:lnTo>
                  <a:pt x="2277035" y="2832847"/>
                </a:lnTo>
                <a:cubicBezTo>
                  <a:pt x="2336800" y="2826870"/>
                  <a:pt x="2397083" y="2824791"/>
                  <a:pt x="2456329" y="2814917"/>
                </a:cubicBezTo>
                <a:cubicBezTo>
                  <a:pt x="2502083" y="2807291"/>
                  <a:pt x="2577608" y="2778888"/>
                  <a:pt x="2617694" y="2752164"/>
                </a:cubicBezTo>
                <a:cubicBezTo>
                  <a:pt x="2631759" y="2742787"/>
                  <a:pt x="2641600" y="2728258"/>
                  <a:pt x="2653553" y="2716305"/>
                </a:cubicBezTo>
                <a:cubicBezTo>
                  <a:pt x="2668494" y="2686423"/>
                  <a:pt x="2689585" y="2658890"/>
                  <a:pt x="2698376" y="2626658"/>
                </a:cubicBezTo>
                <a:cubicBezTo>
                  <a:pt x="2716731" y="2559355"/>
                  <a:pt x="2734235" y="2420470"/>
                  <a:pt x="2734235" y="2420470"/>
                </a:cubicBezTo>
                <a:cubicBezTo>
                  <a:pt x="2725270" y="2360705"/>
                  <a:pt x="2727550" y="2298130"/>
                  <a:pt x="2707341" y="2241176"/>
                </a:cubicBezTo>
                <a:cubicBezTo>
                  <a:pt x="2693749" y="2202872"/>
                  <a:pt x="2656757" y="2177282"/>
                  <a:pt x="2635624" y="2142564"/>
                </a:cubicBezTo>
                <a:cubicBezTo>
                  <a:pt x="2614779" y="2108318"/>
                  <a:pt x="2601156" y="2070117"/>
                  <a:pt x="2581835" y="2034988"/>
                </a:cubicBezTo>
                <a:cubicBezTo>
                  <a:pt x="2559673" y="1994694"/>
                  <a:pt x="2518943" y="1931133"/>
                  <a:pt x="2483224" y="1900517"/>
                </a:cubicBezTo>
                <a:cubicBezTo>
                  <a:pt x="2195164" y="1653609"/>
                  <a:pt x="2365830" y="1839350"/>
                  <a:pt x="2223247" y="1676400"/>
                </a:cubicBezTo>
                <a:cubicBezTo>
                  <a:pt x="2211294" y="1640541"/>
                  <a:pt x="2195308" y="1605783"/>
                  <a:pt x="2187388" y="1568823"/>
                </a:cubicBezTo>
                <a:cubicBezTo>
                  <a:pt x="2178423" y="1526988"/>
                  <a:pt x="2171231" y="1484733"/>
                  <a:pt x="2160494" y="1443317"/>
                </a:cubicBezTo>
                <a:cubicBezTo>
                  <a:pt x="2142979" y="1375758"/>
                  <a:pt x="2121592" y="1308081"/>
                  <a:pt x="2088776" y="1246094"/>
                </a:cubicBezTo>
                <a:cubicBezTo>
                  <a:pt x="2055468" y="1183178"/>
                  <a:pt x="2030572" y="1155321"/>
                  <a:pt x="1981200" y="1102658"/>
                </a:cubicBezTo>
                <a:cubicBezTo>
                  <a:pt x="1958077" y="1077994"/>
                  <a:pt x="1930801" y="1057180"/>
                  <a:pt x="1909482" y="1030941"/>
                </a:cubicBezTo>
                <a:cubicBezTo>
                  <a:pt x="1891705" y="1009062"/>
                  <a:pt x="1878784" y="983620"/>
                  <a:pt x="1864659" y="959223"/>
                </a:cubicBezTo>
                <a:cubicBezTo>
                  <a:pt x="1792025" y="833762"/>
                  <a:pt x="1829814" y="895621"/>
                  <a:pt x="1775012" y="779929"/>
                </a:cubicBezTo>
                <a:cubicBezTo>
                  <a:pt x="1760710" y="749736"/>
                  <a:pt x="1742181" y="721465"/>
                  <a:pt x="1730188" y="690282"/>
                </a:cubicBezTo>
                <a:cubicBezTo>
                  <a:pt x="1712206" y="643529"/>
                  <a:pt x="1700212" y="594688"/>
                  <a:pt x="1685365" y="546847"/>
                </a:cubicBezTo>
                <a:cubicBezTo>
                  <a:pt x="1673318" y="508029"/>
                  <a:pt x="1667683" y="466659"/>
                  <a:pt x="1649506" y="430305"/>
                </a:cubicBezTo>
                <a:cubicBezTo>
                  <a:pt x="1628588" y="388470"/>
                  <a:pt x="1606669" y="347121"/>
                  <a:pt x="1586753" y="304800"/>
                </a:cubicBezTo>
                <a:cubicBezTo>
                  <a:pt x="1582729" y="296250"/>
                  <a:pt x="1582014" y="286357"/>
                  <a:pt x="1577788" y="277905"/>
                </a:cubicBezTo>
                <a:cubicBezTo>
                  <a:pt x="1559529" y="241386"/>
                  <a:pt x="1509642" y="198413"/>
                  <a:pt x="1479176" y="188258"/>
                </a:cubicBezTo>
                <a:lnTo>
                  <a:pt x="1452282" y="179294"/>
                </a:lnTo>
                <a:cubicBezTo>
                  <a:pt x="1446306" y="170329"/>
                  <a:pt x="1441971" y="160019"/>
                  <a:pt x="1434353" y="152400"/>
                </a:cubicBezTo>
                <a:cubicBezTo>
                  <a:pt x="1423788" y="141835"/>
                  <a:pt x="1410734" y="134073"/>
                  <a:pt x="1398494" y="125505"/>
                </a:cubicBezTo>
                <a:cubicBezTo>
                  <a:pt x="1380841" y="113148"/>
                  <a:pt x="1359943" y="104884"/>
                  <a:pt x="1344706" y="89647"/>
                </a:cubicBezTo>
                <a:lnTo>
                  <a:pt x="1317812" y="44823"/>
                </a:lnTo>
                <a:close/>
              </a:path>
            </a:pathLst>
          </a:cu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0709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2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34"/>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35"/>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36"/>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33"/>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31"/>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32"/>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3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7"/>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hidden"/>
                                      </p:to>
                                    </p:set>
                                  </p:childTnLst>
                                </p:cTn>
                              </p:par>
                              <p:par>
                                <p:cTn id="55" presetID="1" presetClass="exit"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hidden"/>
                                      </p:to>
                                    </p:set>
                                  </p:childTnLst>
                                </p:cTn>
                              </p:par>
                              <p:par>
                                <p:cTn id="57" presetID="1" presetClass="exit"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hidden"/>
                                      </p:to>
                                    </p:set>
                                  </p:childTnLst>
                                </p:cTn>
                              </p:par>
                              <p:par>
                                <p:cTn id="59" presetID="1" presetClass="exit"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hidden"/>
                                      </p:to>
                                    </p:set>
                                  </p:childTnLst>
                                </p:cTn>
                              </p:par>
                              <p:par>
                                <p:cTn id="61" presetID="1" presetClass="exit" presetSubtype="0" fill="hold" grpId="0"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xit"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hidden"/>
                                      </p:to>
                                    </p:set>
                                  </p:childTnLst>
                                </p:cTn>
                              </p:par>
                              <p:par>
                                <p:cTn id="65" presetID="1" presetClass="exit"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hidden"/>
                                      </p:to>
                                    </p:set>
                                  </p:childTnLst>
                                </p:cTn>
                              </p:par>
                              <p:par>
                                <p:cTn id="69" presetID="1" presetClass="exit"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hidden"/>
                                      </p:to>
                                    </p:set>
                                  </p:childTnLst>
                                </p:cTn>
                              </p:par>
                              <p:par>
                                <p:cTn id="71" presetID="1" presetClass="exit"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hidden"/>
                                      </p:to>
                                    </p:set>
                                  </p:childTnLst>
                                </p:cTn>
                              </p:par>
                              <p:par>
                                <p:cTn id="73" presetID="1" presetClass="exit"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hidden"/>
                                      </p:to>
                                    </p:set>
                                  </p:childTnLst>
                                </p:cTn>
                              </p:par>
                              <p:par>
                                <p:cTn id="75" presetID="1" presetClass="exit"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hidden"/>
                                      </p:to>
                                    </p:set>
                                  </p:childTnLst>
                                </p:cTn>
                              </p:par>
                              <p:par>
                                <p:cTn id="77" presetID="1" presetClass="exit" presetSubtype="0" fill="hold" grpId="0" nodeType="withEffect">
                                  <p:stCondLst>
                                    <p:cond delay="0"/>
                                  </p:stCondLst>
                                  <p:childTnLst>
                                    <p:set>
                                      <p:cBhvr>
                                        <p:cTn id="78" dur="1" fill="hold">
                                          <p:stCondLst>
                                            <p:cond delay="0"/>
                                          </p:stCondLst>
                                        </p:cTn>
                                        <p:tgtEl>
                                          <p:spTgt spid="24"/>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1" nodeType="click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par>
                                <p:cTn id="89" presetID="1" presetClass="entr" presetSubtype="0" fill="hold" grpId="1" nodeType="withEffect">
                                  <p:stCondLst>
                                    <p:cond delay="0"/>
                                  </p:stCondLst>
                                  <p:childTnLst>
                                    <p:set>
                                      <p:cBhvr>
                                        <p:cTn id="90" dur="1" fill="hold">
                                          <p:stCondLst>
                                            <p:cond delay="0"/>
                                          </p:stCondLst>
                                        </p:cTn>
                                        <p:tgtEl>
                                          <p:spTgt spid="8"/>
                                        </p:tgtEl>
                                        <p:attrNameLst>
                                          <p:attrName>style.visibility</p:attrName>
                                        </p:attrNameLst>
                                      </p:cBhvr>
                                      <p:to>
                                        <p:strVal val="visible"/>
                                      </p:to>
                                    </p:set>
                                  </p:childTnLst>
                                </p:cTn>
                              </p:par>
                              <p:par>
                                <p:cTn id="91" presetID="1" presetClass="entr" presetSubtype="0" fill="hold" grpId="1" nodeType="withEffect">
                                  <p:stCondLst>
                                    <p:cond delay="0"/>
                                  </p:stCondLst>
                                  <p:childTnLst>
                                    <p:set>
                                      <p:cBhvr>
                                        <p:cTn id="92" dur="1" fill="hold">
                                          <p:stCondLst>
                                            <p:cond delay="0"/>
                                          </p:stCondLst>
                                        </p:cTn>
                                        <p:tgtEl>
                                          <p:spTgt spid="7"/>
                                        </p:tgtEl>
                                        <p:attrNameLst>
                                          <p:attrName>style.visibility</p:attrName>
                                        </p:attrNameLst>
                                      </p:cBhvr>
                                      <p:to>
                                        <p:strVal val="visible"/>
                                      </p:to>
                                    </p:set>
                                  </p:childTnLst>
                                </p:cTn>
                              </p:par>
                              <p:par>
                                <p:cTn id="93" presetID="1" presetClass="entr" presetSubtype="0" fill="hold" grpId="1" nodeType="withEffect">
                                  <p:stCondLst>
                                    <p:cond delay="0"/>
                                  </p:stCondLst>
                                  <p:childTnLst>
                                    <p:set>
                                      <p:cBhvr>
                                        <p:cTn id="94" dur="1" fill="hold">
                                          <p:stCondLst>
                                            <p:cond delay="0"/>
                                          </p:stCondLst>
                                        </p:cTn>
                                        <p:tgtEl>
                                          <p:spTgt spid="18"/>
                                        </p:tgtEl>
                                        <p:attrNameLst>
                                          <p:attrName>style.visibility</p:attrName>
                                        </p:attrNameLst>
                                      </p:cBhvr>
                                      <p:to>
                                        <p:strVal val="visible"/>
                                      </p:to>
                                    </p:set>
                                  </p:childTnLst>
                                </p:cTn>
                              </p:par>
                              <p:par>
                                <p:cTn id="95" presetID="1" presetClass="entr" presetSubtype="0" fill="hold" grpId="1" nodeType="with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par>
                                <p:cTn id="97" presetID="1" presetClass="entr" presetSubtype="0" fill="hold" grpId="1" nodeType="withEffect">
                                  <p:stCondLst>
                                    <p:cond delay="0"/>
                                  </p:stCondLst>
                                  <p:childTnLst>
                                    <p:set>
                                      <p:cBhvr>
                                        <p:cTn id="98" dur="1" fill="hold">
                                          <p:stCondLst>
                                            <p:cond delay="0"/>
                                          </p:stCondLst>
                                        </p:cTn>
                                        <p:tgtEl>
                                          <p:spTgt spid="9"/>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20"/>
                                        </p:tgtEl>
                                        <p:attrNameLst>
                                          <p:attrName>style.visibility</p:attrName>
                                        </p:attrNameLst>
                                      </p:cBhvr>
                                      <p:to>
                                        <p:strVal val="visible"/>
                                      </p:to>
                                    </p:set>
                                  </p:childTnLst>
                                </p:cTn>
                              </p:par>
                              <p:par>
                                <p:cTn id="101" presetID="1" presetClass="entr" presetSubtype="0" fill="hold" grpId="1" nodeType="withEffect">
                                  <p:stCondLst>
                                    <p:cond delay="0"/>
                                  </p:stCondLst>
                                  <p:childTnLst>
                                    <p:set>
                                      <p:cBhvr>
                                        <p:cTn id="102" dur="1" fill="hold">
                                          <p:stCondLst>
                                            <p:cond delay="0"/>
                                          </p:stCondLst>
                                        </p:cTn>
                                        <p:tgtEl>
                                          <p:spTgt spid="16"/>
                                        </p:tgtEl>
                                        <p:attrNameLst>
                                          <p:attrName>style.visibility</p:attrName>
                                        </p:attrNameLst>
                                      </p:cBhvr>
                                      <p:to>
                                        <p:strVal val="visible"/>
                                      </p:to>
                                    </p:set>
                                  </p:childTnLst>
                                </p:cTn>
                              </p:par>
                              <p:par>
                                <p:cTn id="103" presetID="1" presetClass="entr" presetSubtype="0" fill="hold" grpId="1" nodeType="withEffect">
                                  <p:stCondLst>
                                    <p:cond delay="0"/>
                                  </p:stCondLst>
                                  <p:childTnLst>
                                    <p:set>
                                      <p:cBhvr>
                                        <p:cTn id="104" dur="1" fill="hold">
                                          <p:stCondLst>
                                            <p:cond delay="0"/>
                                          </p:stCondLst>
                                        </p:cTn>
                                        <p:tgtEl>
                                          <p:spTgt spid="21"/>
                                        </p:tgtEl>
                                        <p:attrNameLst>
                                          <p:attrName>style.visibility</p:attrName>
                                        </p:attrNameLst>
                                      </p:cBhvr>
                                      <p:to>
                                        <p:strVal val="visible"/>
                                      </p:to>
                                    </p:set>
                                  </p:childTnLst>
                                </p:cTn>
                              </p:par>
                              <p:par>
                                <p:cTn id="105" presetID="1" presetClass="entr" presetSubtype="0" fill="hold" grpId="1" nodeType="withEffect">
                                  <p:stCondLst>
                                    <p:cond delay="0"/>
                                  </p:stCondLst>
                                  <p:childTnLst>
                                    <p:set>
                                      <p:cBhvr>
                                        <p:cTn id="106" dur="1" fill="hold">
                                          <p:stCondLst>
                                            <p:cond delay="0"/>
                                          </p:stCondLst>
                                        </p:cTn>
                                        <p:tgtEl>
                                          <p:spTgt spid="10"/>
                                        </p:tgtEl>
                                        <p:attrNameLst>
                                          <p:attrName>style.visibility</p:attrName>
                                        </p:attrNameLst>
                                      </p:cBhvr>
                                      <p:to>
                                        <p:strVal val="visible"/>
                                      </p:to>
                                    </p:set>
                                  </p:childTnLst>
                                </p:cTn>
                              </p:par>
                              <p:par>
                                <p:cTn id="107" presetID="1" presetClass="entr" presetSubtype="0" fill="hold" grpId="1" nodeType="withEffect">
                                  <p:stCondLst>
                                    <p:cond delay="0"/>
                                  </p:stCondLst>
                                  <p:childTnLst>
                                    <p:set>
                                      <p:cBhvr>
                                        <p:cTn id="108" dur="1" fill="hold">
                                          <p:stCondLst>
                                            <p:cond delay="0"/>
                                          </p:stCondLst>
                                        </p:cTn>
                                        <p:tgtEl>
                                          <p:spTgt spid="22"/>
                                        </p:tgtEl>
                                        <p:attrNameLst>
                                          <p:attrName>style.visibility</p:attrName>
                                        </p:attrNameLst>
                                      </p:cBhvr>
                                      <p:to>
                                        <p:strVal val="visible"/>
                                      </p:to>
                                    </p:set>
                                  </p:childTnLst>
                                </p:cTn>
                              </p:par>
                              <p:par>
                                <p:cTn id="109" presetID="1" presetClass="entr" presetSubtype="0" fill="hold" grpId="1" nodeType="withEffect">
                                  <p:stCondLst>
                                    <p:cond delay="0"/>
                                  </p:stCondLst>
                                  <p:childTnLst>
                                    <p:set>
                                      <p:cBhvr>
                                        <p:cTn id="110" dur="1" fill="hold">
                                          <p:stCondLst>
                                            <p:cond delay="0"/>
                                          </p:stCondLst>
                                        </p:cTn>
                                        <p:tgtEl>
                                          <p:spTgt spid="11"/>
                                        </p:tgtEl>
                                        <p:attrNameLst>
                                          <p:attrName>style.visibility</p:attrName>
                                        </p:attrNameLst>
                                      </p:cBhvr>
                                      <p:to>
                                        <p:strVal val="visible"/>
                                      </p:to>
                                    </p:set>
                                  </p:childTnLst>
                                </p:cTn>
                              </p:par>
                              <p:par>
                                <p:cTn id="111" presetID="1" presetClass="entr" presetSubtype="0" fill="hold" grpId="1" nodeType="withEffect">
                                  <p:stCondLst>
                                    <p:cond delay="0"/>
                                  </p:stCondLst>
                                  <p:childTnLst>
                                    <p:set>
                                      <p:cBhvr>
                                        <p:cTn id="112" dur="1" fill="hold">
                                          <p:stCondLst>
                                            <p:cond delay="0"/>
                                          </p:stCondLst>
                                        </p:cTn>
                                        <p:tgtEl>
                                          <p:spTgt spid="26"/>
                                        </p:tgtEl>
                                        <p:attrNameLst>
                                          <p:attrName>style.visibility</p:attrName>
                                        </p:attrNameLst>
                                      </p:cBhvr>
                                      <p:to>
                                        <p:strVal val="visible"/>
                                      </p:to>
                                    </p:set>
                                  </p:childTnLst>
                                </p:cTn>
                              </p:par>
                              <p:par>
                                <p:cTn id="113" presetID="1" presetClass="entr" presetSubtype="0" fill="hold" grpId="1" nodeType="withEffect">
                                  <p:stCondLst>
                                    <p:cond delay="0"/>
                                  </p:stCondLst>
                                  <p:childTnLst>
                                    <p:set>
                                      <p:cBhvr>
                                        <p:cTn id="114" dur="1" fill="hold">
                                          <p:stCondLst>
                                            <p:cond delay="0"/>
                                          </p:stCondLst>
                                        </p:cTn>
                                        <p:tgtEl>
                                          <p:spTgt spid="28"/>
                                        </p:tgtEl>
                                        <p:attrNameLst>
                                          <p:attrName>style.visibility</p:attrName>
                                        </p:attrNameLst>
                                      </p:cBhvr>
                                      <p:to>
                                        <p:strVal val="visible"/>
                                      </p:to>
                                    </p:set>
                                  </p:childTnLst>
                                </p:cTn>
                              </p:par>
                              <p:par>
                                <p:cTn id="115" presetID="1" presetClass="entr" presetSubtype="0" fill="hold" grpId="1" nodeType="withEffect">
                                  <p:stCondLst>
                                    <p:cond delay="0"/>
                                  </p:stCondLst>
                                  <p:childTnLst>
                                    <p:set>
                                      <p:cBhvr>
                                        <p:cTn id="116" dur="1" fill="hold">
                                          <p:stCondLst>
                                            <p:cond delay="0"/>
                                          </p:stCondLst>
                                        </p:cTn>
                                        <p:tgtEl>
                                          <p:spTgt spid="27"/>
                                        </p:tgtEl>
                                        <p:attrNameLst>
                                          <p:attrName>style.visibility</p:attrName>
                                        </p:attrNameLst>
                                      </p:cBhvr>
                                      <p:to>
                                        <p:strVal val="visible"/>
                                      </p:to>
                                    </p:set>
                                  </p:childTnLst>
                                </p:cTn>
                              </p:par>
                              <p:par>
                                <p:cTn id="117" presetID="1" presetClass="entr" presetSubtype="0" fill="hold" grpId="1" nodeType="withEffect">
                                  <p:stCondLst>
                                    <p:cond delay="0"/>
                                  </p:stCondLst>
                                  <p:childTnLst>
                                    <p:set>
                                      <p:cBhvr>
                                        <p:cTn id="118" dur="1" fill="hold">
                                          <p:stCondLst>
                                            <p:cond delay="0"/>
                                          </p:stCondLst>
                                        </p:cTn>
                                        <p:tgtEl>
                                          <p:spTgt spid="25"/>
                                        </p:tgtEl>
                                        <p:attrNameLst>
                                          <p:attrName>style.visibility</p:attrName>
                                        </p:attrNameLst>
                                      </p:cBhvr>
                                      <p:to>
                                        <p:strVal val="visible"/>
                                      </p:to>
                                    </p:set>
                                  </p:childTnLst>
                                </p:cTn>
                              </p:par>
                              <p:par>
                                <p:cTn id="119" presetID="1" presetClass="entr" presetSubtype="0" fill="hold" grpId="1" nodeType="withEffect">
                                  <p:stCondLst>
                                    <p:cond delay="0"/>
                                  </p:stCondLst>
                                  <p:childTnLst>
                                    <p:set>
                                      <p:cBhvr>
                                        <p:cTn id="120" dur="1" fill="hold">
                                          <p:stCondLst>
                                            <p:cond delay="0"/>
                                          </p:stCondLst>
                                        </p:cTn>
                                        <p:tgtEl>
                                          <p:spTgt spid="23"/>
                                        </p:tgtEl>
                                        <p:attrNameLst>
                                          <p:attrName>style.visibility</p:attrName>
                                        </p:attrNameLst>
                                      </p:cBhvr>
                                      <p:to>
                                        <p:strVal val="visible"/>
                                      </p:to>
                                    </p:set>
                                  </p:childTnLst>
                                </p:cTn>
                              </p:par>
                              <p:par>
                                <p:cTn id="121" presetID="1" presetClass="entr" presetSubtype="0" fill="hold" grpId="1" nodeType="withEffect">
                                  <p:stCondLst>
                                    <p:cond delay="0"/>
                                  </p:stCondLst>
                                  <p:childTnLst>
                                    <p:set>
                                      <p:cBhvr>
                                        <p:cTn id="122" dur="1" fill="hold">
                                          <p:stCondLst>
                                            <p:cond delay="0"/>
                                          </p:stCondLst>
                                        </p:cTn>
                                        <p:tgtEl>
                                          <p:spTgt spid="2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1"/>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3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7" grpId="0" animBg="1"/>
      <p:bldP spid="38" grpId="0" animBg="1"/>
      <p:bldP spid="39" grpId="0" animBg="1"/>
      <p:bldP spid="40" grpId="0" animBg="1"/>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180E3-4556-7BA8-63BA-7C095329BDD1}"/>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8C540C39-11F1-0C2D-E84D-0DADACF1ED69}"/>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FF5C161C-3622-FB4E-E3A4-9654A84AB603}"/>
              </a:ext>
            </a:extLst>
          </p:cNvPr>
          <p:cNvSpPr>
            <a:spLocks noGrp="1" noChangeArrowheads="1"/>
          </p:cNvSpPr>
          <p:nvPr>
            <p:ph idx="1"/>
          </p:nvPr>
        </p:nvSpPr>
        <p:spPr/>
        <p:txBody>
          <a:bodyPr rtlCol="0">
            <a:normAutofit/>
          </a:bodyPr>
          <a:lstStyle/>
          <a:p>
            <a:pPr marL="0" indent="0">
              <a:buNone/>
            </a:pPr>
            <a:r>
              <a:rPr lang="en-US" b="1" dirty="0"/>
              <a:t>Ancestor</a:t>
            </a:r>
          </a:p>
          <a:p>
            <a:r>
              <a:rPr lang="en-US" b="1" dirty="0"/>
              <a:t>Definition: </a:t>
            </a:r>
            <a:r>
              <a:rPr lang="en-US" b="1" dirty="0">
                <a:solidFill>
                  <a:srgbClr val="002060"/>
                </a:solidFill>
              </a:rPr>
              <a:t>An ancestor </a:t>
            </a:r>
            <a:r>
              <a:rPr lang="en-US" dirty="0"/>
              <a:t>of a </a:t>
            </a:r>
            <a:r>
              <a:rPr lang="en-US" b="1" dirty="0">
                <a:solidFill>
                  <a:srgbClr val="002060"/>
                </a:solidFill>
              </a:rPr>
              <a:t>node</a:t>
            </a:r>
            <a:r>
              <a:rPr lang="en-US" dirty="0"/>
              <a:t> in a </a:t>
            </a:r>
            <a:r>
              <a:rPr lang="en-US" b="1" dirty="0">
                <a:solidFill>
                  <a:srgbClr val="002060"/>
                </a:solidFill>
              </a:rPr>
              <a:t>tree</a:t>
            </a:r>
            <a:r>
              <a:rPr lang="en-US" dirty="0"/>
              <a:t> is any node that exists on the path from that node to the root. This includes the </a:t>
            </a:r>
            <a:r>
              <a:rPr lang="en-US" b="1" dirty="0">
                <a:solidFill>
                  <a:srgbClr val="FF0000"/>
                </a:solidFill>
              </a:rPr>
              <a:t>parent node</a:t>
            </a:r>
            <a:r>
              <a:rPr lang="en-US" dirty="0"/>
              <a:t>, the </a:t>
            </a:r>
            <a:r>
              <a:rPr lang="en-US" b="1" dirty="0">
                <a:solidFill>
                  <a:srgbClr val="FF0000"/>
                </a:solidFill>
              </a:rPr>
              <a:t>grandparent node</a:t>
            </a:r>
            <a:r>
              <a:rPr lang="en-US" dirty="0"/>
              <a:t>, and all the way up to the root node.</a:t>
            </a:r>
          </a:p>
          <a:p>
            <a:pPr marL="457200" lvl="1" indent="0">
              <a:buNone/>
              <a:defRPr/>
            </a:pPr>
            <a:endParaRPr lang="en-US" dirty="0">
              <a:ea typeface="+mn-ea"/>
            </a:endParaRPr>
          </a:p>
        </p:txBody>
      </p:sp>
    </p:spTree>
    <p:extLst>
      <p:ext uri="{BB962C8B-B14F-4D97-AF65-F5344CB8AC3E}">
        <p14:creationId xmlns:p14="http://schemas.microsoft.com/office/powerpoint/2010/main" val="2848727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16FC8-B20E-07C2-708C-357C1186F7C2}"/>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84950A68-DE6C-6BA1-E75F-9BEB57BEF8BB}"/>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3494A23C-1373-31C8-5506-AB93045B5BEE}"/>
              </a:ext>
            </a:extLst>
          </p:cNvPr>
          <p:cNvSpPr>
            <a:spLocks noGrp="1" noChangeArrowheads="1"/>
          </p:cNvSpPr>
          <p:nvPr>
            <p:ph idx="1"/>
          </p:nvPr>
        </p:nvSpPr>
        <p:spPr/>
        <p:txBody>
          <a:bodyPr rtlCol="0">
            <a:normAutofit/>
          </a:bodyPr>
          <a:lstStyle/>
          <a:p>
            <a:pPr marL="0" indent="0">
              <a:buNone/>
            </a:pPr>
            <a:r>
              <a:rPr lang="en-US" b="1" dirty="0"/>
              <a:t>Ancestor</a:t>
            </a:r>
          </a:p>
          <a:p>
            <a:r>
              <a:rPr lang="en-US" b="1" dirty="0"/>
              <a:t>Definition: </a:t>
            </a:r>
            <a:r>
              <a:rPr lang="en-US" dirty="0"/>
              <a:t>An ancestor of a node in a tree is any node that exists on the path from that node to the root. This includes the parent node, the grandparent node, and all the way up to the root node.</a:t>
            </a:r>
          </a:p>
          <a:p>
            <a:r>
              <a:rPr lang="en-US" b="1" dirty="0"/>
              <a:t>Example:</a:t>
            </a:r>
            <a:r>
              <a:rPr lang="en-US" dirty="0"/>
              <a:t> In a tree, if </a:t>
            </a:r>
            <a:r>
              <a:rPr lang="en-US" b="1" dirty="0">
                <a:solidFill>
                  <a:srgbClr val="0070C0"/>
                </a:solidFill>
              </a:rPr>
              <a:t>node A</a:t>
            </a:r>
            <a:r>
              <a:rPr lang="en-US" dirty="0"/>
              <a:t> is the </a:t>
            </a:r>
            <a:r>
              <a:rPr lang="en-US" b="1" dirty="0">
                <a:solidFill>
                  <a:srgbClr val="FF0000"/>
                </a:solidFill>
              </a:rPr>
              <a:t>root</a:t>
            </a:r>
            <a:r>
              <a:rPr lang="en-US" dirty="0"/>
              <a:t>, </a:t>
            </a:r>
            <a:r>
              <a:rPr lang="en-US" b="1" dirty="0">
                <a:solidFill>
                  <a:srgbClr val="0070C0"/>
                </a:solidFill>
              </a:rPr>
              <a:t>node B</a:t>
            </a:r>
            <a:r>
              <a:rPr lang="en-US" dirty="0"/>
              <a:t> is a </a:t>
            </a:r>
            <a:r>
              <a:rPr lang="en-US" b="1" dirty="0">
                <a:solidFill>
                  <a:srgbClr val="FF0000"/>
                </a:solidFill>
              </a:rPr>
              <a:t>child</a:t>
            </a:r>
            <a:r>
              <a:rPr lang="en-US" dirty="0"/>
              <a:t> of </a:t>
            </a:r>
            <a:r>
              <a:rPr lang="en-US" b="1" dirty="0">
                <a:solidFill>
                  <a:srgbClr val="0070C0"/>
                </a:solidFill>
              </a:rPr>
              <a:t>node A</a:t>
            </a:r>
            <a:r>
              <a:rPr lang="en-US" dirty="0"/>
              <a:t>, and </a:t>
            </a:r>
            <a:r>
              <a:rPr lang="en-US" b="1" dirty="0">
                <a:solidFill>
                  <a:srgbClr val="0070C0"/>
                </a:solidFill>
              </a:rPr>
              <a:t>node C</a:t>
            </a:r>
            <a:r>
              <a:rPr lang="en-US" dirty="0"/>
              <a:t> is a </a:t>
            </a:r>
            <a:r>
              <a:rPr lang="en-US" b="1" dirty="0">
                <a:solidFill>
                  <a:srgbClr val="FF0000"/>
                </a:solidFill>
              </a:rPr>
              <a:t>child</a:t>
            </a:r>
            <a:r>
              <a:rPr lang="en-US" dirty="0"/>
              <a:t> of </a:t>
            </a:r>
            <a:r>
              <a:rPr lang="en-US" b="1" dirty="0">
                <a:solidFill>
                  <a:srgbClr val="0070C0"/>
                </a:solidFill>
              </a:rPr>
              <a:t>node B</a:t>
            </a:r>
            <a:r>
              <a:rPr lang="en-US" dirty="0"/>
              <a:t>, then </a:t>
            </a:r>
            <a:r>
              <a:rPr lang="en-US" b="1" dirty="0">
                <a:solidFill>
                  <a:srgbClr val="0070C0"/>
                </a:solidFill>
              </a:rPr>
              <a:t>node A </a:t>
            </a:r>
            <a:r>
              <a:rPr lang="en-US" dirty="0"/>
              <a:t>is an </a:t>
            </a:r>
            <a:r>
              <a:rPr lang="en-US" b="1" dirty="0">
                <a:solidFill>
                  <a:srgbClr val="FF0000"/>
                </a:solidFill>
              </a:rPr>
              <a:t>ancestor</a:t>
            </a:r>
            <a:r>
              <a:rPr lang="en-US" dirty="0"/>
              <a:t> of both </a:t>
            </a:r>
            <a:r>
              <a:rPr lang="en-US" b="1" dirty="0">
                <a:solidFill>
                  <a:srgbClr val="0070C0"/>
                </a:solidFill>
              </a:rPr>
              <a:t>node B</a:t>
            </a:r>
            <a:r>
              <a:rPr lang="en-US" dirty="0"/>
              <a:t> and </a:t>
            </a:r>
            <a:r>
              <a:rPr lang="en-US" b="1" dirty="0">
                <a:solidFill>
                  <a:srgbClr val="0070C0"/>
                </a:solidFill>
              </a:rPr>
              <a:t>node C</a:t>
            </a:r>
            <a:r>
              <a:rPr lang="en-US" dirty="0"/>
              <a:t>. </a:t>
            </a:r>
            <a:r>
              <a:rPr lang="en-US" b="1" dirty="0">
                <a:solidFill>
                  <a:srgbClr val="0070C0"/>
                </a:solidFill>
              </a:rPr>
              <a:t>Node B</a:t>
            </a:r>
            <a:r>
              <a:rPr lang="en-US" dirty="0"/>
              <a:t> is also an </a:t>
            </a:r>
            <a:r>
              <a:rPr lang="en-US" b="1" dirty="0">
                <a:solidFill>
                  <a:srgbClr val="FF0000"/>
                </a:solidFill>
              </a:rPr>
              <a:t>ancestor </a:t>
            </a:r>
            <a:r>
              <a:rPr lang="en-US" dirty="0"/>
              <a:t>of </a:t>
            </a:r>
            <a:r>
              <a:rPr lang="en-US" b="1" dirty="0">
                <a:solidFill>
                  <a:srgbClr val="0070C0"/>
                </a:solidFill>
              </a:rPr>
              <a:t>node C</a:t>
            </a:r>
            <a:r>
              <a:rPr lang="en-US" dirty="0"/>
              <a:t>.</a:t>
            </a:r>
          </a:p>
          <a:p>
            <a:pPr marL="457200" lvl="1" indent="0">
              <a:buNone/>
              <a:defRPr/>
            </a:pPr>
            <a:endParaRPr lang="en-US" dirty="0">
              <a:ea typeface="+mn-ea"/>
            </a:endParaRPr>
          </a:p>
        </p:txBody>
      </p:sp>
    </p:spTree>
    <p:extLst>
      <p:ext uri="{BB962C8B-B14F-4D97-AF65-F5344CB8AC3E}">
        <p14:creationId xmlns:p14="http://schemas.microsoft.com/office/powerpoint/2010/main" val="695555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F9E5B-172A-18F7-80C6-41F398979084}"/>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137C4EF1-24F6-6246-661B-981E956095D2}"/>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375806F3-C143-9206-A54C-6F3E0B82C36A}"/>
              </a:ext>
            </a:extLst>
          </p:cNvPr>
          <p:cNvSpPr>
            <a:spLocks noGrp="1" noChangeArrowheads="1"/>
          </p:cNvSpPr>
          <p:nvPr>
            <p:ph idx="1"/>
          </p:nvPr>
        </p:nvSpPr>
        <p:spPr/>
        <p:txBody>
          <a:bodyPr rtlCol="0">
            <a:normAutofit/>
          </a:bodyPr>
          <a:lstStyle/>
          <a:p>
            <a:pPr marL="0" indent="0">
              <a:buNone/>
            </a:pPr>
            <a:r>
              <a:rPr lang="en-US" b="1" dirty="0"/>
              <a:t>Descendant</a:t>
            </a:r>
          </a:p>
          <a:p>
            <a:r>
              <a:rPr lang="en-US" b="1" dirty="0"/>
              <a:t>Definition: </a:t>
            </a:r>
            <a:r>
              <a:rPr lang="en-US" dirty="0"/>
              <a:t>A descendant of a node in a tree is any node that exists on the path from that node down to the leaves. This includes the </a:t>
            </a:r>
            <a:r>
              <a:rPr lang="en-US" b="1" dirty="0">
                <a:solidFill>
                  <a:srgbClr val="0070C0"/>
                </a:solidFill>
              </a:rPr>
              <a:t>children</a:t>
            </a:r>
            <a:r>
              <a:rPr lang="en-US" dirty="0"/>
              <a:t>, </a:t>
            </a:r>
            <a:r>
              <a:rPr lang="en-US" b="1" dirty="0">
                <a:solidFill>
                  <a:srgbClr val="0070C0"/>
                </a:solidFill>
              </a:rPr>
              <a:t>grandchildren</a:t>
            </a:r>
            <a:r>
              <a:rPr lang="en-US" dirty="0"/>
              <a:t>, and all nodes further down the tree.</a:t>
            </a:r>
          </a:p>
          <a:p>
            <a:r>
              <a:rPr lang="en-US" b="1" dirty="0"/>
              <a:t>Example:</a:t>
            </a:r>
            <a:r>
              <a:rPr lang="en-US" dirty="0"/>
              <a:t> In a tree, if </a:t>
            </a:r>
            <a:r>
              <a:rPr lang="en-US" b="1" dirty="0">
                <a:solidFill>
                  <a:srgbClr val="0070C0"/>
                </a:solidFill>
              </a:rPr>
              <a:t>node A</a:t>
            </a:r>
            <a:r>
              <a:rPr lang="en-US" dirty="0"/>
              <a:t> is the </a:t>
            </a:r>
            <a:r>
              <a:rPr lang="en-US" b="1" dirty="0">
                <a:solidFill>
                  <a:srgbClr val="FF0000"/>
                </a:solidFill>
              </a:rPr>
              <a:t>root</a:t>
            </a:r>
            <a:r>
              <a:rPr lang="en-US" dirty="0"/>
              <a:t>, </a:t>
            </a:r>
            <a:r>
              <a:rPr lang="en-US" b="1" dirty="0">
                <a:solidFill>
                  <a:srgbClr val="0070C0"/>
                </a:solidFill>
              </a:rPr>
              <a:t>node B</a:t>
            </a:r>
            <a:r>
              <a:rPr lang="en-US" dirty="0"/>
              <a:t> is a </a:t>
            </a:r>
            <a:r>
              <a:rPr lang="en-US" b="1" dirty="0">
                <a:solidFill>
                  <a:srgbClr val="FF0000"/>
                </a:solidFill>
              </a:rPr>
              <a:t>child</a:t>
            </a:r>
            <a:r>
              <a:rPr lang="en-US" dirty="0"/>
              <a:t> of </a:t>
            </a:r>
            <a:r>
              <a:rPr lang="en-US" b="1" dirty="0">
                <a:solidFill>
                  <a:srgbClr val="0070C0"/>
                </a:solidFill>
              </a:rPr>
              <a:t>node A</a:t>
            </a:r>
            <a:r>
              <a:rPr lang="en-US" dirty="0"/>
              <a:t>, and </a:t>
            </a:r>
            <a:r>
              <a:rPr lang="en-US" b="1" dirty="0">
                <a:solidFill>
                  <a:srgbClr val="0070C0"/>
                </a:solidFill>
              </a:rPr>
              <a:t>node C</a:t>
            </a:r>
            <a:r>
              <a:rPr lang="en-US" dirty="0"/>
              <a:t> is a </a:t>
            </a:r>
            <a:r>
              <a:rPr lang="en-US" b="1" dirty="0">
                <a:solidFill>
                  <a:srgbClr val="FF0000"/>
                </a:solidFill>
              </a:rPr>
              <a:t>child</a:t>
            </a:r>
            <a:r>
              <a:rPr lang="en-US" dirty="0"/>
              <a:t> of </a:t>
            </a:r>
            <a:r>
              <a:rPr lang="en-US" b="1" dirty="0">
                <a:solidFill>
                  <a:srgbClr val="0070C0"/>
                </a:solidFill>
              </a:rPr>
              <a:t>node B,</a:t>
            </a:r>
            <a:r>
              <a:rPr lang="en-US" dirty="0"/>
              <a:t> then </a:t>
            </a:r>
            <a:r>
              <a:rPr lang="en-US" b="1" dirty="0">
                <a:solidFill>
                  <a:srgbClr val="0070C0"/>
                </a:solidFill>
              </a:rPr>
              <a:t>node C</a:t>
            </a:r>
            <a:r>
              <a:rPr lang="en-US" dirty="0"/>
              <a:t> is a </a:t>
            </a:r>
            <a:r>
              <a:rPr lang="en-US" b="1" dirty="0">
                <a:solidFill>
                  <a:srgbClr val="FF0000"/>
                </a:solidFill>
              </a:rPr>
              <a:t>descendant</a:t>
            </a:r>
            <a:r>
              <a:rPr lang="en-US" dirty="0"/>
              <a:t> of both </a:t>
            </a:r>
            <a:r>
              <a:rPr lang="en-US" b="1" dirty="0">
                <a:solidFill>
                  <a:srgbClr val="0070C0"/>
                </a:solidFill>
              </a:rPr>
              <a:t>node B</a:t>
            </a:r>
            <a:r>
              <a:rPr lang="en-US" dirty="0"/>
              <a:t> and </a:t>
            </a:r>
            <a:r>
              <a:rPr lang="en-US" b="1" dirty="0">
                <a:solidFill>
                  <a:srgbClr val="0070C0"/>
                </a:solidFill>
              </a:rPr>
              <a:t>node A</a:t>
            </a:r>
            <a:r>
              <a:rPr lang="en-US" dirty="0"/>
              <a:t>. </a:t>
            </a:r>
            <a:r>
              <a:rPr lang="en-US" b="1" dirty="0">
                <a:solidFill>
                  <a:srgbClr val="0070C0"/>
                </a:solidFill>
              </a:rPr>
              <a:t>Node B</a:t>
            </a:r>
            <a:r>
              <a:rPr lang="en-US" dirty="0"/>
              <a:t> is also a </a:t>
            </a:r>
            <a:r>
              <a:rPr lang="en-US" b="1" dirty="0">
                <a:solidFill>
                  <a:srgbClr val="FF0000"/>
                </a:solidFill>
              </a:rPr>
              <a:t>descendant</a:t>
            </a:r>
            <a:r>
              <a:rPr lang="en-US" dirty="0"/>
              <a:t> of </a:t>
            </a:r>
            <a:r>
              <a:rPr lang="en-US" b="1" dirty="0">
                <a:solidFill>
                  <a:srgbClr val="0070C0"/>
                </a:solidFill>
              </a:rPr>
              <a:t>node A</a:t>
            </a:r>
            <a:r>
              <a:rPr lang="en-US" dirty="0"/>
              <a:t>.</a:t>
            </a:r>
            <a:endParaRPr lang="en-SG" dirty="0"/>
          </a:p>
          <a:p>
            <a:pPr marL="457200" lvl="1" indent="0">
              <a:buNone/>
              <a:defRPr/>
            </a:pPr>
            <a:endParaRPr lang="en-US" dirty="0">
              <a:ea typeface="+mn-ea"/>
            </a:endParaRPr>
          </a:p>
        </p:txBody>
      </p:sp>
    </p:spTree>
    <p:extLst>
      <p:ext uri="{BB962C8B-B14F-4D97-AF65-F5344CB8AC3E}">
        <p14:creationId xmlns:p14="http://schemas.microsoft.com/office/powerpoint/2010/main" val="87949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1B8A0-459F-6005-4CF2-524A2C3A69AE}"/>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8B66E33B-25C6-F3B4-9D12-DADAA7F11380}"/>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980CEAAF-0F73-940E-9B31-EA936479C688}"/>
              </a:ext>
            </a:extLst>
          </p:cNvPr>
          <p:cNvSpPr>
            <a:spLocks noGrp="1" noChangeArrowheads="1"/>
          </p:cNvSpPr>
          <p:nvPr>
            <p:ph idx="1"/>
          </p:nvPr>
        </p:nvSpPr>
        <p:spPr/>
        <p:txBody>
          <a:bodyPr rtlCol="0">
            <a:normAutofit fontScale="92500" lnSpcReduction="10000"/>
          </a:bodyPr>
          <a:lstStyle/>
          <a:p>
            <a:pPr marL="0" indent="0">
              <a:buNone/>
            </a:pPr>
            <a:r>
              <a:rPr lang="en-US" sz="3000" b="1" dirty="0"/>
              <a:t>Ancestor</a:t>
            </a:r>
          </a:p>
          <a:p>
            <a:r>
              <a:rPr lang="en-US" sz="2600" b="1" dirty="0"/>
              <a:t>Definition: </a:t>
            </a:r>
            <a:r>
              <a:rPr lang="en-US" sz="2600" dirty="0"/>
              <a:t>An ancestor of a node in a tree is any node that exists on the path from that node to the root. This includes the parent node, the grandparent node, and all the way up to the root node.</a:t>
            </a:r>
          </a:p>
          <a:p>
            <a:r>
              <a:rPr lang="en-US" sz="2600" b="1" dirty="0"/>
              <a:t>Example:</a:t>
            </a:r>
            <a:r>
              <a:rPr lang="en-US" sz="2600" dirty="0"/>
              <a:t> In a tree, if </a:t>
            </a:r>
            <a:r>
              <a:rPr lang="en-US" sz="2600" b="1" dirty="0">
                <a:solidFill>
                  <a:srgbClr val="0070C0"/>
                </a:solidFill>
              </a:rPr>
              <a:t>node A</a:t>
            </a:r>
            <a:r>
              <a:rPr lang="en-US" sz="2600" dirty="0"/>
              <a:t> is the </a:t>
            </a:r>
            <a:r>
              <a:rPr lang="en-US" sz="2600" b="1" dirty="0">
                <a:solidFill>
                  <a:srgbClr val="FF0000"/>
                </a:solidFill>
              </a:rPr>
              <a:t>root</a:t>
            </a:r>
            <a:r>
              <a:rPr lang="en-US" sz="2600" dirty="0"/>
              <a:t>, </a:t>
            </a:r>
            <a:r>
              <a:rPr lang="en-US" sz="2600" b="1" dirty="0">
                <a:solidFill>
                  <a:srgbClr val="0070C0"/>
                </a:solidFill>
              </a:rPr>
              <a:t>node B</a:t>
            </a:r>
            <a:r>
              <a:rPr lang="en-US" sz="2600" dirty="0"/>
              <a:t> is a </a:t>
            </a:r>
            <a:r>
              <a:rPr lang="en-US" sz="2600" b="1" dirty="0">
                <a:solidFill>
                  <a:srgbClr val="FF0000"/>
                </a:solidFill>
              </a:rPr>
              <a:t>child</a:t>
            </a:r>
            <a:r>
              <a:rPr lang="en-US" sz="2600" dirty="0"/>
              <a:t> of </a:t>
            </a:r>
            <a:r>
              <a:rPr lang="en-US" sz="2600" b="1" dirty="0">
                <a:solidFill>
                  <a:srgbClr val="0070C0"/>
                </a:solidFill>
              </a:rPr>
              <a:t>node A</a:t>
            </a:r>
            <a:r>
              <a:rPr lang="en-US" sz="2600" dirty="0"/>
              <a:t>, and </a:t>
            </a:r>
            <a:r>
              <a:rPr lang="en-US" sz="2600" b="1" dirty="0">
                <a:solidFill>
                  <a:srgbClr val="0070C0"/>
                </a:solidFill>
              </a:rPr>
              <a:t>node C</a:t>
            </a:r>
            <a:r>
              <a:rPr lang="en-US" sz="2600" dirty="0"/>
              <a:t> is a </a:t>
            </a:r>
            <a:r>
              <a:rPr lang="en-US" sz="2600" b="1" dirty="0">
                <a:solidFill>
                  <a:srgbClr val="FF0000"/>
                </a:solidFill>
              </a:rPr>
              <a:t>child</a:t>
            </a:r>
            <a:r>
              <a:rPr lang="en-US" sz="2600" dirty="0"/>
              <a:t> of </a:t>
            </a:r>
            <a:r>
              <a:rPr lang="en-US" sz="2600" b="1" dirty="0">
                <a:solidFill>
                  <a:srgbClr val="0070C0"/>
                </a:solidFill>
              </a:rPr>
              <a:t>node B</a:t>
            </a:r>
            <a:r>
              <a:rPr lang="en-US" sz="2600" dirty="0"/>
              <a:t>, then </a:t>
            </a:r>
            <a:r>
              <a:rPr lang="en-US" sz="2600" b="1" dirty="0">
                <a:solidFill>
                  <a:srgbClr val="0070C0"/>
                </a:solidFill>
              </a:rPr>
              <a:t>node A </a:t>
            </a:r>
            <a:r>
              <a:rPr lang="en-US" sz="2600" dirty="0"/>
              <a:t>is an </a:t>
            </a:r>
            <a:r>
              <a:rPr lang="en-US" sz="2600" b="1" dirty="0">
                <a:solidFill>
                  <a:srgbClr val="FF0000"/>
                </a:solidFill>
              </a:rPr>
              <a:t>ancestor</a:t>
            </a:r>
            <a:r>
              <a:rPr lang="en-US" sz="2600" dirty="0"/>
              <a:t> of both </a:t>
            </a:r>
            <a:r>
              <a:rPr lang="en-US" sz="2600" b="1" dirty="0">
                <a:solidFill>
                  <a:srgbClr val="0070C0"/>
                </a:solidFill>
              </a:rPr>
              <a:t>node B</a:t>
            </a:r>
            <a:r>
              <a:rPr lang="en-US" sz="2600" dirty="0"/>
              <a:t> and </a:t>
            </a:r>
            <a:r>
              <a:rPr lang="en-US" sz="2600" b="1" dirty="0">
                <a:solidFill>
                  <a:srgbClr val="0070C0"/>
                </a:solidFill>
              </a:rPr>
              <a:t>node C</a:t>
            </a:r>
            <a:r>
              <a:rPr lang="en-US" sz="2600" dirty="0"/>
              <a:t>. </a:t>
            </a:r>
            <a:r>
              <a:rPr lang="en-US" sz="2600" b="1" dirty="0">
                <a:solidFill>
                  <a:srgbClr val="0070C0"/>
                </a:solidFill>
              </a:rPr>
              <a:t>Node B</a:t>
            </a:r>
            <a:r>
              <a:rPr lang="en-US" sz="2600" dirty="0"/>
              <a:t> is also an </a:t>
            </a:r>
            <a:r>
              <a:rPr lang="en-US" sz="2600" b="1" dirty="0">
                <a:solidFill>
                  <a:srgbClr val="FF0000"/>
                </a:solidFill>
              </a:rPr>
              <a:t>ancestor </a:t>
            </a:r>
            <a:r>
              <a:rPr lang="en-US" sz="2600" dirty="0"/>
              <a:t>of </a:t>
            </a:r>
            <a:r>
              <a:rPr lang="en-US" sz="2600" b="1" dirty="0">
                <a:solidFill>
                  <a:srgbClr val="0070C0"/>
                </a:solidFill>
              </a:rPr>
              <a:t>node C</a:t>
            </a:r>
            <a:r>
              <a:rPr lang="en-US" sz="2600" dirty="0"/>
              <a:t>.</a:t>
            </a:r>
          </a:p>
          <a:p>
            <a:pPr marL="0" indent="0">
              <a:buNone/>
            </a:pPr>
            <a:r>
              <a:rPr lang="en-US" sz="3000" b="1" dirty="0"/>
              <a:t>Descendant</a:t>
            </a:r>
          </a:p>
          <a:p>
            <a:r>
              <a:rPr lang="en-US" sz="2600" b="1" dirty="0"/>
              <a:t>Definition: </a:t>
            </a:r>
            <a:r>
              <a:rPr lang="en-US" sz="2600" dirty="0"/>
              <a:t>A descendant of a node in a tree is any node that exists on the path from that node down to the leaves. This includes the </a:t>
            </a:r>
            <a:r>
              <a:rPr lang="en-US" sz="2600" b="1" dirty="0">
                <a:solidFill>
                  <a:srgbClr val="0070C0"/>
                </a:solidFill>
              </a:rPr>
              <a:t>children</a:t>
            </a:r>
            <a:r>
              <a:rPr lang="en-US" sz="2600" dirty="0"/>
              <a:t>, </a:t>
            </a:r>
            <a:r>
              <a:rPr lang="en-US" sz="2600" b="1" dirty="0">
                <a:solidFill>
                  <a:srgbClr val="0070C0"/>
                </a:solidFill>
              </a:rPr>
              <a:t>grandchildren</a:t>
            </a:r>
            <a:r>
              <a:rPr lang="en-US" sz="2600" dirty="0"/>
              <a:t>, and all nodes further down the tree.</a:t>
            </a:r>
          </a:p>
          <a:p>
            <a:r>
              <a:rPr lang="en-US" sz="2600" b="1" dirty="0"/>
              <a:t>Example:</a:t>
            </a:r>
            <a:r>
              <a:rPr lang="en-US" sz="2600" dirty="0"/>
              <a:t> In a tree, if </a:t>
            </a:r>
            <a:r>
              <a:rPr lang="en-US" sz="2600" b="1" dirty="0">
                <a:solidFill>
                  <a:srgbClr val="0070C0"/>
                </a:solidFill>
              </a:rPr>
              <a:t>node A</a:t>
            </a:r>
            <a:r>
              <a:rPr lang="en-US" sz="2600" dirty="0"/>
              <a:t> is the </a:t>
            </a:r>
            <a:r>
              <a:rPr lang="en-US" sz="2600" b="1" dirty="0">
                <a:solidFill>
                  <a:srgbClr val="FF0000"/>
                </a:solidFill>
              </a:rPr>
              <a:t>root</a:t>
            </a:r>
            <a:r>
              <a:rPr lang="en-US" sz="2600" dirty="0"/>
              <a:t>, </a:t>
            </a:r>
            <a:r>
              <a:rPr lang="en-US" sz="2600" b="1" dirty="0">
                <a:solidFill>
                  <a:srgbClr val="0070C0"/>
                </a:solidFill>
              </a:rPr>
              <a:t>node B</a:t>
            </a:r>
            <a:r>
              <a:rPr lang="en-US" sz="2600" dirty="0"/>
              <a:t> is a </a:t>
            </a:r>
            <a:r>
              <a:rPr lang="en-US" sz="2600" b="1" dirty="0">
                <a:solidFill>
                  <a:srgbClr val="FF0000"/>
                </a:solidFill>
              </a:rPr>
              <a:t>child</a:t>
            </a:r>
            <a:r>
              <a:rPr lang="en-US" sz="2600" dirty="0"/>
              <a:t> of </a:t>
            </a:r>
            <a:r>
              <a:rPr lang="en-US" sz="2600" b="1" dirty="0">
                <a:solidFill>
                  <a:srgbClr val="0070C0"/>
                </a:solidFill>
              </a:rPr>
              <a:t>node A</a:t>
            </a:r>
            <a:r>
              <a:rPr lang="en-US" sz="2600" dirty="0"/>
              <a:t>, and </a:t>
            </a:r>
            <a:r>
              <a:rPr lang="en-US" sz="2600" b="1" dirty="0">
                <a:solidFill>
                  <a:srgbClr val="0070C0"/>
                </a:solidFill>
              </a:rPr>
              <a:t>node C</a:t>
            </a:r>
            <a:r>
              <a:rPr lang="en-US" sz="2600" dirty="0"/>
              <a:t> is a </a:t>
            </a:r>
            <a:r>
              <a:rPr lang="en-US" sz="2600" b="1" dirty="0">
                <a:solidFill>
                  <a:srgbClr val="FF0000"/>
                </a:solidFill>
              </a:rPr>
              <a:t>child</a:t>
            </a:r>
            <a:r>
              <a:rPr lang="en-US" sz="2600" dirty="0"/>
              <a:t> of </a:t>
            </a:r>
            <a:r>
              <a:rPr lang="en-US" sz="2600" b="1" dirty="0">
                <a:solidFill>
                  <a:srgbClr val="0070C0"/>
                </a:solidFill>
              </a:rPr>
              <a:t>node B,</a:t>
            </a:r>
            <a:r>
              <a:rPr lang="en-US" sz="2600" dirty="0"/>
              <a:t> then </a:t>
            </a:r>
            <a:r>
              <a:rPr lang="en-US" sz="2600" b="1" dirty="0">
                <a:solidFill>
                  <a:srgbClr val="0070C0"/>
                </a:solidFill>
              </a:rPr>
              <a:t>node C</a:t>
            </a:r>
            <a:r>
              <a:rPr lang="en-US" sz="2600" dirty="0"/>
              <a:t> is a </a:t>
            </a:r>
            <a:r>
              <a:rPr lang="en-US" sz="2600" b="1" dirty="0">
                <a:solidFill>
                  <a:srgbClr val="FF0000"/>
                </a:solidFill>
              </a:rPr>
              <a:t>descendant</a:t>
            </a:r>
            <a:r>
              <a:rPr lang="en-US" sz="2600" dirty="0"/>
              <a:t> of both </a:t>
            </a:r>
            <a:r>
              <a:rPr lang="en-US" sz="2600" b="1" dirty="0">
                <a:solidFill>
                  <a:srgbClr val="0070C0"/>
                </a:solidFill>
              </a:rPr>
              <a:t>node B</a:t>
            </a:r>
            <a:r>
              <a:rPr lang="en-US" sz="2600" dirty="0"/>
              <a:t> and </a:t>
            </a:r>
            <a:r>
              <a:rPr lang="en-US" sz="2600" b="1" dirty="0">
                <a:solidFill>
                  <a:srgbClr val="0070C0"/>
                </a:solidFill>
              </a:rPr>
              <a:t>node A</a:t>
            </a:r>
            <a:r>
              <a:rPr lang="en-US" sz="2600" dirty="0"/>
              <a:t>. </a:t>
            </a:r>
            <a:r>
              <a:rPr lang="en-US" sz="2600" b="1" dirty="0">
                <a:solidFill>
                  <a:srgbClr val="0070C0"/>
                </a:solidFill>
              </a:rPr>
              <a:t>Node B</a:t>
            </a:r>
            <a:r>
              <a:rPr lang="en-US" sz="2600" dirty="0"/>
              <a:t> is also a </a:t>
            </a:r>
            <a:r>
              <a:rPr lang="en-US" sz="2600" b="1" dirty="0">
                <a:solidFill>
                  <a:srgbClr val="FF0000"/>
                </a:solidFill>
              </a:rPr>
              <a:t>descendant</a:t>
            </a:r>
            <a:r>
              <a:rPr lang="en-US" sz="2600" dirty="0"/>
              <a:t> of </a:t>
            </a:r>
            <a:r>
              <a:rPr lang="en-US" sz="2600" b="1" dirty="0">
                <a:solidFill>
                  <a:srgbClr val="0070C0"/>
                </a:solidFill>
              </a:rPr>
              <a:t>node A</a:t>
            </a:r>
            <a:r>
              <a:rPr lang="en-US" sz="2600" dirty="0"/>
              <a:t>.</a:t>
            </a:r>
            <a:endParaRPr lang="en-SG" sz="2600" dirty="0"/>
          </a:p>
          <a:p>
            <a:pPr marL="457200" lvl="1" indent="0">
              <a:buNone/>
              <a:defRPr/>
            </a:pPr>
            <a:endParaRPr lang="en-US" dirty="0">
              <a:ea typeface="+mn-ea"/>
            </a:endParaRPr>
          </a:p>
        </p:txBody>
      </p:sp>
    </p:spTree>
    <p:extLst>
      <p:ext uri="{BB962C8B-B14F-4D97-AF65-F5344CB8AC3E}">
        <p14:creationId xmlns:p14="http://schemas.microsoft.com/office/powerpoint/2010/main" val="2367563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E14A8-8B6C-48BC-4346-EE0AC0999C5F}"/>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26ECAB6A-3205-3279-1FCC-FA58D7CED43E}"/>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644F1131-DD4F-4BF5-56CA-DC68E1EAE581}"/>
              </a:ext>
            </a:extLst>
          </p:cNvPr>
          <p:cNvSpPr>
            <a:spLocks noGrp="1" noChangeArrowheads="1"/>
          </p:cNvSpPr>
          <p:nvPr>
            <p:ph idx="1"/>
          </p:nvPr>
        </p:nvSpPr>
        <p:spPr/>
        <p:txBody>
          <a:bodyPr rtlCol="0">
            <a:normAutofit/>
          </a:bodyPr>
          <a:lstStyle/>
          <a:p>
            <a:r>
              <a:rPr lang="en-US" dirty="0"/>
              <a:t>Similar to family tree concept</a:t>
            </a:r>
          </a:p>
          <a:p>
            <a:r>
              <a:rPr lang="en-US" dirty="0"/>
              <a:t>One special node: </a:t>
            </a:r>
            <a:r>
              <a:rPr lang="en-US" b="1" dirty="0">
                <a:solidFill>
                  <a:srgbClr val="FF0000"/>
                </a:solidFill>
              </a:rPr>
              <a:t>root</a:t>
            </a:r>
          </a:p>
          <a:p>
            <a:pPr marL="457200" lvl="1" indent="0">
              <a:buNone/>
              <a:defRPr/>
            </a:pPr>
            <a:endParaRPr lang="en-US" dirty="0">
              <a:ea typeface="+mn-ea"/>
            </a:endParaRPr>
          </a:p>
        </p:txBody>
      </p:sp>
      <p:grpSp>
        <p:nvGrpSpPr>
          <p:cNvPr id="2" name="Group 66">
            <a:extLst>
              <a:ext uri="{FF2B5EF4-FFF2-40B4-BE49-F238E27FC236}">
                <a16:creationId xmlns:a16="http://schemas.microsoft.com/office/drawing/2014/main" id="{E4A63E45-B1CC-A739-FBD6-2673E12AEDF3}"/>
              </a:ext>
            </a:extLst>
          </p:cNvPr>
          <p:cNvGrpSpPr>
            <a:grpSpLocks/>
          </p:cNvGrpSpPr>
          <p:nvPr/>
        </p:nvGrpSpPr>
        <p:grpSpPr bwMode="auto">
          <a:xfrm>
            <a:off x="8874198" y="1782158"/>
            <a:ext cx="2577931" cy="2110043"/>
            <a:chOff x="3264" y="1488"/>
            <a:chExt cx="2112" cy="1584"/>
          </a:xfrm>
        </p:grpSpPr>
        <p:sp>
          <p:nvSpPr>
            <p:cNvPr id="3" name="Oval 5">
              <a:extLst>
                <a:ext uri="{FF2B5EF4-FFF2-40B4-BE49-F238E27FC236}">
                  <a16:creationId xmlns:a16="http://schemas.microsoft.com/office/drawing/2014/main" id="{716C8C13-423E-678C-90B6-7CEAFE80AFFA}"/>
                </a:ext>
              </a:extLst>
            </p:cNvPr>
            <p:cNvSpPr>
              <a:spLocks noChangeArrowheads="1"/>
            </p:cNvSpPr>
            <p:nvPr/>
          </p:nvSpPr>
          <p:spPr bwMode="auto">
            <a:xfrm>
              <a:off x="4224" y="1488"/>
              <a:ext cx="288" cy="240"/>
            </a:xfrm>
            <a:prstGeom prst="ellipse">
              <a:avLst/>
            </a:prstGeom>
            <a:solidFill>
              <a:srgbClr val="BE8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A</a:t>
              </a:r>
            </a:p>
          </p:txBody>
        </p:sp>
        <p:sp>
          <p:nvSpPr>
            <p:cNvPr id="4" name="Oval 6">
              <a:extLst>
                <a:ext uri="{FF2B5EF4-FFF2-40B4-BE49-F238E27FC236}">
                  <a16:creationId xmlns:a16="http://schemas.microsoft.com/office/drawing/2014/main" id="{1996DB76-80B7-AA48-0BBA-AE97C3270050}"/>
                </a:ext>
              </a:extLst>
            </p:cNvPr>
            <p:cNvSpPr>
              <a:spLocks noChangeArrowheads="1"/>
            </p:cNvSpPr>
            <p:nvPr/>
          </p:nvSpPr>
          <p:spPr bwMode="auto">
            <a:xfrm>
              <a:off x="4032" y="192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C</a:t>
              </a:r>
            </a:p>
          </p:txBody>
        </p:sp>
        <p:sp>
          <p:nvSpPr>
            <p:cNvPr id="5" name="Oval 7">
              <a:extLst>
                <a:ext uri="{FF2B5EF4-FFF2-40B4-BE49-F238E27FC236}">
                  <a16:creationId xmlns:a16="http://schemas.microsoft.com/office/drawing/2014/main" id="{84B1A30F-5A3F-9072-2519-4A2CD54CEAA3}"/>
                </a:ext>
              </a:extLst>
            </p:cNvPr>
            <p:cNvSpPr>
              <a:spLocks noChangeArrowheads="1"/>
            </p:cNvSpPr>
            <p:nvPr/>
          </p:nvSpPr>
          <p:spPr bwMode="auto">
            <a:xfrm>
              <a:off x="3648"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B</a:t>
              </a:r>
            </a:p>
          </p:txBody>
        </p:sp>
        <p:sp>
          <p:nvSpPr>
            <p:cNvPr id="6" name="Oval 8">
              <a:extLst>
                <a:ext uri="{FF2B5EF4-FFF2-40B4-BE49-F238E27FC236}">
                  <a16:creationId xmlns:a16="http://schemas.microsoft.com/office/drawing/2014/main" id="{87A296DE-E99C-3BAA-3B7E-846620E6B634}"/>
                </a:ext>
              </a:extLst>
            </p:cNvPr>
            <p:cNvSpPr>
              <a:spLocks noChangeArrowheads="1"/>
            </p:cNvSpPr>
            <p:nvPr/>
          </p:nvSpPr>
          <p:spPr bwMode="auto">
            <a:xfrm>
              <a:off x="4416"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D</a:t>
              </a:r>
            </a:p>
          </p:txBody>
        </p:sp>
        <p:sp>
          <p:nvSpPr>
            <p:cNvPr id="7" name="Oval 9">
              <a:extLst>
                <a:ext uri="{FF2B5EF4-FFF2-40B4-BE49-F238E27FC236}">
                  <a16:creationId xmlns:a16="http://schemas.microsoft.com/office/drawing/2014/main" id="{8ABACB24-C96A-84E7-A903-2457C1128740}"/>
                </a:ext>
              </a:extLst>
            </p:cNvPr>
            <p:cNvSpPr>
              <a:spLocks noChangeArrowheads="1"/>
            </p:cNvSpPr>
            <p:nvPr/>
          </p:nvSpPr>
          <p:spPr bwMode="auto">
            <a:xfrm>
              <a:off x="4800"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E</a:t>
              </a:r>
            </a:p>
          </p:txBody>
        </p:sp>
        <p:sp>
          <p:nvSpPr>
            <p:cNvPr id="8" name="Oval 10">
              <a:extLst>
                <a:ext uri="{FF2B5EF4-FFF2-40B4-BE49-F238E27FC236}">
                  <a16:creationId xmlns:a16="http://schemas.microsoft.com/office/drawing/2014/main" id="{4A262523-47F7-5205-17A5-08FFB0750D94}"/>
                </a:ext>
              </a:extLst>
            </p:cNvPr>
            <p:cNvSpPr>
              <a:spLocks noChangeArrowheads="1"/>
            </p:cNvSpPr>
            <p:nvPr/>
          </p:nvSpPr>
          <p:spPr bwMode="auto">
            <a:xfrm>
              <a:off x="3600"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G</a:t>
              </a:r>
            </a:p>
          </p:txBody>
        </p:sp>
        <p:sp>
          <p:nvSpPr>
            <p:cNvPr id="9" name="Oval 11">
              <a:extLst>
                <a:ext uri="{FF2B5EF4-FFF2-40B4-BE49-F238E27FC236}">
                  <a16:creationId xmlns:a16="http://schemas.microsoft.com/office/drawing/2014/main" id="{87C51E5F-1B1C-73D2-6A3A-856867C7680E}"/>
                </a:ext>
              </a:extLst>
            </p:cNvPr>
            <p:cNvSpPr>
              <a:spLocks noChangeArrowheads="1"/>
            </p:cNvSpPr>
            <p:nvPr/>
          </p:nvSpPr>
          <p:spPr bwMode="auto">
            <a:xfrm>
              <a:off x="3264"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F</a:t>
              </a:r>
            </a:p>
          </p:txBody>
        </p:sp>
        <p:sp>
          <p:nvSpPr>
            <p:cNvPr id="10" name="Oval 12">
              <a:extLst>
                <a:ext uri="{FF2B5EF4-FFF2-40B4-BE49-F238E27FC236}">
                  <a16:creationId xmlns:a16="http://schemas.microsoft.com/office/drawing/2014/main" id="{618218CC-AE25-99E1-2E97-BD63CE40CE72}"/>
                </a:ext>
              </a:extLst>
            </p:cNvPr>
            <p:cNvSpPr>
              <a:spLocks noChangeArrowheads="1"/>
            </p:cNvSpPr>
            <p:nvPr/>
          </p:nvSpPr>
          <p:spPr bwMode="auto">
            <a:xfrm>
              <a:off x="3936"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H</a:t>
              </a:r>
            </a:p>
          </p:txBody>
        </p:sp>
        <p:sp>
          <p:nvSpPr>
            <p:cNvPr id="11" name="Oval 13">
              <a:extLst>
                <a:ext uri="{FF2B5EF4-FFF2-40B4-BE49-F238E27FC236}">
                  <a16:creationId xmlns:a16="http://schemas.microsoft.com/office/drawing/2014/main" id="{A1867B98-5F8F-9C67-CE78-279FBEA9B06F}"/>
                </a:ext>
              </a:extLst>
            </p:cNvPr>
            <p:cNvSpPr>
              <a:spLocks noChangeArrowheads="1"/>
            </p:cNvSpPr>
            <p:nvPr/>
          </p:nvSpPr>
          <p:spPr bwMode="auto">
            <a:xfrm>
              <a:off x="4752"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J</a:t>
              </a:r>
            </a:p>
          </p:txBody>
        </p:sp>
        <p:sp>
          <p:nvSpPr>
            <p:cNvPr id="12" name="Oval 14">
              <a:extLst>
                <a:ext uri="{FF2B5EF4-FFF2-40B4-BE49-F238E27FC236}">
                  <a16:creationId xmlns:a16="http://schemas.microsoft.com/office/drawing/2014/main" id="{DAB48D61-4E08-C3AE-CF97-7E9DBDA2E50C}"/>
                </a:ext>
              </a:extLst>
            </p:cNvPr>
            <p:cNvSpPr>
              <a:spLocks noChangeArrowheads="1"/>
            </p:cNvSpPr>
            <p:nvPr/>
          </p:nvSpPr>
          <p:spPr bwMode="auto">
            <a:xfrm>
              <a:off x="5088"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K</a:t>
              </a:r>
            </a:p>
          </p:txBody>
        </p:sp>
        <p:sp>
          <p:nvSpPr>
            <p:cNvPr id="13" name="Line 15">
              <a:extLst>
                <a:ext uri="{FF2B5EF4-FFF2-40B4-BE49-F238E27FC236}">
                  <a16:creationId xmlns:a16="http://schemas.microsoft.com/office/drawing/2014/main" id="{FBB4BE5E-9D74-7013-8F16-66DD9E27DA36}"/>
                </a:ext>
              </a:extLst>
            </p:cNvPr>
            <p:cNvSpPr>
              <a:spLocks noChangeShapeType="1"/>
            </p:cNvSpPr>
            <p:nvPr/>
          </p:nvSpPr>
          <p:spPr bwMode="auto">
            <a:xfrm flipV="1">
              <a:off x="3840"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4" name="Line 16">
              <a:extLst>
                <a:ext uri="{FF2B5EF4-FFF2-40B4-BE49-F238E27FC236}">
                  <a16:creationId xmlns:a16="http://schemas.microsoft.com/office/drawing/2014/main" id="{FE854B01-F0BF-5186-95B4-F96A00E54AC0}"/>
                </a:ext>
              </a:extLst>
            </p:cNvPr>
            <p:cNvSpPr>
              <a:spLocks noChangeShapeType="1"/>
            </p:cNvSpPr>
            <p:nvPr/>
          </p:nvSpPr>
          <p:spPr bwMode="auto">
            <a:xfrm flipV="1">
              <a:off x="4224"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5" name="Line 17">
              <a:extLst>
                <a:ext uri="{FF2B5EF4-FFF2-40B4-BE49-F238E27FC236}">
                  <a16:creationId xmlns:a16="http://schemas.microsoft.com/office/drawing/2014/main" id="{913E15EF-CB36-4CC2-BF8C-9B76EABF118C}"/>
                </a:ext>
              </a:extLst>
            </p:cNvPr>
            <p:cNvSpPr>
              <a:spLocks noChangeShapeType="1"/>
            </p:cNvSpPr>
            <p:nvPr/>
          </p:nvSpPr>
          <p:spPr bwMode="auto">
            <a:xfrm flipH="1" flipV="1">
              <a:off x="4368"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6" name="Line 18">
              <a:extLst>
                <a:ext uri="{FF2B5EF4-FFF2-40B4-BE49-F238E27FC236}">
                  <a16:creationId xmlns:a16="http://schemas.microsoft.com/office/drawing/2014/main" id="{04E10824-0D2B-1D96-65EF-C713384E1336}"/>
                </a:ext>
              </a:extLst>
            </p:cNvPr>
            <p:cNvSpPr>
              <a:spLocks noChangeShapeType="1"/>
            </p:cNvSpPr>
            <p:nvPr/>
          </p:nvSpPr>
          <p:spPr bwMode="auto">
            <a:xfrm flipH="1" flipV="1">
              <a:off x="4416"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7" name="Oval 19">
              <a:extLst>
                <a:ext uri="{FF2B5EF4-FFF2-40B4-BE49-F238E27FC236}">
                  <a16:creationId xmlns:a16="http://schemas.microsoft.com/office/drawing/2014/main" id="{2AC11765-A65D-98D3-4C8F-5E532DD0DD51}"/>
                </a:ext>
              </a:extLst>
            </p:cNvPr>
            <p:cNvSpPr>
              <a:spLocks noChangeArrowheads="1"/>
            </p:cNvSpPr>
            <p:nvPr/>
          </p:nvSpPr>
          <p:spPr bwMode="auto">
            <a:xfrm>
              <a:off x="4416"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I</a:t>
              </a:r>
            </a:p>
          </p:txBody>
        </p:sp>
        <p:sp>
          <p:nvSpPr>
            <p:cNvPr id="18" name="Line 20">
              <a:extLst>
                <a:ext uri="{FF2B5EF4-FFF2-40B4-BE49-F238E27FC236}">
                  <a16:creationId xmlns:a16="http://schemas.microsoft.com/office/drawing/2014/main" id="{1D7CD2F6-F4B9-54DC-988C-C06C905A7358}"/>
                </a:ext>
              </a:extLst>
            </p:cNvPr>
            <p:cNvSpPr>
              <a:spLocks noChangeShapeType="1"/>
            </p:cNvSpPr>
            <p:nvPr/>
          </p:nvSpPr>
          <p:spPr bwMode="auto">
            <a:xfrm flipV="1">
              <a:off x="3456" y="2160"/>
              <a:ext cx="28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9" name="Line 21">
              <a:extLst>
                <a:ext uri="{FF2B5EF4-FFF2-40B4-BE49-F238E27FC236}">
                  <a16:creationId xmlns:a16="http://schemas.microsoft.com/office/drawing/2014/main" id="{7655CB8D-99E6-8F8D-F052-A50412C1ACD3}"/>
                </a:ext>
              </a:extLst>
            </p:cNvPr>
            <p:cNvSpPr>
              <a:spLocks noChangeShapeType="1"/>
            </p:cNvSpPr>
            <p:nvPr/>
          </p:nvSpPr>
          <p:spPr bwMode="auto">
            <a:xfrm flipV="1">
              <a:off x="3744" y="2160"/>
              <a:ext cx="4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0" name="Line 22">
              <a:extLst>
                <a:ext uri="{FF2B5EF4-FFF2-40B4-BE49-F238E27FC236}">
                  <a16:creationId xmlns:a16="http://schemas.microsoft.com/office/drawing/2014/main" id="{5B26324F-168E-1E76-9277-1CE7CB6B23EC}"/>
                </a:ext>
              </a:extLst>
            </p:cNvPr>
            <p:cNvSpPr>
              <a:spLocks noChangeShapeType="1"/>
            </p:cNvSpPr>
            <p:nvPr/>
          </p:nvSpPr>
          <p:spPr bwMode="auto">
            <a:xfrm flipH="1" flipV="1">
              <a:off x="3840"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1" name="Line 23">
              <a:extLst>
                <a:ext uri="{FF2B5EF4-FFF2-40B4-BE49-F238E27FC236}">
                  <a16:creationId xmlns:a16="http://schemas.microsoft.com/office/drawing/2014/main" id="{222C2F95-84D4-7B27-E644-D7F1F1999351}"/>
                </a:ext>
              </a:extLst>
            </p:cNvPr>
            <p:cNvSpPr>
              <a:spLocks noChangeShapeType="1"/>
            </p:cNvSpPr>
            <p:nvPr/>
          </p:nvSpPr>
          <p:spPr bwMode="auto">
            <a:xfrm flipV="1">
              <a:off x="4560"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2" name="Line 24">
              <a:extLst>
                <a:ext uri="{FF2B5EF4-FFF2-40B4-BE49-F238E27FC236}">
                  <a16:creationId xmlns:a16="http://schemas.microsoft.com/office/drawing/2014/main" id="{57A0C6EB-41E5-C94F-9D89-D65385B9F8FF}"/>
                </a:ext>
              </a:extLst>
            </p:cNvPr>
            <p:cNvSpPr>
              <a:spLocks noChangeShapeType="1"/>
            </p:cNvSpPr>
            <p:nvPr/>
          </p:nvSpPr>
          <p:spPr bwMode="auto">
            <a:xfrm flipV="1">
              <a:off x="4896"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3" name="Line 25">
              <a:extLst>
                <a:ext uri="{FF2B5EF4-FFF2-40B4-BE49-F238E27FC236}">
                  <a16:creationId xmlns:a16="http://schemas.microsoft.com/office/drawing/2014/main" id="{53CEE3E3-31A6-33E8-7E84-E9C02D35C31B}"/>
                </a:ext>
              </a:extLst>
            </p:cNvPr>
            <p:cNvSpPr>
              <a:spLocks noChangeShapeType="1"/>
            </p:cNvSpPr>
            <p:nvPr/>
          </p:nvSpPr>
          <p:spPr bwMode="auto">
            <a:xfrm flipH="1" flipV="1">
              <a:off x="4992"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4" name="Oval 26">
              <a:extLst>
                <a:ext uri="{FF2B5EF4-FFF2-40B4-BE49-F238E27FC236}">
                  <a16:creationId xmlns:a16="http://schemas.microsoft.com/office/drawing/2014/main" id="{4353F1D7-7763-040E-553F-4543262B2D0F}"/>
                </a:ext>
              </a:extLst>
            </p:cNvPr>
            <p:cNvSpPr>
              <a:spLocks noChangeArrowheads="1"/>
            </p:cNvSpPr>
            <p:nvPr/>
          </p:nvSpPr>
          <p:spPr bwMode="auto">
            <a:xfrm>
              <a:off x="3744"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L</a:t>
              </a:r>
            </a:p>
          </p:txBody>
        </p:sp>
        <p:sp>
          <p:nvSpPr>
            <p:cNvPr id="25" name="Oval 27">
              <a:extLst>
                <a:ext uri="{FF2B5EF4-FFF2-40B4-BE49-F238E27FC236}">
                  <a16:creationId xmlns:a16="http://schemas.microsoft.com/office/drawing/2014/main" id="{E4B7A6BE-8260-55B2-11FC-25FDCF088DAD}"/>
                </a:ext>
              </a:extLst>
            </p:cNvPr>
            <p:cNvSpPr>
              <a:spLocks noChangeArrowheads="1"/>
            </p:cNvSpPr>
            <p:nvPr/>
          </p:nvSpPr>
          <p:spPr bwMode="auto">
            <a:xfrm>
              <a:off x="4128"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M</a:t>
              </a:r>
            </a:p>
          </p:txBody>
        </p:sp>
        <p:sp>
          <p:nvSpPr>
            <p:cNvPr id="26" name="Line 28">
              <a:extLst>
                <a:ext uri="{FF2B5EF4-FFF2-40B4-BE49-F238E27FC236}">
                  <a16:creationId xmlns:a16="http://schemas.microsoft.com/office/drawing/2014/main" id="{6B7BB7B2-A51B-4718-E60C-768F66124B90}"/>
                </a:ext>
              </a:extLst>
            </p:cNvPr>
            <p:cNvSpPr>
              <a:spLocks noChangeShapeType="1"/>
            </p:cNvSpPr>
            <p:nvPr/>
          </p:nvSpPr>
          <p:spPr bwMode="auto">
            <a:xfrm flipV="1">
              <a:off x="3888"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7" name="Line 29">
              <a:extLst>
                <a:ext uri="{FF2B5EF4-FFF2-40B4-BE49-F238E27FC236}">
                  <a16:creationId xmlns:a16="http://schemas.microsoft.com/office/drawing/2014/main" id="{948716AE-212F-5F4A-5C62-CBA59E7F47C3}"/>
                </a:ext>
              </a:extLst>
            </p:cNvPr>
            <p:cNvSpPr>
              <a:spLocks noChangeShapeType="1"/>
            </p:cNvSpPr>
            <p:nvPr/>
          </p:nvSpPr>
          <p:spPr bwMode="auto">
            <a:xfrm flipH="1" flipV="1">
              <a:off x="4080"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8" name="Oval 30">
              <a:extLst>
                <a:ext uri="{FF2B5EF4-FFF2-40B4-BE49-F238E27FC236}">
                  <a16:creationId xmlns:a16="http://schemas.microsoft.com/office/drawing/2014/main" id="{0FF465CE-0C17-E4D2-0068-34185BAD640D}"/>
                </a:ext>
              </a:extLst>
            </p:cNvPr>
            <p:cNvSpPr>
              <a:spLocks noChangeArrowheads="1"/>
            </p:cNvSpPr>
            <p:nvPr/>
          </p:nvSpPr>
          <p:spPr bwMode="auto">
            <a:xfrm>
              <a:off x="4752"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N</a:t>
              </a:r>
            </a:p>
          </p:txBody>
        </p:sp>
        <p:sp>
          <p:nvSpPr>
            <p:cNvPr id="29" name="Line 31">
              <a:extLst>
                <a:ext uri="{FF2B5EF4-FFF2-40B4-BE49-F238E27FC236}">
                  <a16:creationId xmlns:a16="http://schemas.microsoft.com/office/drawing/2014/main" id="{FD57EE30-3781-DB13-84B3-E28467725FB0}"/>
                </a:ext>
              </a:extLst>
            </p:cNvPr>
            <p:cNvSpPr>
              <a:spLocks noChangeShapeType="1"/>
            </p:cNvSpPr>
            <p:nvPr/>
          </p:nvSpPr>
          <p:spPr bwMode="auto">
            <a:xfrm flipV="1">
              <a:off x="4896" y="2640"/>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grpSp>
      <p:grpSp>
        <p:nvGrpSpPr>
          <p:cNvPr id="30" name="Group 60">
            <a:extLst>
              <a:ext uri="{FF2B5EF4-FFF2-40B4-BE49-F238E27FC236}">
                <a16:creationId xmlns:a16="http://schemas.microsoft.com/office/drawing/2014/main" id="{A90F64A0-4F33-EED5-CED7-63D3145C29B9}"/>
              </a:ext>
            </a:extLst>
          </p:cNvPr>
          <p:cNvGrpSpPr>
            <a:grpSpLocks/>
          </p:cNvGrpSpPr>
          <p:nvPr/>
        </p:nvGrpSpPr>
        <p:grpSpPr bwMode="auto">
          <a:xfrm>
            <a:off x="10500702" y="1267380"/>
            <a:ext cx="717068" cy="640636"/>
            <a:chOff x="4560" y="905"/>
            <a:chExt cx="720" cy="689"/>
          </a:xfrm>
        </p:grpSpPr>
        <p:sp>
          <p:nvSpPr>
            <p:cNvPr id="31" name="Text Box 33">
              <a:extLst>
                <a:ext uri="{FF2B5EF4-FFF2-40B4-BE49-F238E27FC236}">
                  <a16:creationId xmlns:a16="http://schemas.microsoft.com/office/drawing/2014/main" id="{929A9693-767A-422F-EDE9-57D862AC7803}"/>
                </a:ext>
              </a:extLst>
            </p:cNvPr>
            <p:cNvSpPr txBox="1">
              <a:spLocks noChangeArrowheads="1"/>
            </p:cNvSpPr>
            <p:nvPr/>
          </p:nvSpPr>
          <p:spPr bwMode="auto">
            <a:xfrm>
              <a:off x="4608" y="905"/>
              <a:ext cx="672" cy="3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eaLnBrk="0" fontAlgn="base" hangingPunct="0">
                <a:spcBef>
                  <a:spcPct val="50000"/>
                </a:spcBef>
                <a:spcAft>
                  <a:spcPct val="0"/>
                </a:spcAft>
              </a:pPr>
              <a:r>
                <a:rPr lang="en-US" altLang="zh-CN" sz="1600" dirty="0">
                  <a:solidFill>
                    <a:schemeClr val="tx1"/>
                  </a:solidFill>
                  <a:ea typeface="宋体" panose="02010600030101010101" pitchFamily="2" charset="-122"/>
                </a:rPr>
                <a:t>root</a:t>
              </a:r>
              <a:endParaRPr lang="en-US" altLang="zh-CN" sz="1600" dirty="0">
                <a:solidFill>
                  <a:schemeClr val="tx1"/>
                </a:solidFill>
                <a:latin typeface="Times" panose="02020603050405020304" pitchFamily="18" charset="0"/>
                <a:ea typeface="宋体" panose="02010600030101010101" pitchFamily="2" charset="-122"/>
              </a:endParaRPr>
            </a:p>
          </p:txBody>
        </p:sp>
        <p:sp>
          <p:nvSpPr>
            <p:cNvPr id="32" name="Freeform 34">
              <a:extLst>
                <a:ext uri="{FF2B5EF4-FFF2-40B4-BE49-F238E27FC236}">
                  <a16:creationId xmlns:a16="http://schemas.microsoft.com/office/drawing/2014/main" id="{3D65B9B6-0656-0CE0-792D-E82FFCF26FDF}"/>
                </a:ext>
              </a:extLst>
            </p:cNvPr>
            <p:cNvSpPr>
              <a:spLocks/>
            </p:cNvSpPr>
            <p:nvPr/>
          </p:nvSpPr>
          <p:spPr bwMode="auto">
            <a:xfrm>
              <a:off x="4560" y="1249"/>
              <a:ext cx="288" cy="345"/>
            </a:xfrm>
            <a:custGeom>
              <a:avLst/>
              <a:gdLst>
                <a:gd name="T0" fmla="*/ 288 w 288"/>
                <a:gd name="T1" fmla="*/ 0 h 344"/>
                <a:gd name="T2" fmla="*/ 192 w 288"/>
                <a:gd name="T3" fmla="*/ 289 h 344"/>
                <a:gd name="T4" fmla="*/ 0 w 288"/>
                <a:gd name="T5" fmla="*/ 337 h 344"/>
                <a:gd name="T6" fmla="*/ 0 60000 65536"/>
                <a:gd name="T7" fmla="*/ 0 60000 65536"/>
                <a:gd name="T8" fmla="*/ 0 60000 65536"/>
              </a:gdLst>
              <a:ahLst/>
              <a:cxnLst>
                <a:cxn ang="T6">
                  <a:pos x="T0" y="T1"/>
                </a:cxn>
                <a:cxn ang="T7">
                  <a:pos x="T2" y="T3"/>
                </a:cxn>
                <a:cxn ang="T8">
                  <a:pos x="T4" y="T5"/>
                </a:cxn>
              </a:cxnLst>
              <a:rect l="0" t="0" r="r" b="b"/>
              <a:pathLst>
                <a:path w="288" h="344">
                  <a:moveTo>
                    <a:pt x="288" y="0"/>
                  </a:moveTo>
                  <a:cubicBezTo>
                    <a:pt x="264" y="116"/>
                    <a:pt x="240" y="232"/>
                    <a:pt x="192" y="288"/>
                  </a:cubicBezTo>
                  <a:cubicBezTo>
                    <a:pt x="144" y="344"/>
                    <a:pt x="72" y="340"/>
                    <a:pt x="0" y="336"/>
                  </a:cubicBez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400">
                <a:latin typeface="Comic Sans MS" panose="030F0702030302020204" pitchFamily="66" charset="0"/>
              </a:endParaRPr>
            </a:p>
          </p:txBody>
        </p:sp>
      </p:grpSp>
    </p:spTree>
    <p:extLst>
      <p:ext uri="{BB962C8B-B14F-4D97-AF65-F5344CB8AC3E}">
        <p14:creationId xmlns:p14="http://schemas.microsoft.com/office/powerpoint/2010/main" val="4280466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9BAB9-2412-5F4B-267C-901025BD3E6C}"/>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1448851E-F7BF-F104-E26A-02C9E9A0AE0D}"/>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36BFFA38-7CFC-29D8-9541-D23AC715E635}"/>
              </a:ext>
            </a:extLst>
          </p:cNvPr>
          <p:cNvSpPr>
            <a:spLocks noGrp="1" noChangeArrowheads="1"/>
          </p:cNvSpPr>
          <p:nvPr>
            <p:ph idx="1"/>
          </p:nvPr>
        </p:nvSpPr>
        <p:spPr/>
        <p:txBody>
          <a:bodyPr rtlCol="0">
            <a:normAutofit/>
          </a:bodyPr>
          <a:lstStyle/>
          <a:p>
            <a:r>
              <a:rPr lang="en-US" dirty="0"/>
              <a:t>Similar to family tree concept</a:t>
            </a:r>
          </a:p>
          <a:p>
            <a:r>
              <a:rPr lang="en-US" dirty="0"/>
              <a:t>One special node: </a:t>
            </a:r>
            <a:r>
              <a:rPr lang="en-US" b="1" dirty="0">
                <a:solidFill>
                  <a:srgbClr val="FF0000"/>
                </a:solidFill>
              </a:rPr>
              <a:t>root</a:t>
            </a:r>
          </a:p>
          <a:p>
            <a:r>
              <a:rPr lang="en-US" dirty="0"/>
              <a:t>Each node can have many children</a:t>
            </a:r>
            <a:br>
              <a:rPr lang="en-US" dirty="0"/>
            </a:br>
            <a:r>
              <a:rPr lang="en-US" b="1" dirty="0"/>
              <a:t>A has four </a:t>
            </a:r>
            <a:r>
              <a:rPr lang="en-US" b="1" dirty="0">
                <a:solidFill>
                  <a:srgbClr val="FF0000"/>
                </a:solidFill>
              </a:rPr>
              <a:t>children</a:t>
            </a:r>
            <a:r>
              <a:rPr lang="en-US" b="1" dirty="0"/>
              <a:t>: B, C, D, E</a:t>
            </a:r>
          </a:p>
          <a:p>
            <a:pPr marL="0" indent="0">
              <a:buNone/>
            </a:pPr>
            <a:endParaRPr lang="en-US" dirty="0"/>
          </a:p>
          <a:p>
            <a:pPr marL="457200" lvl="1" indent="0">
              <a:buNone/>
              <a:defRPr/>
            </a:pPr>
            <a:endParaRPr lang="en-US" dirty="0">
              <a:ea typeface="+mn-ea"/>
            </a:endParaRPr>
          </a:p>
        </p:txBody>
      </p:sp>
      <p:grpSp>
        <p:nvGrpSpPr>
          <p:cNvPr id="2" name="Group 66">
            <a:extLst>
              <a:ext uri="{FF2B5EF4-FFF2-40B4-BE49-F238E27FC236}">
                <a16:creationId xmlns:a16="http://schemas.microsoft.com/office/drawing/2014/main" id="{E6DA8BA5-D8B6-CDE5-B13D-D8FEDF074EEB}"/>
              </a:ext>
            </a:extLst>
          </p:cNvPr>
          <p:cNvGrpSpPr>
            <a:grpSpLocks/>
          </p:cNvGrpSpPr>
          <p:nvPr/>
        </p:nvGrpSpPr>
        <p:grpSpPr bwMode="auto">
          <a:xfrm>
            <a:off x="8874198" y="1782158"/>
            <a:ext cx="2577931" cy="2110043"/>
            <a:chOff x="3264" y="1488"/>
            <a:chExt cx="2112" cy="1584"/>
          </a:xfrm>
        </p:grpSpPr>
        <p:sp>
          <p:nvSpPr>
            <p:cNvPr id="3" name="Oval 5">
              <a:extLst>
                <a:ext uri="{FF2B5EF4-FFF2-40B4-BE49-F238E27FC236}">
                  <a16:creationId xmlns:a16="http://schemas.microsoft.com/office/drawing/2014/main" id="{7CA4EAD6-4569-2A9B-328C-D129BF098353}"/>
                </a:ext>
              </a:extLst>
            </p:cNvPr>
            <p:cNvSpPr>
              <a:spLocks noChangeArrowheads="1"/>
            </p:cNvSpPr>
            <p:nvPr/>
          </p:nvSpPr>
          <p:spPr bwMode="auto">
            <a:xfrm>
              <a:off x="4224" y="1488"/>
              <a:ext cx="288" cy="240"/>
            </a:xfrm>
            <a:prstGeom prst="ellipse">
              <a:avLst/>
            </a:prstGeom>
            <a:solidFill>
              <a:srgbClr val="BE8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A</a:t>
              </a:r>
            </a:p>
          </p:txBody>
        </p:sp>
        <p:sp>
          <p:nvSpPr>
            <p:cNvPr id="4" name="Oval 6">
              <a:extLst>
                <a:ext uri="{FF2B5EF4-FFF2-40B4-BE49-F238E27FC236}">
                  <a16:creationId xmlns:a16="http://schemas.microsoft.com/office/drawing/2014/main" id="{3DFA659C-3355-EB9A-4A1C-73A07360FFBF}"/>
                </a:ext>
              </a:extLst>
            </p:cNvPr>
            <p:cNvSpPr>
              <a:spLocks noChangeArrowheads="1"/>
            </p:cNvSpPr>
            <p:nvPr/>
          </p:nvSpPr>
          <p:spPr bwMode="auto">
            <a:xfrm>
              <a:off x="4032" y="192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C</a:t>
              </a:r>
            </a:p>
          </p:txBody>
        </p:sp>
        <p:sp>
          <p:nvSpPr>
            <p:cNvPr id="5" name="Oval 7">
              <a:extLst>
                <a:ext uri="{FF2B5EF4-FFF2-40B4-BE49-F238E27FC236}">
                  <a16:creationId xmlns:a16="http://schemas.microsoft.com/office/drawing/2014/main" id="{2215220C-6436-4F61-CC2D-58C90C5D401F}"/>
                </a:ext>
              </a:extLst>
            </p:cNvPr>
            <p:cNvSpPr>
              <a:spLocks noChangeArrowheads="1"/>
            </p:cNvSpPr>
            <p:nvPr/>
          </p:nvSpPr>
          <p:spPr bwMode="auto">
            <a:xfrm>
              <a:off x="3648"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B</a:t>
              </a:r>
            </a:p>
          </p:txBody>
        </p:sp>
        <p:sp>
          <p:nvSpPr>
            <p:cNvPr id="6" name="Oval 8">
              <a:extLst>
                <a:ext uri="{FF2B5EF4-FFF2-40B4-BE49-F238E27FC236}">
                  <a16:creationId xmlns:a16="http://schemas.microsoft.com/office/drawing/2014/main" id="{E4FAD4EA-EA08-F4FA-452A-E95BCB7BE889}"/>
                </a:ext>
              </a:extLst>
            </p:cNvPr>
            <p:cNvSpPr>
              <a:spLocks noChangeArrowheads="1"/>
            </p:cNvSpPr>
            <p:nvPr/>
          </p:nvSpPr>
          <p:spPr bwMode="auto">
            <a:xfrm>
              <a:off x="4416"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D</a:t>
              </a:r>
            </a:p>
          </p:txBody>
        </p:sp>
        <p:sp>
          <p:nvSpPr>
            <p:cNvPr id="7" name="Oval 9">
              <a:extLst>
                <a:ext uri="{FF2B5EF4-FFF2-40B4-BE49-F238E27FC236}">
                  <a16:creationId xmlns:a16="http://schemas.microsoft.com/office/drawing/2014/main" id="{CA7391FC-0F85-26E4-6DE1-FC456FCE2919}"/>
                </a:ext>
              </a:extLst>
            </p:cNvPr>
            <p:cNvSpPr>
              <a:spLocks noChangeArrowheads="1"/>
            </p:cNvSpPr>
            <p:nvPr/>
          </p:nvSpPr>
          <p:spPr bwMode="auto">
            <a:xfrm>
              <a:off x="4800"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E</a:t>
              </a:r>
            </a:p>
          </p:txBody>
        </p:sp>
        <p:sp>
          <p:nvSpPr>
            <p:cNvPr id="8" name="Oval 10">
              <a:extLst>
                <a:ext uri="{FF2B5EF4-FFF2-40B4-BE49-F238E27FC236}">
                  <a16:creationId xmlns:a16="http://schemas.microsoft.com/office/drawing/2014/main" id="{4F712268-11FD-DFB6-ED8E-EE21BBBDDEFD}"/>
                </a:ext>
              </a:extLst>
            </p:cNvPr>
            <p:cNvSpPr>
              <a:spLocks noChangeArrowheads="1"/>
            </p:cNvSpPr>
            <p:nvPr/>
          </p:nvSpPr>
          <p:spPr bwMode="auto">
            <a:xfrm>
              <a:off x="3600"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G</a:t>
              </a:r>
            </a:p>
          </p:txBody>
        </p:sp>
        <p:sp>
          <p:nvSpPr>
            <p:cNvPr id="9" name="Oval 11">
              <a:extLst>
                <a:ext uri="{FF2B5EF4-FFF2-40B4-BE49-F238E27FC236}">
                  <a16:creationId xmlns:a16="http://schemas.microsoft.com/office/drawing/2014/main" id="{FD04570D-ADDA-BE43-D10A-C8CC166B2F12}"/>
                </a:ext>
              </a:extLst>
            </p:cNvPr>
            <p:cNvSpPr>
              <a:spLocks noChangeArrowheads="1"/>
            </p:cNvSpPr>
            <p:nvPr/>
          </p:nvSpPr>
          <p:spPr bwMode="auto">
            <a:xfrm>
              <a:off x="3264"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F</a:t>
              </a:r>
            </a:p>
          </p:txBody>
        </p:sp>
        <p:sp>
          <p:nvSpPr>
            <p:cNvPr id="10" name="Oval 12">
              <a:extLst>
                <a:ext uri="{FF2B5EF4-FFF2-40B4-BE49-F238E27FC236}">
                  <a16:creationId xmlns:a16="http://schemas.microsoft.com/office/drawing/2014/main" id="{6C194768-7CFF-6707-77B8-3FAAFA750370}"/>
                </a:ext>
              </a:extLst>
            </p:cNvPr>
            <p:cNvSpPr>
              <a:spLocks noChangeArrowheads="1"/>
            </p:cNvSpPr>
            <p:nvPr/>
          </p:nvSpPr>
          <p:spPr bwMode="auto">
            <a:xfrm>
              <a:off x="3936"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H</a:t>
              </a:r>
            </a:p>
          </p:txBody>
        </p:sp>
        <p:sp>
          <p:nvSpPr>
            <p:cNvPr id="11" name="Oval 13">
              <a:extLst>
                <a:ext uri="{FF2B5EF4-FFF2-40B4-BE49-F238E27FC236}">
                  <a16:creationId xmlns:a16="http://schemas.microsoft.com/office/drawing/2014/main" id="{AAB56C32-B55A-78C3-B1DF-F2BCF9A271CB}"/>
                </a:ext>
              </a:extLst>
            </p:cNvPr>
            <p:cNvSpPr>
              <a:spLocks noChangeArrowheads="1"/>
            </p:cNvSpPr>
            <p:nvPr/>
          </p:nvSpPr>
          <p:spPr bwMode="auto">
            <a:xfrm>
              <a:off x="4752"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J</a:t>
              </a:r>
            </a:p>
          </p:txBody>
        </p:sp>
        <p:sp>
          <p:nvSpPr>
            <p:cNvPr id="12" name="Oval 14">
              <a:extLst>
                <a:ext uri="{FF2B5EF4-FFF2-40B4-BE49-F238E27FC236}">
                  <a16:creationId xmlns:a16="http://schemas.microsoft.com/office/drawing/2014/main" id="{957E72D5-19BA-F36A-B63E-0DA004342FC8}"/>
                </a:ext>
              </a:extLst>
            </p:cNvPr>
            <p:cNvSpPr>
              <a:spLocks noChangeArrowheads="1"/>
            </p:cNvSpPr>
            <p:nvPr/>
          </p:nvSpPr>
          <p:spPr bwMode="auto">
            <a:xfrm>
              <a:off x="5088"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K</a:t>
              </a:r>
            </a:p>
          </p:txBody>
        </p:sp>
        <p:sp>
          <p:nvSpPr>
            <p:cNvPr id="13" name="Line 15">
              <a:extLst>
                <a:ext uri="{FF2B5EF4-FFF2-40B4-BE49-F238E27FC236}">
                  <a16:creationId xmlns:a16="http://schemas.microsoft.com/office/drawing/2014/main" id="{B542940E-44A0-A022-61FD-B88007F6BDA2}"/>
                </a:ext>
              </a:extLst>
            </p:cNvPr>
            <p:cNvSpPr>
              <a:spLocks noChangeShapeType="1"/>
            </p:cNvSpPr>
            <p:nvPr/>
          </p:nvSpPr>
          <p:spPr bwMode="auto">
            <a:xfrm flipV="1">
              <a:off x="3840"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4" name="Line 16">
              <a:extLst>
                <a:ext uri="{FF2B5EF4-FFF2-40B4-BE49-F238E27FC236}">
                  <a16:creationId xmlns:a16="http://schemas.microsoft.com/office/drawing/2014/main" id="{99DF60CD-2C30-9AC7-A466-1DCCB5DBD514}"/>
                </a:ext>
              </a:extLst>
            </p:cNvPr>
            <p:cNvSpPr>
              <a:spLocks noChangeShapeType="1"/>
            </p:cNvSpPr>
            <p:nvPr/>
          </p:nvSpPr>
          <p:spPr bwMode="auto">
            <a:xfrm flipV="1">
              <a:off x="4224"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5" name="Line 17">
              <a:extLst>
                <a:ext uri="{FF2B5EF4-FFF2-40B4-BE49-F238E27FC236}">
                  <a16:creationId xmlns:a16="http://schemas.microsoft.com/office/drawing/2014/main" id="{DD8576DD-DF35-D9EC-85EF-42194434863B}"/>
                </a:ext>
              </a:extLst>
            </p:cNvPr>
            <p:cNvSpPr>
              <a:spLocks noChangeShapeType="1"/>
            </p:cNvSpPr>
            <p:nvPr/>
          </p:nvSpPr>
          <p:spPr bwMode="auto">
            <a:xfrm flipH="1" flipV="1">
              <a:off x="4368"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6" name="Line 18">
              <a:extLst>
                <a:ext uri="{FF2B5EF4-FFF2-40B4-BE49-F238E27FC236}">
                  <a16:creationId xmlns:a16="http://schemas.microsoft.com/office/drawing/2014/main" id="{7041453F-F7C2-2718-6D30-E4DDA27C525B}"/>
                </a:ext>
              </a:extLst>
            </p:cNvPr>
            <p:cNvSpPr>
              <a:spLocks noChangeShapeType="1"/>
            </p:cNvSpPr>
            <p:nvPr/>
          </p:nvSpPr>
          <p:spPr bwMode="auto">
            <a:xfrm flipH="1" flipV="1">
              <a:off x="4416"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7" name="Oval 19">
              <a:extLst>
                <a:ext uri="{FF2B5EF4-FFF2-40B4-BE49-F238E27FC236}">
                  <a16:creationId xmlns:a16="http://schemas.microsoft.com/office/drawing/2014/main" id="{C7A43E74-8122-D936-A77E-BE219DF44291}"/>
                </a:ext>
              </a:extLst>
            </p:cNvPr>
            <p:cNvSpPr>
              <a:spLocks noChangeArrowheads="1"/>
            </p:cNvSpPr>
            <p:nvPr/>
          </p:nvSpPr>
          <p:spPr bwMode="auto">
            <a:xfrm>
              <a:off x="4416"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I</a:t>
              </a:r>
            </a:p>
          </p:txBody>
        </p:sp>
        <p:sp>
          <p:nvSpPr>
            <p:cNvPr id="18" name="Line 20">
              <a:extLst>
                <a:ext uri="{FF2B5EF4-FFF2-40B4-BE49-F238E27FC236}">
                  <a16:creationId xmlns:a16="http://schemas.microsoft.com/office/drawing/2014/main" id="{4D34B14B-8011-ECA1-B323-D04FA827F333}"/>
                </a:ext>
              </a:extLst>
            </p:cNvPr>
            <p:cNvSpPr>
              <a:spLocks noChangeShapeType="1"/>
            </p:cNvSpPr>
            <p:nvPr/>
          </p:nvSpPr>
          <p:spPr bwMode="auto">
            <a:xfrm flipV="1">
              <a:off x="3456" y="2160"/>
              <a:ext cx="28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9" name="Line 21">
              <a:extLst>
                <a:ext uri="{FF2B5EF4-FFF2-40B4-BE49-F238E27FC236}">
                  <a16:creationId xmlns:a16="http://schemas.microsoft.com/office/drawing/2014/main" id="{EC12F828-D542-BC96-5830-5387B3D4CE30}"/>
                </a:ext>
              </a:extLst>
            </p:cNvPr>
            <p:cNvSpPr>
              <a:spLocks noChangeShapeType="1"/>
            </p:cNvSpPr>
            <p:nvPr/>
          </p:nvSpPr>
          <p:spPr bwMode="auto">
            <a:xfrm flipV="1">
              <a:off x="3744" y="2160"/>
              <a:ext cx="4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0" name="Line 22">
              <a:extLst>
                <a:ext uri="{FF2B5EF4-FFF2-40B4-BE49-F238E27FC236}">
                  <a16:creationId xmlns:a16="http://schemas.microsoft.com/office/drawing/2014/main" id="{DD9E6021-56D8-B4A9-4D0A-4C9C2A9DB140}"/>
                </a:ext>
              </a:extLst>
            </p:cNvPr>
            <p:cNvSpPr>
              <a:spLocks noChangeShapeType="1"/>
            </p:cNvSpPr>
            <p:nvPr/>
          </p:nvSpPr>
          <p:spPr bwMode="auto">
            <a:xfrm flipH="1" flipV="1">
              <a:off x="3840"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1" name="Line 23">
              <a:extLst>
                <a:ext uri="{FF2B5EF4-FFF2-40B4-BE49-F238E27FC236}">
                  <a16:creationId xmlns:a16="http://schemas.microsoft.com/office/drawing/2014/main" id="{C31362B3-AD08-1236-6073-650C2AB5C21A}"/>
                </a:ext>
              </a:extLst>
            </p:cNvPr>
            <p:cNvSpPr>
              <a:spLocks noChangeShapeType="1"/>
            </p:cNvSpPr>
            <p:nvPr/>
          </p:nvSpPr>
          <p:spPr bwMode="auto">
            <a:xfrm flipV="1">
              <a:off x="4560"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2" name="Line 24">
              <a:extLst>
                <a:ext uri="{FF2B5EF4-FFF2-40B4-BE49-F238E27FC236}">
                  <a16:creationId xmlns:a16="http://schemas.microsoft.com/office/drawing/2014/main" id="{FCA89CDC-F7D6-3DEE-7897-013BE765F27B}"/>
                </a:ext>
              </a:extLst>
            </p:cNvPr>
            <p:cNvSpPr>
              <a:spLocks noChangeShapeType="1"/>
            </p:cNvSpPr>
            <p:nvPr/>
          </p:nvSpPr>
          <p:spPr bwMode="auto">
            <a:xfrm flipV="1">
              <a:off x="4896"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3" name="Line 25">
              <a:extLst>
                <a:ext uri="{FF2B5EF4-FFF2-40B4-BE49-F238E27FC236}">
                  <a16:creationId xmlns:a16="http://schemas.microsoft.com/office/drawing/2014/main" id="{D5D1FFB0-8882-805B-3F19-6168F5F763CA}"/>
                </a:ext>
              </a:extLst>
            </p:cNvPr>
            <p:cNvSpPr>
              <a:spLocks noChangeShapeType="1"/>
            </p:cNvSpPr>
            <p:nvPr/>
          </p:nvSpPr>
          <p:spPr bwMode="auto">
            <a:xfrm flipH="1" flipV="1">
              <a:off x="4992"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4" name="Oval 26">
              <a:extLst>
                <a:ext uri="{FF2B5EF4-FFF2-40B4-BE49-F238E27FC236}">
                  <a16:creationId xmlns:a16="http://schemas.microsoft.com/office/drawing/2014/main" id="{9EA05CC6-AB26-8313-C4F4-DA5BFF11C731}"/>
                </a:ext>
              </a:extLst>
            </p:cNvPr>
            <p:cNvSpPr>
              <a:spLocks noChangeArrowheads="1"/>
            </p:cNvSpPr>
            <p:nvPr/>
          </p:nvSpPr>
          <p:spPr bwMode="auto">
            <a:xfrm>
              <a:off x="3744"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L</a:t>
              </a:r>
            </a:p>
          </p:txBody>
        </p:sp>
        <p:sp>
          <p:nvSpPr>
            <p:cNvPr id="25" name="Oval 27">
              <a:extLst>
                <a:ext uri="{FF2B5EF4-FFF2-40B4-BE49-F238E27FC236}">
                  <a16:creationId xmlns:a16="http://schemas.microsoft.com/office/drawing/2014/main" id="{A0C5DBC7-BA11-4DA4-8396-8B4170B1831B}"/>
                </a:ext>
              </a:extLst>
            </p:cNvPr>
            <p:cNvSpPr>
              <a:spLocks noChangeArrowheads="1"/>
            </p:cNvSpPr>
            <p:nvPr/>
          </p:nvSpPr>
          <p:spPr bwMode="auto">
            <a:xfrm>
              <a:off x="4128"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M</a:t>
              </a:r>
            </a:p>
          </p:txBody>
        </p:sp>
        <p:sp>
          <p:nvSpPr>
            <p:cNvPr id="26" name="Line 28">
              <a:extLst>
                <a:ext uri="{FF2B5EF4-FFF2-40B4-BE49-F238E27FC236}">
                  <a16:creationId xmlns:a16="http://schemas.microsoft.com/office/drawing/2014/main" id="{6C7E0CCD-6EDE-465C-51BF-373A30F017F5}"/>
                </a:ext>
              </a:extLst>
            </p:cNvPr>
            <p:cNvSpPr>
              <a:spLocks noChangeShapeType="1"/>
            </p:cNvSpPr>
            <p:nvPr/>
          </p:nvSpPr>
          <p:spPr bwMode="auto">
            <a:xfrm flipV="1">
              <a:off x="3888"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7" name="Line 29">
              <a:extLst>
                <a:ext uri="{FF2B5EF4-FFF2-40B4-BE49-F238E27FC236}">
                  <a16:creationId xmlns:a16="http://schemas.microsoft.com/office/drawing/2014/main" id="{E800FFFD-FE96-954E-2AE9-E73F018EB44A}"/>
                </a:ext>
              </a:extLst>
            </p:cNvPr>
            <p:cNvSpPr>
              <a:spLocks noChangeShapeType="1"/>
            </p:cNvSpPr>
            <p:nvPr/>
          </p:nvSpPr>
          <p:spPr bwMode="auto">
            <a:xfrm flipH="1" flipV="1">
              <a:off x="4080"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8" name="Oval 30">
              <a:extLst>
                <a:ext uri="{FF2B5EF4-FFF2-40B4-BE49-F238E27FC236}">
                  <a16:creationId xmlns:a16="http://schemas.microsoft.com/office/drawing/2014/main" id="{20CD1D62-E3D2-741F-FF8E-DD15B448231E}"/>
                </a:ext>
              </a:extLst>
            </p:cNvPr>
            <p:cNvSpPr>
              <a:spLocks noChangeArrowheads="1"/>
            </p:cNvSpPr>
            <p:nvPr/>
          </p:nvSpPr>
          <p:spPr bwMode="auto">
            <a:xfrm>
              <a:off x="4752"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N</a:t>
              </a:r>
            </a:p>
          </p:txBody>
        </p:sp>
        <p:sp>
          <p:nvSpPr>
            <p:cNvPr id="29" name="Line 31">
              <a:extLst>
                <a:ext uri="{FF2B5EF4-FFF2-40B4-BE49-F238E27FC236}">
                  <a16:creationId xmlns:a16="http://schemas.microsoft.com/office/drawing/2014/main" id="{AF3C5D4E-373F-B9E4-C291-033B1593038F}"/>
                </a:ext>
              </a:extLst>
            </p:cNvPr>
            <p:cNvSpPr>
              <a:spLocks noChangeShapeType="1"/>
            </p:cNvSpPr>
            <p:nvPr/>
          </p:nvSpPr>
          <p:spPr bwMode="auto">
            <a:xfrm flipV="1">
              <a:off x="4896" y="2640"/>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grpSp>
      <p:grpSp>
        <p:nvGrpSpPr>
          <p:cNvPr id="30" name="Group 60">
            <a:extLst>
              <a:ext uri="{FF2B5EF4-FFF2-40B4-BE49-F238E27FC236}">
                <a16:creationId xmlns:a16="http://schemas.microsoft.com/office/drawing/2014/main" id="{37A54A36-F353-95DB-0B9E-0D621BA080B5}"/>
              </a:ext>
            </a:extLst>
          </p:cNvPr>
          <p:cNvGrpSpPr>
            <a:grpSpLocks/>
          </p:cNvGrpSpPr>
          <p:nvPr/>
        </p:nvGrpSpPr>
        <p:grpSpPr bwMode="auto">
          <a:xfrm>
            <a:off x="10500702" y="1267380"/>
            <a:ext cx="717068" cy="640636"/>
            <a:chOff x="4560" y="905"/>
            <a:chExt cx="720" cy="689"/>
          </a:xfrm>
        </p:grpSpPr>
        <p:sp>
          <p:nvSpPr>
            <p:cNvPr id="31" name="Text Box 33">
              <a:extLst>
                <a:ext uri="{FF2B5EF4-FFF2-40B4-BE49-F238E27FC236}">
                  <a16:creationId xmlns:a16="http://schemas.microsoft.com/office/drawing/2014/main" id="{178580FB-AB2C-7E98-6CC2-0ACCCE580729}"/>
                </a:ext>
              </a:extLst>
            </p:cNvPr>
            <p:cNvSpPr txBox="1">
              <a:spLocks noChangeArrowheads="1"/>
            </p:cNvSpPr>
            <p:nvPr/>
          </p:nvSpPr>
          <p:spPr bwMode="auto">
            <a:xfrm>
              <a:off x="4608" y="905"/>
              <a:ext cx="672" cy="3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eaLnBrk="0" fontAlgn="base" hangingPunct="0">
                <a:spcBef>
                  <a:spcPct val="50000"/>
                </a:spcBef>
                <a:spcAft>
                  <a:spcPct val="0"/>
                </a:spcAft>
              </a:pPr>
              <a:r>
                <a:rPr lang="en-US" altLang="zh-CN" sz="1600" dirty="0">
                  <a:solidFill>
                    <a:schemeClr val="tx1"/>
                  </a:solidFill>
                  <a:ea typeface="宋体" panose="02010600030101010101" pitchFamily="2" charset="-122"/>
                </a:rPr>
                <a:t>root</a:t>
              </a:r>
              <a:endParaRPr lang="en-US" altLang="zh-CN" sz="1600" dirty="0">
                <a:solidFill>
                  <a:schemeClr val="tx1"/>
                </a:solidFill>
                <a:latin typeface="Times" panose="02020603050405020304" pitchFamily="18" charset="0"/>
                <a:ea typeface="宋体" panose="02010600030101010101" pitchFamily="2" charset="-122"/>
              </a:endParaRPr>
            </a:p>
          </p:txBody>
        </p:sp>
        <p:sp>
          <p:nvSpPr>
            <p:cNvPr id="32" name="Freeform 34">
              <a:extLst>
                <a:ext uri="{FF2B5EF4-FFF2-40B4-BE49-F238E27FC236}">
                  <a16:creationId xmlns:a16="http://schemas.microsoft.com/office/drawing/2014/main" id="{65151F40-D7B8-2D05-0EE4-BE4437173394}"/>
                </a:ext>
              </a:extLst>
            </p:cNvPr>
            <p:cNvSpPr>
              <a:spLocks/>
            </p:cNvSpPr>
            <p:nvPr/>
          </p:nvSpPr>
          <p:spPr bwMode="auto">
            <a:xfrm>
              <a:off x="4560" y="1249"/>
              <a:ext cx="288" cy="345"/>
            </a:xfrm>
            <a:custGeom>
              <a:avLst/>
              <a:gdLst>
                <a:gd name="T0" fmla="*/ 288 w 288"/>
                <a:gd name="T1" fmla="*/ 0 h 344"/>
                <a:gd name="T2" fmla="*/ 192 w 288"/>
                <a:gd name="T3" fmla="*/ 289 h 344"/>
                <a:gd name="T4" fmla="*/ 0 w 288"/>
                <a:gd name="T5" fmla="*/ 337 h 344"/>
                <a:gd name="T6" fmla="*/ 0 60000 65536"/>
                <a:gd name="T7" fmla="*/ 0 60000 65536"/>
                <a:gd name="T8" fmla="*/ 0 60000 65536"/>
              </a:gdLst>
              <a:ahLst/>
              <a:cxnLst>
                <a:cxn ang="T6">
                  <a:pos x="T0" y="T1"/>
                </a:cxn>
                <a:cxn ang="T7">
                  <a:pos x="T2" y="T3"/>
                </a:cxn>
                <a:cxn ang="T8">
                  <a:pos x="T4" y="T5"/>
                </a:cxn>
              </a:cxnLst>
              <a:rect l="0" t="0" r="r" b="b"/>
              <a:pathLst>
                <a:path w="288" h="344">
                  <a:moveTo>
                    <a:pt x="288" y="0"/>
                  </a:moveTo>
                  <a:cubicBezTo>
                    <a:pt x="264" y="116"/>
                    <a:pt x="240" y="232"/>
                    <a:pt x="192" y="288"/>
                  </a:cubicBezTo>
                  <a:cubicBezTo>
                    <a:pt x="144" y="344"/>
                    <a:pt x="72" y="340"/>
                    <a:pt x="0" y="336"/>
                  </a:cubicBez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400">
                <a:latin typeface="Comic Sans MS" panose="030F0702030302020204" pitchFamily="66" charset="0"/>
              </a:endParaRPr>
            </a:p>
          </p:txBody>
        </p:sp>
      </p:grpSp>
    </p:spTree>
    <p:extLst>
      <p:ext uri="{BB962C8B-B14F-4D97-AF65-F5344CB8AC3E}">
        <p14:creationId xmlns:p14="http://schemas.microsoft.com/office/powerpoint/2010/main" val="1789214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F3ED4-A29D-4D19-4F5C-39E13473FB01}"/>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004C8DF2-282B-AB79-002F-9AEAE087A7CF}"/>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F3F441EE-9485-9483-5677-9253554F78EB}"/>
              </a:ext>
            </a:extLst>
          </p:cNvPr>
          <p:cNvSpPr>
            <a:spLocks noGrp="1" noChangeArrowheads="1"/>
          </p:cNvSpPr>
          <p:nvPr>
            <p:ph idx="1"/>
          </p:nvPr>
        </p:nvSpPr>
        <p:spPr/>
        <p:txBody>
          <a:bodyPr rtlCol="0">
            <a:normAutofit/>
          </a:bodyPr>
          <a:lstStyle/>
          <a:p>
            <a:r>
              <a:rPr lang="en-US" dirty="0"/>
              <a:t>Similar to family tree concept</a:t>
            </a:r>
          </a:p>
          <a:p>
            <a:r>
              <a:rPr lang="en-US" dirty="0"/>
              <a:t>One special node: </a:t>
            </a:r>
            <a:r>
              <a:rPr lang="en-US" b="1" dirty="0">
                <a:solidFill>
                  <a:srgbClr val="FF0000"/>
                </a:solidFill>
              </a:rPr>
              <a:t>root</a:t>
            </a:r>
          </a:p>
          <a:p>
            <a:r>
              <a:rPr lang="en-US" dirty="0"/>
              <a:t>Each node can have many children</a:t>
            </a:r>
            <a:br>
              <a:rPr lang="en-US" dirty="0"/>
            </a:br>
            <a:r>
              <a:rPr lang="en-US" b="1" dirty="0"/>
              <a:t>A has four </a:t>
            </a:r>
            <a:r>
              <a:rPr lang="en-US" b="1" dirty="0">
                <a:solidFill>
                  <a:srgbClr val="FF0000"/>
                </a:solidFill>
              </a:rPr>
              <a:t>children</a:t>
            </a:r>
            <a:r>
              <a:rPr lang="en-US" b="1" dirty="0"/>
              <a:t>: B, C, D, E</a:t>
            </a:r>
          </a:p>
          <a:p>
            <a:r>
              <a:rPr lang="en-US" dirty="0"/>
              <a:t>Each node (except the root) has a parent node</a:t>
            </a:r>
          </a:p>
          <a:p>
            <a:r>
              <a:rPr lang="en-US" b="1" dirty="0"/>
              <a:t>A is the </a:t>
            </a:r>
            <a:r>
              <a:rPr lang="en-US" b="1" dirty="0">
                <a:solidFill>
                  <a:srgbClr val="FF0000"/>
                </a:solidFill>
              </a:rPr>
              <a:t>parent</a:t>
            </a:r>
            <a:r>
              <a:rPr lang="en-US" b="1" dirty="0"/>
              <a:t> of B, C, D, E </a:t>
            </a:r>
          </a:p>
          <a:p>
            <a:r>
              <a:rPr lang="en-US" dirty="0"/>
              <a:t>Other children of your parent are your siblings</a:t>
            </a:r>
          </a:p>
          <a:p>
            <a:r>
              <a:rPr lang="en-US" b="1" dirty="0"/>
              <a:t>B, C, D and E are </a:t>
            </a:r>
            <a:r>
              <a:rPr lang="en-US" b="1" dirty="0">
                <a:solidFill>
                  <a:srgbClr val="FF0000"/>
                </a:solidFill>
              </a:rPr>
              <a:t>siblings</a:t>
            </a:r>
          </a:p>
          <a:p>
            <a:pPr marL="457200" lvl="1" indent="0">
              <a:buNone/>
              <a:defRPr/>
            </a:pPr>
            <a:endParaRPr lang="en-US" dirty="0">
              <a:ea typeface="+mn-ea"/>
            </a:endParaRPr>
          </a:p>
        </p:txBody>
      </p:sp>
      <p:grpSp>
        <p:nvGrpSpPr>
          <p:cNvPr id="2" name="Group 66">
            <a:extLst>
              <a:ext uri="{FF2B5EF4-FFF2-40B4-BE49-F238E27FC236}">
                <a16:creationId xmlns:a16="http://schemas.microsoft.com/office/drawing/2014/main" id="{663BABE2-C876-736C-17F2-7B349C3C24E9}"/>
              </a:ext>
            </a:extLst>
          </p:cNvPr>
          <p:cNvGrpSpPr>
            <a:grpSpLocks/>
          </p:cNvGrpSpPr>
          <p:nvPr/>
        </p:nvGrpSpPr>
        <p:grpSpPr bwMode="auto">
          <a:xfrm>
            <a:off x="8874198" y="1782158"/>
            <a:ext cx="2577931" cy="2110043"/>
            <a:chOff x="3264" y="1488"/>
            <a:chExt cx="2112" cy="1584"/>
          </a:xfrm>
        </p:grpSpPr>
        <p:sp>
          <p:nvSpPr>
            <p:cNvPr id="3" name="Oval 5">
              <a:extLst>
                <a:ext uri="{FF2B5EF4-FFF2-40B4-BE49-F238E27FC236}">
                  <a16:creationId xmlns:a16="http://schemas.microsoft.com/office/drawing/2014/main" id="{FA3E941F-C71B-3A81-50FA-088B5C9AFFD9}"/>
                </a:ext>
              </a:extLst>
            </p:cNvPr>
            <p:cNvSpPr>
              <a:spLocks noChangeArrowheads="1"/>
            </p:cNvSpPr>
            <p:nvPr/>
          </p:nvSpPr>
          <p:spPr bwMode="auto">
            <a:xfrm>
              <a:off x="4224" y="1488"/>
              <a:ext cx="288" cy="240"/>
            </a:xfrm>
            <a:prstGeom prst="ellipse">
              <a:avLst/>
            </a:prstGeom>
            <a:solidFill>
              <a:srgbClr val="BE8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A</a:t>
              </a:r>
            </a:p>
          </p:txBody>
        </p:sp>
        <p:sp>
          <p:nvSpPr>
            <p:cNvPr id="4" name="Oval 6">
              <a:extLst>
                <a:ext uri="{FF2B5EF4-FFF2-40B4-BE49-F238E27FC236}">
                  <a16:creationId xmlns:a16="http://schemas.microsoft.com/office/drawing/2014/main" id="{AAABC733-2558-EBAD-6134-E999E0F41188}"/>
                </a:ext>
              </a:extLst>
            </p:cNvPr>
            <p:cNvSpPr>
              <a:spLocks noChangeArrowheads="1"/>
            </p:cNvSpPr>
            <p:nvPr/>
          </p:nvSpPr>
          <p:spPr bwMode="auto">
            <a:xfrm>
              <a:off x="4032" y="192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C</a:t>
              </a:r>
            </a:p>
          </p:txBody>
        </p:sp>
        <p:sp>
          <p:nvSpPr>
            <p:cNvPr id="5" name="Oval 7">
              <a:extLst>
                <a:ext uri="{FF2B5EF4-FFF2-40B4-BE49-F238E27FC236}">
                  <a16:creationId xmlns:a16="http://schemas.microsoft.com/office/drawing/2014/main" id="{59EA7A29-4853-5DB9-8820-425871171F9F}"/>
                </a:ext>
              </a:extLst>
            </p:cNvPr>
            <p:cNvSpPr>
              <a:spLocks noChangeArrowheads="1"/>
            </p:cNvSpPr>
            <p:nvPr/>
          </p:nvSpPr>
          <p:spPr bwMode="auto">
            <a:xfrm>
              <a:off x="3648"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B</a:t>
              </a:r>
            </a:p>
          </p:txBody>
        </p:sp>
        <p:sp>
          <p:nvSpPr>
            <p:cNvPr id="6" name="Oval 8">
              <a:extLst>
                <a:ext uri="{FF2B5EF4-FFF2-40B4-BE49-F238E27FC236}">
                  <a16:creationId xmlns:a16="http://schemas.microsoft.com/office/drawing/2014/main" id="{6014E028-6D7A-5F80-9006-A34B976C18A1}"/>
                </a:ext>
              </a:extLst>
            </p:cNvPr>
            <p:cNvSpPr>
              <a:spLocks noChangeArrowheads="1"/>
            </p:cNvSpPr>
            <p:nvPr/>
          </p:nvSpPr>
          <p:spPr bwMode="auto">
            <a:xfrm>
              <a:off x="4416"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D</a:t>
              </a:r>
            </a:p>
          </p:txBody>
        </p:sp>
        <p:sp>
          <p:nvSpPr>
            <p:cNvPr id="7" name="Oval 9">
              <a:extLst>
                <a:ext uri="{FF2B5EF4-FFF2-40B4-BE49-F238E27FC236}">
                  <a16:creationId xmlns:a16="http://schemas.microsoft.com/office/drawing/2014/main" id="{EB2C220E-0A4B-1F0E-5F12-E7C02E421B01}"/>
                </a:ext>
              </a:extLst>
            </p:cNvPr>
            <p:cNvSpPr>
              <a:spLocks noChangeArrowheads="1"/>
            </p:cNvSpPr>
            <p:nvPr/>
          </p:nvSpPr>
          <p:spPr bwMode="auto">
            <a:xfrm>
              <a:off x="4800"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E</a:t>
              </a:r>
            </a:p>
          </p:txBody>
        </p:sp>
        <p:sp>
          <p:nvSpPr>
            <p:cNvPr id="8" name="Oval 10">
              <a:extLst>
                <a:ext uri="{FF2B5EF4-FFF2-40B4-BE49-F238E27FC236}">
                  <a16:creationId xmlns:a16="http://schemas.microsoft.com/office/drawing/2014/main" id="{497356DC-3DC4-790A-F960-91DCD1CC1057}"/>
                </a:ext>
              </a:extLst>
            </p:cNvPr>
            <p:cNvSpPr>
              <a:spLocks noChangeArrowheads="1"/>
            </p:cNvSpPr>
            <p:nvPr/>
          </p:nvSpPr>
          <p:spPr bwMode="auto">
            <a:xfrm>
              <a:off x="3600"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G</a:t>
              </a:r>
            </a:p>
          </p:txBody>
        </p:sp>
        <p:sp>
          <p:nvSpPr>
            <p:cNvPr id="9" name="Oval 11">
              <a:extLst>
                <a:ext uri="{FF2B5EF4-FFF2-40B4-BE49-F238E27FC236}">
                  <a16:creationId xmlns:a16="http://schemas.microsoft.com/office/drawing/2014/main" id="{1F02740C-AC8F-4E0A-4DB8-28CA5B516ABA}"/>
                </a:ext>
              </a:extLst>
            </p:cNvPr>
            <p:cNvSpPr>
              <a:spLocks noChangeArrowheads="1"/>
            </p:cNvSpPr>
            <p:nvPr/>
          </p:nvSpPr>
          <p:spPr bwMode="auto">
            <a:xfrm>
              <a:off x="3264"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F</a:t>
              </a:r>
            </a:p>
          </p:txBody>
        </p:sp>
        <p:sp>
          <p:nvSpPr>
            <p:cNvPr id="10" name="Oval 12">
              <a:extLst>
                <a:ext uri="{FF2B5EF4-FFF2-40B4-BE49-F238E27FC236}">
                  <a16:creationId xmlns:a16="http://schemas.microsoft.com/office/drawing/2014/main" id="{5EFA8BDF-81F5-142F-C201-AAA8F6779CB7}"/>
                </a:ext>
              </a:extLst>
            </p:cNvPr>
            <p:cNvSpPr>
              <a:spLocks noChangeArrowheads="1"/>
            </p:cNvSpPr>
            <p:nvPr/>
          </p:nvSpPr>
          <p:spPr bwMode="auto">
            <a:xfrm>
              <a:off x="3936"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H</a:t>
              </a:r>
            </a:p>
          </p:txBody>
        </p:sp>
        <p:sp>
          <p:nvSpPr>
            <p:cNvPr id="11" name="Oval 13">
              <a:extLst>
                <a:ext uri="{FF2B5EF4-FFF2-40B4-BE49-F238E27FC236}">
                  <a16:creationId xmlns:a16="http://schemas.microsoft.com/office/drawing/2014/main" id="{882834CB-059E-0491-5EEE-18C3AD9B51E6}"/>
                </a:ext>
              </a:extLst>
            </p:cNvPr>
            <p:cNvSpPr>
              <a:spLocks noChangeArrowheads="1"/>
            </p:cNvSpPr>
            <p:nvPr/>
          </p:nvSpPr>
          <p:spPr bwMode="auto">
            <a:xfrm>
              <a:off x="4752"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J</a:t>
              </a:r>
            </a:p>
          </p:txBody>
        </p:sp>
        <p:sp>
          <p:nvSpPr>
            <p:cNvPr id="12" name="Oval 14">
              <a:extLst>
                <a:ext uri="{FF2B5EF4-FFF2-40B4-BE49-F238E27FC236}">
                  <a16:creationId xmlns:a16="http://schemas.microsoft.com/office/drawing/2014/main" id="{2B5DC98A-B2DE-A3DB-4902-B765B4D58FC5}"/>
                </a:ext>
              </a:extLst>
            </p:cNvPr>
            <p:cNvSpPr>
              <a:spLocks noChangeArrowheads="1"/>
            </p:cNvSpPr>
            <p:nvPr/>
          </p:nvSpPr>
          <p:spPr bwMode="auto">
            <a:xfrm>
              <a:off x="5088"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K</a:t>
              </a:r>
            </a:p>
          </p:txBody>
        </p:sp>
        <p:sp>
          <p:nvSpPr>
            <p:cNvPr id="13" name="Line 15">
              <a:extLst>
                <a:ext uri="{FF2B5EF4-FFF2-40B4-BE49-F238E27FC236}">
                  <a16:creationId xmlns:a16="http://schemas.microsoft.com/office/drawing/2014/main" id="{E0A576A4-0476-5704-2AFF-D492EF913032}"/>
                </a:ext>
              </a:extLst>
            </p:cNvPr>
            <p:cNvSpPr>
              <a:spLocks noChangeShapeType="1"/>
            </p:cNvSpPr>
            <p:nvPr/>
          </p:nvSpPr>
          <p:spPr bwMode="auto">
            <a:xfrm flipV="1">
              <a:off x="3840"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4" name="Line 16">
              <a:extLst>
                <a:ext uri="{FF2B5EF4-FFF2-40B4-BE49-F238E27FC236}">
                  <a16:creationId xmlns:a16="http://schemas.microsoft.com/office/drawing/2014/main" id="{78311C7A-7290-2A3F-7C08-57EE0CA34E2A}"/>
                </a:ext>
              </a:extLst>
            </p:cNvPr>
            <p:cNvSpPr>
              <a:spLocks noChangeShapeType="1"/>
            </p:cNvSpPr>
            <p:nvPr/>
          </p:nvSpPr>
          <p:spPr bwMode="auto">
            <a:xfrm flipV="1">
              <a:off x="4224"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5" name="Line 17">
              <a:extLst>
                <a:ext uri="{FF2B5EF4-FFF2-40B4-BE49-F238E27FC236}">
                  <a16:creationId xmlns:a16="http://schemas.microsoft.com/office/drawing/2014/main" id="{D9FD88BA-7E77-5B29-CBEA-26F6E214897F}"/>
                </a:ext>
              </a:extLst>
            </p:cNvPr>
            <p:cNvSpPr>
              <a:spLocks noChangeShapeType="1"/>
            </p:cNvSpPr>
            <p:nvPr/>
          </p:nvSpPr>
          <p:spPr bwMode="auto">
            <a:xfrm flipH="1" flipV="1">
              <a:off x="4368"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6" name="Line 18">
              <a:extLst>
                <a:ext uri="{FF2B5EF4-FFF2-40B4-BE49-F238E27FC236}">
                  <a16:creationId xmlns:a16="http://schemas.microsoft.com/office/drawing/2014/main" id="{A6333E2B-AA61-2C3B-70FC-38BF7A88DA52}"/>
                </a:ext>
              </a:extLst>
            </p:cNvPr>
            <p:cNvSpPr>
              <a:spLocks noChangeShapeType="1"/>
            </p:cNvSpPr>
            <p:nvPr/>
          </p:nvSpPr>
          <p:spPr bwMode="auto">
            <a:xfrm flipH="1" flipV="1">
              <a:off x="4416"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7" name="Oval 19">
              <a:extLst>
                <a:ext uri="{FF2B5EF4-FFF2-40B4-BE49-F238E27FC236}">
                  <a16:creationId xmlns:a16="http://schemas.microsoft.com/office/drawing/2014/main" id="{1F937721-3515-8B45-D5BF-2D74B702832C}"/>
                </a:ext>
              </a:extLst>
            </p:cNvPr>
            <p:cNvSpPr>
              <a:spLocks noChangeArrowheads="1"/>
            </p:cNvSpPr>
            <p:nvPr/>
          </p:nvSpPr>
          <p:spPr bwMode="auto">
            <a:xfrm>
              <a:off x="4416"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I</a:t>
              </a:r>
            </a:p>
          </p:txBody>
        </p:sp>
        <p:sp>
          <p:nvSpPr>
            <p:cNvPr id="18" name="Line 20">
              <a:extLst>
                <a:ext uri="{FF2B5EF4-FFF2-40B4-BE49-F238E27FC236}">
                  <a16:creationId xmlns:a16="http://schemas.microsoft.com/office/drawing/2014/main" id="{E227A39F-B719-3EC0-A0FE-30B32A2E8EFA}"/>
                </a:ext>
              </a:extLst>
            </p:cNvPr>
            <p:cNvSpPr>
              <a:spLocks noChangeShapeType="1"/>
            </p:cNvSpPr>
            <p:nvPr/>
          </p:nvSpPr>
          <p:spPr bwMode="auto">
            <a:xfrm flipV="1">
              <a:off x="3456" y="2160"/>
              <a:ext cx="28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9" name="Line 21">
              <a:extLst>
                <a:ext uri="{FF2B5EF4-FFF2-40B4-BE49-F238E27FC236}">
                  <a16:creationId xmlns:a16="http://schemas.microsoft.com/office/drawing/2014/main" id="{E9DAD862-7C1F-F66E-15B1-E679D86631F9}"/>
                </a:ext>
              </a:extLst>
            </p:cNvPr>
            <p:cNvSpPr>
              <a:spLocks noChangeShapeType="1"/>
            </p:cNvSpPr>
            <p:nvPr/>
          </p:nvSpPr>
          <p:spPr bwMode="auto">
            <a:xfrm flipV="1">
              <a:off x="3744" y="2160"/>
              <a:ext cx="4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0" name="Line 22">
              <a:extLst>
                <a:ext uri="{FF2B5EF4-FFF2-40B4-BE49-F238E27FC236}">
                  <a16:creationId xmlns:a16="http://schemas.microsoft.com/office/drawing/2014/main" id="{B5FDC056-651B-5BA8-A09A-6A5D94E01381}"/>
                </a:ext>
              </a:extLst>
            </p:cNvPr>
            <p:cNvSpPr>
              <a:spLocks noChangeShapeType="1"/>
            </p:cNvSpPr>
            <p:nvPr/>
          </p:nvSpPr>
          <p:spPr bwMode="auto">
            <a:xfrm flipH="1" flipV="1">
              <a:off x="3840"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1" name="Line 23">
              <a:extLst>
                <a:ext uri="{FF2B5EF4-FFF2-40B4-BE49-F238E27FC236}">
                  <a16:creationId xmlns:a16="http://schemas.microsoft.com/office/drawing/2014/main" id="{43FF5B7E-1C0C-81C1-D523-741BEAB249FC}"/>
                </a:ext>
              </a:extLst>
            </p:cNvPr>
            <p:cNvSpPr>
              <a:spLocks noChangeShapeType="1"/>
            </p:cNvSpPr>
            <p:nvPr/>
          </p:nvSpPr>
          <p:spPr bwMode="auto">
            <a:xfrm flipV="1">
              <a:off x="4560"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2" name="Line 24">
              <a:extLst>
                <a:ext uri="{FF2B5EF4-FFF2-40B4-BE49-F238E27FC236}">
                  <a16:creationId xmlns:a16="http://schemas.microsoft.com/office/drawing/2014/main" id="{109250C5-194C-F01B-380F-1F0C0051C5FB}"/>
                </a:ext>
              </a:extLst>
            </p:cNvPr>
            <p:cNvSpPr>
              <a:spLocks noChangeShapeType="1"/>
            </p:cNvSpPr>
            <p:nvPr/>
          </p:nvSpPr>
          <p:spPr bwMode="auto">
            <a:xfrm flipV="1">
              <a:off x="4896"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3" name="Line 25">
              <a:extLst>
                <a:ext uri="{FF2B5EF4-FFF2-40B4-BE49-F238E27FC236}">
                  <a16:creationId xmlns:a16="http://schemas.microsoft.com/office/drawing/2014/main" id="{FB7F2AB5-2CB5-B766-2C68-BD2C98B040E9}"/>
                </a:ext>
              </a:extLst>
            </p:cNvPr>
            <p:cNvSpPr>
              <a:spLocks noChangeShapeType="1"/>
            </p:cNvSpPr>
            <p:nvPr/>
          </p:nvSpPr>
          <p:spPr bwMode="auto">
            <a:xfrm flipH="1" flipV="1">
              <a:off x="4992"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4" name="Oval 26">
              <a:extLst>
                <a:ext uri="{FF2B5EF4-FFF2-40B4-BE49-F238E27FC236}">
                  <a16:creationId xmlns:a16="http://schemas.microsoft.com/office/drawing/2014/main" id="{10DC3DA0-CEE0-E3D3-AC33-94EB24C72305}"/>
                </a:ext>
              </a:extLst>
            </p:cNvPr>
            <p:cNvSpPr>
              <a:spLocks noChangeArrowheads="1"/>
            </p:cNvSpPr>
            <p:nvPr/>
          </p:nvSpPr>
          <p:spPr bwMode="auto">
            <a:xfrm>
              <a:off x="3744"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L</a:t>
              </a:r>
            </a:p>
          </p:txBody>
        </p:sp>
        <p:sp>
          <p:nvSpPr>
            <p:cNvPr id="25" name="Oval 27">
              <a:extLst>
                <a:ext uri="{FF2B5EF4-FFF2-40B4-BE49-F238E27FC236}">
                  <a16:creationId xmlns:a16="http://schemas.microsoft.com/office/drawing/2014/main" id="{94CD9817-1B15-4BAB-3D74-BF044FF5D4EE}"/>
                </a:ext>
              </a:extLst>
            </p:cNvPr>
            <p:cNvSpPr>
              <a:spLocks noChangeArrowheads="1"/>
            </p:cNvSpPr>
            <p:nvPr/>
          </p:nvSpPr>
          <p:spPr bwMode="auto">
            <a:xfrm>
              <a:off x="4128"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M</a:t>
              </a:r>
            </a:p>
          </p:txBody>
        </p:sp>
        <p:sp>
          <p:nvSpPr>
            <p:cNvPr id="26" name="Line 28">
              <a:extLst>
                <a:ext uri="{FF2B5EF4-FFF2-40B4-BE49-F238E27FC236}">
                  <a16:creationId xmlns:a16="http://schemas.microsoft.com/office/drawing/2014/main" id="{CBCE4442-40AF-AC29-929E-F4948D4B6DCD}"/>
                </a:ext>
              </a:extLst>
            </p:cNvPr>
            <p:cNvSpPr>
              <a:spLocks noChangeShapeType="1"/>
            </p:cNvSpPr>
            <p:nvPr/>
          </p:nvSpPr>
          <p:spPr bwMode="auto">
            <a:xfrm flipV="1">
              <a:off x="3888"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7" name="Line 29">
              <a:extLst>
                <a:ext uri="{FF2B5EF4-FFF2-40B4-BE49-F238E27FC236}">
                  <a16:creationId xmlns:a16="http://schemas.microsoft.com/office/drawing/2014/main" id="{1DEA8322-AB2A-6663-1CB4-70A4CE3CD238}"/>
                </a:ext>
              </a:extLst>
            </p:cNvPr>
            <p:cNvSpPr>
              <a:spLocks noChangeShapeType="1"/>
            </p:cNvSpPr>
            <p:nvPr/>
          </p:nvSpPr>
          <p:spPr bwMode="auto">
            <a:xfrm flipH="1" flipV="1">
              <a:off x="4080"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8" name="Oval 30">
              <a:extLst>
                <a:ext uri="{FF2B5EF4-FFF2-40B4-BE49-F238E27FC236}">
                  <a16:creationId xmlns:a16="http://schemas.microsoft.com/office/drawing/2014/main" id="{A60C6060-4445-4842-85F2-1AF7515ADFBC}"/>
                </a:ext>
              </a:extLst>
            </p:cNvPr>
            <p:cNvSpPr>
              <a:spLocks noChangeArrowheads="1"/>
            </p:cNvSpPr>
            <p:nvPr/>
          </p:nvSpPr>
          <p:spPr bwMode="auto">
            <a:xfrm>
              <a:off x="4752"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N</a:t>
              </a:r>
            </a:p>
          </p:txBody>
        </p:sp>
        <p:sp>
          <p:nvSpPr>
            <p:cNvPr id="29" name="Line 31">
              <a:extLst>
                <a:ext uri="{FF2B5EF4-FFF2-40B4-BE49-F238E27FC236}">
                  <a16:creationId xmlns:a16="http://schemas.microsoft.com/office/drawing/2014/main" id="{CD552592-4E48-138F-E116-863EC25B2B97}"/>
                </a:ext>
              </a:extLst>
            </p:cNvPr>
            <p:cNvSpPr>
              <a:spLocks noChangeShapeType="1"/>
            </p:cNvSpPr>
            <p:nvPr/>
          </p:nvSpPr>
          <p:spPr bwMode="auto">
            <a:xfrm flipV="1">
              <a:off x="4896" y="2640"/>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grpSp>
      <p:grpSp>
        <p:nvGrpSpPr>
          <p:cNvPr id="30" name="Group 60">
            <a:extLst>
              <a:ext uri="{FF2B5EF4-FFF2-40B4-BE49-F238E27FC236}">
                <a16:creationId xmlns:a16="http://schemas.microsoft.com/office/drawing/2014/main" id="{1FCCB7E5-6614-3E81-CCD3-4CE17346D2F2}"/>
              </a:ext>
            </a:extLst>
          </p:cNvPr>
          <p:cNvGrpSpPr>
            <a:grpSpLocks/>
          </p:cNvGrpSpPr>
          <p:nvPr/>
        </p:nvGrpSpPr>
        <p:grpSpPr bwMode="auto">
          <a:xfrm>
            <a:off x="10500702" y="1267380"/>
            <a:ext cx="717068" cy="640636"/>
            <a:chOff x="4560" y="905"/>
            <a:chExt cx="720" cy="689"/>
          </a:xfrm>
        </p:grpSpPr>
        <p:sp>
          <p:nvSpPr>
            <p:cNvPr id="31" name="Text Box 33">
              <a:extLst>
                <a:ext uri="{FF2B5EF4-FFF2-40B4-BE49-F238E27FC236}">
                  <a16:creationId xmlns:a16="http://schemas.microsoft.com/office/drawing/2014/main" id="{6F246C3F-D5C9-DB3A-10DA-D58D4D054802}"/>
                </a:ext>
              </a:extLst>
            </p:cNvPr>
            <p:cNvSpPr txBox="1">
              <a:spLocks noChangeArrowheads="1"/>
            </p:cNvSpPr>
            <p:nvPr/>
          </p:nvSpPr>
          <p:spPr bwMode="auto">
            <a:xfrm>
              <a:off x="4608" y="905"/>
              <a:ext cx="672" cy="3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eaLnBrk="0" fontAlgn="base" hangingPunct="0">
                <a:spcBef>
                  <a:spcPct val="50000"/>
                </a:spcBef>
                <a:spcAft>
                  <a:spcPct val="0"/>
                </a:spcAft>
              </a:pPr>
              <a:r>
                <a:rPr lang="en-US" altLang="zh-CN" sz="1600" dirty="0">
                  <a:solidFill>
                    <a:schemeClr val="tx1"/>
                  </a:solidFill>
                  <a:ea typeface="宋体" panose="02010600030101010101" pitchFamily="2" charset="-122"/>
                </a:rPr>
                <a:t>root</a:t>
              </a:r>
              <a:endParaRPr lang="en-US" altLang="zh-CN" sz="1600" dirty="0">
                <a:solidFill>
                  <a:schemeClr val="tx1"/>
                </a:solidFill>
                <a:latin typeface="Times" panose="02020603050405020304" pitchFamily="18" charset="0"/>
                <a:ea typeface="宋体" panose="02010600030101010101" pitchFamily="2" charset="-122"/>
              </a:endParaRPr>
            </a:p>
          </p:txBody>
        </p:sp>
        <p:sp>
          <p:nvSpPr>
            <p:cNvPr id="32" name="Freeform 34">
              <a:extLst>
                <a:ext uri="{FF2B5EF4-FFF2-40B4-BE49-F238E27FC236}">
                  <a16:creationId xmlns:a16="http://schemas.microsoft.com/office/drawing/2014/main" id="{CE782989-C653-214B-817B-F4B0404616AD}"/>
                </a:ext>
              </a:extLst>
            </p:cNvPr>
            <p:cNvSpPr>
              <a:spLocks/>
            </p:cNvSpPr>
            <p:nvPr/>
          </p:nvSpPr>
          <p:spPr bwMode="auto">
            <a:xfrm>
              <a:off x="4560" y="1249"/>
              <a:ext cx="288" cy="345"/>
            </a:xfrm>
            <a:custGeom>
              <a:avLst/>
              <a:gdLst>
                <a:gd name="T0" fmla="*/ 288 w 288"/>
                <a:gd name="T1" fmla="*/ 0 h 344"/>
                <a:gd name="T2" fmla="*/ 192 w 288"/>
                <a:gd name="T3" fmla="*/ 289 h 344"/>
                <a:gd name="T4" fmla="*/ 0 w 288"/>
                <a:gd name="T5" fmla="*/ 337 h 344"/>
                <a:gd name="T6" fmla="*/ 0 60000 65536"/>
                <a:gd name="T7" fmla="*/ 0 60000 65536"/>
                <a:gd name="T8" fmla="*/ 0 60000 65536"/>
              </a:gdLst>
              <a:ahLst/>
              <a:cxnLst>
                <a:cxn ang="T6">
                  <a:pos x="T0" y="T1"/>
                </a:cxn>
                <a:cxn ang="T7">
                  <a:pos x="T2" y="T3"/>
                </a:cxn>
                <a:cxn ang="T8">
                  <a:pos x="T4" y="T5"/>
                </a:cxn>
              </a:cxnLst>
              <a:rect l="0" t="0" r="r" b="b"/>
              <a:pathLst>
                <a:path w="288" h="344">
                  <a:moveTo>
                    <a:pt x="288" y="0"/>
                  </a:moveTo>
                  <a:cubicBezTo>
                    <a:pt x="264" y="116"/>
                    <a:pt x="240" y="232"/>
                    <a:pt x="192" y="288"/>
                  </a:cubicBezTo>
                  <a:cubicBezTo>
                    <a:pt x="144" y="344"/>
                    <a:pt x="72" y="340"/>
                    <a:pt x="0" y="336"/>
                  </a:cubicBez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400">
                <a:latin typeface="Comic Sans MS" panose="030F0702030302020204" pitchFamily="66" charset="0"/>
              </a:endParaRPr>
            </a:p>
          </p:txBody>
        </p:sp>
      </p:grpSp>
      <p:sp>
        <p:nvSpPr>
          <p:cNvPr id="38" name="Oval 37">
            <a:extLst>
              <a:ext uri="{FF2B5EF4-FFF2-40B4-BE49-F238E27FC236}">
                <a16:creationId xmlns:a16="http://schemas.microsoft.com/office/drawing/2014/main" id="{01507758-430B-E890-D92F-7AF82BD79E9E}"/>
              </a:ext>
            </a:extLst>
          </p:cNvPr>
          <p:cNvSpPr/>
          <p:nvPr/>
        </p:nvSpPr>
        <p:spPr>
          <a:xfrm>
            <a:off x="8991600" y="2209800"/>
            <a:ext cx="2247900" cy="5925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720414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009D-3036-6CB8-34BF-66D4827D0F22}"/>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88490F9B-2CFB-AE5D-C53B-D8C6D2C7FF8B}"/>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4D939F54-19B1-9B79-7A4A-957776DBD59B}"/>
              </a:ext>
            </a:extLst>
          </p:cNvPr>
          <p:cNvSpPr>
            <a:spLocks noGrp="1" noChangeArrowheads="1"/>
          </p:cNvSpPr>
          <p:nvPr>
            <p:ph idx="1"/>
          </p:nvPr>
        </p:nvSpPr>
        <p:spPr/>
        <p:txBody>
          <a:bodyPr rtlCol="0">
            <a:normAutofit/>
          </a:bodyPr>
          <a:lstStyle/>
          <a:p>
            <a:r>
              <a:rPr lang="en-US" dirty="0"/>
              <a:t>Similar to family tree concept</a:t>
            </a:r>
          </a:p>
          <a:p>
            <a:r>
              <a:rPr lang="en-US" dirty="0"/>
              <a:t>One special node: </a:t>
            </a:r>
            <a:r>
              <a:rPr lang="en-US" b="1" dirty="0">
                <a:solidFill>
                  <a:srgbClr val="FF0000"/>
                </a:solidFill>
              </a:rPr>
              <a:t>root</a:t>
            </a:r>
          </a:p>
          <a:p>
            <a:r>
              <a:rPr lang="en-US" dirty="0"/>
              <a:t>Each node can have many children</a:t>
            </a:r>
            <a:br>
              <a:rPr lang="en-US" dirty="0"/>
            </a:br>
            <a:r>
              <a:rPr lang="en-US" b="1" dirty="0"/>
              <a:t>A has four </a:t>
            </a:r>
            <a:r>
              <a:rPr lang="en-US" b="1" dirty="0">
                <a:solidFill>
                  <a:srgbClr val="FF0000"/>
                </a:solidFill>
              </a:rPr>
              <a:t>children</a:t>
            </a:r>
            <a:r>
              <a:rPr lang="en-US" b="1" dirty="0"/>
              <a:t>: B, C, D, E</a:t>
            </a:r>
          </a:p>
          <a:p>
            <a:r>
              <a:rPr lang="en-US" dirty="0"/>
              <a:t>Each node (except the root) has a parent node</a:t>
            </a:r>
          </a:p>
          <a:p>
            <a:r>
              <a:rPr lang="en-US" b="1" dirty="0"/>
              <a:t>A is the </a:t>
            </a:r>
            <a:r>
              <a:rPr lang="en-US" b="1" dirty="0">
                <a:solidFill>
                  <a:srgbClr val="FF0000"/>
                </a:solidFill>
              </a:rPr>
              <a:t>parent</a:t>
            </a:r>
            <a:r>
              <a:rPr lang="en-US" b="1" dirty="0"/>
              <a:t> of B, C, D, E </a:t>
            </a:r>
          </a:p>
          <a:p>
            <a:r>
              <a:rPr lang="en-US" dirty="0"/>
              <a:t>Other children of your parent are your siblings</a:t>
            </a:r>
          </a:p>
          <a:p>
            <a:r>
              <a:rPr lang="en-US" b="1" dirty="0"/>
              <a:t>B, C, D and E are </a:t>
            </a:r>
            <a:r>
              <a:rPr lang="en-US" b="1" dirty="0">
                <a:solidFill>
                  <a:srgbClr val="FF0000"/>
                </a:solidFill>
              </a:rPr>
              <a:t>siblings</a:t>
            </a:r>
          </a:p>
          <a:p>
            <a:r>
              <a:rPr lang="en-US" b="1" dirty="0">
                <a:solidFill>
                  <a:srgbClr val="FF0000"/>
                </a:solidFill>
              </a:rPr>
              <a:t>Subtree</a:t>
            </a:r>
            <a:r>
              <a:rPr lang="en-US" dirty="0"/>
              <a:t>: Any node in the tree together with all of its descendants for a subtree..</a:t>
            </a:r>
          </a:p>
          <a:p>
            <a:pPr marL="457200" lvl="1" indent="0">
              <a:buNone/>
              <a:defRPr/>
            </a:pPr>
            <a:endParaRPr lang="en-US" dirty="0">
              <a:ea typeface="+mn-ea"/>
            </a:endParaRPr>
          </a:p>
        </p:txBody>
      </p:sp>
      <p:grpSp>
        <p:nvGrpSpPr>
          <p:cNvPr id="2" name="Group 66">
            <a:extLst>
              <a:ext uri="{FF2B5EF4-FFF2-40B4-BE49-F238E27FC236}">
                <a16:creationId xmlns:a16="http://schemas.microsoft.com/office/drawing/2014/main" id="{3E854D0B-C4D5-1F70-10CE-C93823410B35}"/>
              </a:ext>
            </a:extLst>
          </p:cNvPr>
          <p:cNvGrpSpPr>
            <a:grpSpLocks/>
          </p:cNvGrpSpPr>
          <p:nvPr/>
        </p:nvGrpSpPr>
        <p:grpSpPr bwMode="auto">
          <a:xfrm>
            <a:off x="8874198" y="1782158"/>
            <a:ext cx="2577931" cy="2110043"/>
            <a:chOff x="3264" y="1488"/>
            <a:chExt cx="2112" cy="1584"/>
          </a:xfrm>
        </p:grpSpPr>
        <p:sp>
          <p:nvSpPr>
            <p:cNvPr id="3" name="Oval 5">
              <a:extLst>
                <a:ext uri="{FF2B5EF4-FFF2-40B4-BE49-F238E27FC236}">
                  <a16:creationId xmlns:a16="http://schemas.microsoft.com/office/drawing/2014/main" id="{4193DFB1-0EB6-ADE8-37A6-6581EEE41778}"/>
                </a:ext>
              </a:extLst>
            </p:cNvPr>
            <p:cNvSpPr>
              <a:spLocks noChangeArrowheads="1"/>
            </p:cNvSpPr>
            <p:nvPr/>
          </p:nvSpPr>
          <p:spPr bwMode="auto">
            <a:xfrm>
              <a:off x="4224" y="1488"/>
              <a:ext cx="288" cy="240"/>
            </a:xfrm>
            <a:prstGeom prst="ellipse">
              <a:avLst/>
            </a:prstGeom>
            <a:solidFill>
              <a:srgbClr val="BE8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A</a:t>
              </a:r>
            </a:p>
          </p:txBody>
        </p:sp>
        <p:sp>
          <p:nvSpPr>
            <p:cNvPr id="4" name="Oval 6">
              <a:extLst>
                <a:ext uri="{FF2B5EF4-FFF2-40B4-BE49-F238E27FC236}">
                  <a16:creationId xmlns:a16="http://schemas.microsoft.com/office/drawing/2014/main" id="{A88FA374-333D-C251-288E-6E1C7FDE997E}"/>
                </a:ext>
              </a:extLst>
            </p:cNvPr>
            <p:cNvSpPr>
              <a:spLocks noChangeArrowheads="1"/>
            </p:cNvSpPr>
            <p:nvPr/>
          </p:nvSpPr>
          <p:spPr bwMode="auto">
            <a:xfrm>
              <a:off x="4032" y="192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C</a:t>
              </a:r>
            </a:p>
          </p:txBody>
        </p:sp>
        <p:sp>
          <p:nvSpPr>
            <p:cNvPr id="5" name="Oval 7">
              <a:extLst>
                <a:ext uri="{FF2B5EF4-FFF2-40B4-BE49-F238E27FC236}">
                  <a16:creationId xmlns:a16="http://schemas.microsoft.com/office/drawing/2014/main" id="{AA860EBB-D969-FA68-C8BE-7C907C389156}"/>
                </a:ext>
              </a:extLst>
            </p:cNvPr>
            <p:cNvSpPr>
              <a:spLocks noChangeArrowheads="1"/>
            </p:cNvSpPr>
            <p:nvPr/>
          </p:nvSpPr>
          <p:spPr bwMode="auto">
            <a:xfrm>
              <a:off x="3648"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B</a:t>
              </a:r>
            </a:p>
          </p:txBody>
        </p:sp>
        <p:sp>
          <p:nvSpPr>
            <p:cNvPr id="6" name="Oval 8">
              <a:extLst>
                <a:ext uri="{FF2B5EF4-FFF2-40B4-BE49-F238E27FC236}">
                  <a16:creationId xmlns:a16="http://schemas.microsoft.com/office/drawing/2014/main" id="{DD264BA8-691C-A1C0-2086-F33E62266DD0}"/>
                </a:ext>
              </a:extLst>
            </p:cNvPr>
            <p:cNvSpPr>
              <a:spLocks noChangeArrowheads="1"/>
            </p:cNvSpPr>
            <p:nvPr/>
          </p:nvSpPr>
          <p:spPr bwMode="auto">
            <a:xfrm>
              <a:off x="4416"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D</a:t>
              </a:r>
            </a:p>
          </p:txBody>
        </p:sp>
        <p:sp>
          <p:nvSpPr>
            <p:cNvPr id="7" name="Oval 9">
              <a:extLst>
                <a:ext uri="{FF2B5EF4-FFF2-40B4-BE49-F238E27FC236}">
                  <a16:creationId xmlns:a16="http://schemas.microsoft.com/office/drawing/2014/main" id="{D2DC7291-5EBA-DFC0-C768-7698CFF79285}"/>
                </a:ext>
              </a:extLst>
            </p:cNvPr>
            <p:cNvSpPr>
              <a:spLocks noChangeArrowheads="1"/>
            </p:cNvSpPr>
            <p:nvPr/>
          </p:nvSpPr>
          <p:spPr bwMode="auto">
            <a:xfrm>
              <a:off x="4800"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E</a:t>
              </a:r>
            </a:p>
          </p:txBody>
        </p:sp>
        <p:sp>
          <p:nvSpPr>
            <p:cNvPr id="8" name="Oval 10">
              <a:extLst>
                <a:ext uri="{FF2B5EF4-FFF2-40B4-BE49-F238E27FC236}">
                  <a16:creationId xmlns:a16="http://schemas.microsoft.com/office/drawing/2014/main" id="{96E33F44-7DB5-7F4B-3A18-BEC2C4961E4E}"/>
                </a:ext>
              </a:extLst>
            </p:cNvPr>
            <p:cNvSpPr>
              <a:spLocks noChangeArrowheads="1"/>
            </p:cNvSpPr>
            <p:nvPr/>
          </p:nvSpPr>
          <p:spPr bwMode="auto">
            <a:xfrm>
              <a:off x="3600"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G</a:t>
              </a:r>
            </a:p>
          </p:txBody>
        </p:sp>
        <p:sp>
          <p:nvSpPr>
            <p:cNvPr id="9" name="Oval 11">
              <a:extLst>
                <a:ext uri="{FF2B5EF4-FFF2-40B4-BE49-F238E27FC236}">
                  <a16:creationId xmlns:a16="http://schemas.microsoft.com/office/drawing/2014/main" id="{EB3C25C0-7382-C60D-2FAF-9652322DE2A6}"/>
                </a:ext>
              </a:extLst>
            </p:cNvPr>
            <p:cNvSpPr>
              <a:spLocks noChangeArrowheads="1"/>
            </p:cNvSpPr>
            <p:nvPr/>
          </p:nvSpPr>
          <p:spPr bwMode="auto">
            <a:xfrm>
              <a:off x="3264"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F</a:t>
              </a:r>
            </a:p>
          </p:txBody>
        </p:sp>
        <p:sp>
          <p:nvSpPr>
            <p:cNvPr id="10" name="Oval 12">
              <a:extLst>
                <a:ext uri="{FF2B5EF4-FFF2-40B4-BE49-F238E27FC236}">
                  <a16:creationId xmlns:a16="http://schemas.microsoft.com/office/drawing/2014/main" id="{D97F9FB9-473D-E85E-E5A4-E7134405A4B0}"/>
                </a:ext>
              </a:extLst>
            </p:cNvPr>
            <p:cNvSpPr>
              <a:spLocks noChangeArrowheads="1"/>
            </p:cNvSpPr>
            <p:nvPr/>
          </p:nvSpPr>
          <p:spPr bwMode="auto">
            <a:xfrm>
              <a:off x="3936"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H</a:t>
              </a:r>
            </a:p>
          </p:txBody>
        </p:sp>
        <p:sp>
          <p:nvSpPr>
            <p:cNvPr id="11" name="Oval 13">
              <a:extLst>
                <a:ext uri="{FF2B5EF4-FFF2-40B4-BE49-F238E27FC236}">
                  <a16:creationId xmlns:a16="http://schemas.microsoft.com/office/drawing/2014/main" id="{82F5F728-BE39-3ECD-7DF8-88F0DE9CE4EC}"/>
                </a:ext>
              </a:extLst>
            </p:cNvPr>
            <p:cNvSpPr>
              <a:spLocks noChangeArrowheads="1"/>
            </p:cNvSpPr>
            <p:nvPr/>
          </p:nvSpPr>
          <p:spPr bwMode="auto">
            <a:xfrm>
              <a:off x="4752"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J</a:t>
              </a:r>
            </a:p>
          </p:txBody>
        </p:sp>
        <p:sp>
          <p:nvSpPr>
            <p:cNvPr id="12" name="Oval 14">
              <a:extLst>
                <a:ext uri="{FF2B5EF4-FFF2-40B4-BE49-F238E27FC236}">
                  <a16:creationId xmlns:a16="http://schemas.microsoft.com/office/drawing/2014/main" id="{4ECC5005-B6B2-4009-CE56-19DE3E7EB457}"/>
                </a:ext>
              </a:extLst>
            </p:cNvPr>
            <p:cNvSpPr>
              <a:spLocks noChangeArrowheads="1"/>
            </p:cNvSpPr>
            <p:nvPr/>
          </p:nvSpPr>
          <p:spPr bwMode="auto">
            <a:xfrm>
              <a:off x="5088"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K</a:t>
              </a:r>
            </a:p>
          </p:txBody>
        </p:sp>
        <p:sp>
          <p:nvSpPr>
            <p:cNvPr id="13" name="Line 15">
              <a:extLst>
                <a:ext uri="{FF2B5EF4-FFF2-40B4-BE49-F238E27FC236}">
                  <a16:creationId xmlns:a16="http://schemas.microsoft.com/office/drawing/2014/main" id="{98A1F6F5-7DFB-565E-7B05-F4741D6D4FF1}"/>
                </a:ext>
              </a:extLst>
            </p:cNvPr>
            <p:cNvSpPr>
              <a:spLocks noChangeShapeType="1"/>
            </p:cNvSpPr>
            <p:nvPr/>
          </p:nvSpPr>
          <p:spPr bwMode="auto">
            <a:xfrm flipV="1">
              <a:off x="3840"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4" name="Line 16">
              <a:extLst>
                <a:ext uri="{FF2B5EF4-FFF2-40B4-BE49-F238E27FC236}">
                  <a16:creationId xmlns:a16="http://schemas.microsoft.com/office/drawing/2014/main" id="{A9BAD5B0-0C07-4941-181F-0A5E2D75ADAD}"/>
                </a:ext>
              </a:extLst>
            </p:cNvPr>
            <p:cNvSpPr>
              <a:spLocks noChangeShapeType="1"/>
            </p:cNvSpPr>
            <p:nvPr/>
          </p:nvSpPr>
          <p:spPr bwMode="auto">
            <a:xfrm flipV="1">
              <a:off x="4224"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5" name="Line 17">
              <a:extLst>
                <a:ext uri="{FF2B5EF4-FFF2-40B4-BE49-F238E27FC236}">
                  <a16:creationId xmlns:a16="http://schemas.microsoft.com/office/drawing/2014/main" id="{F7CABD28-C074-12C4-8E87-D82D3EA7244A}"/>
                </a:ext>
              </a:extLst>
            </p:cNvPr>
            <p:cNvSpPr>
              <a:spLocks noChangeShapeType="1"/>
            </p:cNvSpPr>
            <p:nvPr/>
          </p:nvSpPr>
          <p:spPr bwMode="auto">
            <a:xfrm flipH="1" flipV="1">
              <a:off x="4368"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6" name="Line 18">
              <a:extLst>
                <a:ext uri="{FF2B5EF4-FFF2-40B4-BE49-F238E27FC236}">
                  <a16:creationId xmlns:a16="http://schemas.microsoft.com/office/drawing/2014/main" id="{42F65E5D-E1A8-F57E-BCF3-1EAEC4B2EF66}"/>
                </a:ext>
              </a:extLst>
            </p:cNvPr>
            <p:cNvSpPr>
              <a:spLocks noChangeShapeType="1"/>
            </p:cNvSpPr>
            <p:nvPr/>
          </p:nvSpPr>
          <p:spPr bwMode="auto">
            <a:xfrm flipH="1" flipV="1">
              <a:off x="4416"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7" name="Oval 19">
              <a:extLst>
                <a:ext uri="{FF2B5EF4-FFF2-40B4-BE49-F238E27FC236}">
                  <a16:creationId xmlns:a16="http://schemas.microsoft.com/office/drawing/2014/main" id="{03D2C63C-ADB1-A149-0707-1F67E5F5ABD2}"/>
                </a:ext>
              </a:extLst>
            </p:cNvPr>
            <p:cNvSpPr>
              <a:spLocks noChangeArrowheads="1"/>
            </p:cNvSpPr>
            <p:nvPr/>
          </p:nvSpPr>
          <p:spPr bwMode="auto">
            <a:xfrm>
              <a:off x="4416" y="2400"/>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chemeClr val="tx1"/>
                  </a:solidFill>
                  <a:latin typeface="Verdana" panose="020B0604030504040204" pitchFamily="34" charset="0"/>
                  <a:ea typeface="宋体" panose="02010600030101010101" pitchFamily="2" charset="-122"/>
                </a:rPr>
                <a:t>I</a:t>
              </a:r>
            </a:p>
          </p:txBody>
        </p:sp>
        <p:sp>
          <p:nvSpPr>
            <p:cNvPr id="18" name="Line 20">
              <a:extLst>
                <a:ext uri="{FF2B5EF4-FFF2-40B4-BE49-F238E27FC236}">
                  <a16:creationId xmlns:a16="http://schemas.microsoft.com/office/drawing/2014/main" id="{8C1BD687-3E81-88F2-A7F1-355F22CEDA90}"/>
                </a:ext>
              </a:extLst>
            </p:cNvPr>
            <p:cNvSpPr>
              <a:spLocks noChangeShapeType="1"/>
            </p:cNvSpPr>
            <p:nvPr/>
          </p:nvSpPr>
          <p:spPr bwMode="auto">
            <a:xfrm flipV="1">
              <a:off x="3456" y="2160"/>
              <a:ext cx="28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19" name="Line 21">
              <a:extLst>
                <a:ext uri="{FF2B5EF4-FFF2-40B4-BE49-F238E27FC236}">
                  <a16:creationId xmlns:a16="http://schemas.microsoft.com/office/drawing/2014/main" id="{46393489-5EB8-3574-63A1-63CEFA7F6E87}"/>
                </a:ext>
              </a:extLst>
            </p:cNvPr>
            <p:cNvSpPr>
              <a:spLocks noChangeShapeType="1"/>
            </p:cNvSpPr>
            <p:nvPr/>
          </p:nvSpPr>
          <p:spPr bwMode="auto">
            <a:xfrm flipV="1">
              <a:off x="3744" y="2160"/>
              <a:ext cx="4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0" name="Line 22">
              <a:extLst>
                <a:ext uri="{FF2B5EF4-FFF2-40B4-BE49-F238E27FC236}">
                  <a16:creationId xmlns:a16="http://schemas.microsoft.com/office/drawing/2014/main" id="{E4F84D01-DE9A-32E3-A61E-DBA8EBA2FABE}"/>
                </a:ext>
              </a:extLst>
            </p:cNvPr>
            <p:cNvSpPr>
              <a:spLocks noChangeShapeType="1"/>
            </p:cNvSpPr>
            <p:nvPr/>
          </p:nvSpPr>
          <p:spPr bwMode="auto">
            <a:xfrm flipH="1" flipV="1">
              <a:off x="3840"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1" name="Line 23">
              <a:extLst>
                <a:ext uri="{FF2B5EF4-FFF2-40B4-BE49-F238E27FC236}">
                  <a16:creationId xmlns:a16="http://schemas.microsoft.com/office/drawing/2014/main" id="{AB6906FC-AE8E-628F-0149-2363A73266EB}"/>
                </a:ext>
              </a:extLst>
            </p:cNvPr>
            <p:cNvSpPr>
              <a:spLocks noChangeShapeType="1"/>
            </p:cNvSpPr>
            <p:nvPr/>
          </p:nvSpPr>
          <p:spPr bwMode="auto">
            <a:xfrm flipV="1">
              <a:off x="4560"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2" name="Line 24">
              <a:extLst>
                <a:ext uri="{FF2B5EF4-FFF2-40B4-BE49-F238E27FC236}">
                  <a16:creationId xmlns:a16="http://schemas.microsoft.com/office/drawing/2014/main" id="{DC524D89-AB73-0721-5A18-93703BA42E74}"/>
                </a:ext>
              </a:extLst>
            </p:cNvPr>
            <p:cNvSpPr>
              <a:spLocks noChangeShapeType="1"/>
            </p:cNvSpPr>
            <p:nvPr/>
          </p:nvSpPr>
          <p:spPr bwMode="auto">
            <a:xfrm flipV="1">
              <a:off x="4896"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3" name="Line 25">
              <a:extLst>
                <a:ext uri="{FF2B5EF4-FFF2-40B4-BE49-F238E27FC236}">
                  <a16:creationId xmlns:a16="http://schemas.microsoft.com/office/drawing/2014/main" id="{9654E44B-D1ED-F837-7AA3-9D3AA71E7BBA}"/>
                </a:ext>
              </a:extLst>
            </p:cNvPr>
            <p:cNvSpPr>
              <a:spLocks noChangeShapeType="1"/>
            </p:cNvSpPr>
            <p:nvPr/>
          </p:nvSpPr>
          <p:spPr bwMode="auto">
            <a:xfrm flipH="1" flipV="1">
              <a:off x="4992"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4" name="Oval 26">
              <a:extLst>
                <a:ext uri="{FF2B5EF4-FFF2-40B4-BE49-F238E27FC236}">
                  <a16:creationId xmlns:a16="http://schemas.microsoft.com/office/drawing/2014/main" id="{CF60B5C3-FDEC-806A-D2F8-84363759A983}"/>
                </a:ext>
              </a:extLst>
            </p:cNvPr>
            <p:cNvSpPr>
              <a:spLocks noChangeArrowheads="1"/>
            </p:cNvSpPr>
            <p:nvPr/>
          </p:nvSpPr>
          <p:spPr bwMode="auto">
            <a:xfrm>
              <a:off x="3744"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L</a:t>
              </a:r>
            </a:p>
          </p:txBody>
        </p:sp>
        <p:sp>
          <p:nvSpPr>
            <p:cNvPr id="25" name="Oval 27">
              <a:extLst>
                <a:ext uri="{FF2B5EF4-FFF2-40B4-BE49-F238E27FC236}">
                  <a16:creationId xmlns:a16="http://schemas.microsoft.com/office/drawing/2014/main" id="{759AB666-7CF7-CB28-4D37-B7C0CCEE1254}"/>
                </a:ext>
              </a:extLst>
            </p:cNvPr>
            <p:cNvSpPr>
              <a:spLocks noChangeArrowheads="1"/>
            </p:cNvSpPr>
            <p:nvPr/>
          </p:nvSpPr>
          <p:spPr bwMode="auto">
            <a:xfrm>
              <a:off x="4128"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M</a:t>
              </a:r>
            </a:p>
          </p:txBody>
        </p:sp>
        <p:sp>
          <p:nvSpPr>
            <p:cNvPr id="26" name="Line 28">
              <a:extLst>
                <a:ext uri="{FF2B5EF4-FFF2-40B4-BE49-F238E27FC236}">
                  <a16:creationId xmlns:a16="http://schemas.microsoft.com/office/drawing/2014/main" id="{CB56EBFE-BF44-FFD8-0926-F646125FCB89}"/>
                </a:ext>
              </a:extLst>
            </p:cNvPr>
            <p:cNvSpPr>
              <a:spLocks noChangeShapeType="1"/>
            </p:cNvSpPr>
            <p:nvPr/>
          </p:nvSpPr>
          <p:spPr bwMode="auto">
            <a:xfrm flipV="1">
              <a:off x="3888"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7" name="Line 29">
              <a:extLst>
                <a:ext uri="{FF2B5EF4-FFF2-40B4-BE49-F238E27FC236}">
                  <a16:creationId xmlns:a16="http://schemas.microsoft.com/office/drawing/2014/main" id="{D54916E6-6E45-734F-56CF-9FF0ED1424A3}"/>
                </a:ext>
              </a:extLst>
            </p:cNvPr>
            <p:cNvSpPr>
              <a:spLocks noChangeShapeType="1"/>
            </p:cNvSpPr>
            <p:nvPr/>
          </p:nvSpPr>
          <p:spPr bwMode="auto">
            <a:xfrm flipH="1" flipV="1">
              <a:off x="4080"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sp>
          <p:nvSpPr>
            <p:cNvPr id="28" name="Oval 30">
              <a:extLst>
                <a:ext uri="{FF2B5EF4-FFF2-40B4-BE49-F238E27FC236}">
                  <a16:creationId xmlns:a16="http://schemas.microsoft.com/office/drawing/2014/main" id="{EB7098AE-B745-1A05-AC88-7AEEFC912977}"/>
                </a:ext>
              </a:extLst>
            </p:cNvPr>
            <p:cNvSpPr>
              <a:spLocks noChangeArrowheads="1"/>
            </p:cNvSpPr>
            <p:nvPr/>
          </p:nvSpPr>
          <p:spPr bwMode="auto">
            <a:xfrm>
              <a:off x="4752" y="2832"/>
              <a:ext cx="288" cy="240"/>
            </a:xfrm>
            <a:prstGeom prst="ellipse">
              <a:avLst/>
            </a:prstGeom>
            <a:solidFill>
              <a:schemeClr val="tx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chemeClr val="tx1"/>
                  </a:solidFill>
                  <a:latin typeface="Verdana" panose="020B0604030504040204" pitchFamily="34" charset="0"/>
                  <a:ea typeface="宋体" panose="02010600030101010101" pitchFamily="2" charset="-122"/>
                </a:rPr>
                <a:t>N</a:t>
              </a:r>
            </a:p>
          </p:txBody>
        </p:sp>
        <p:sp>
          <p:nvSpPr>
            <p:cNvPr id="29" name="Line 31">
              <a:extLst>
                <a:ext uri="{FF2B5EF4-FFF2-40B4-BE49-F238E27FC236}">
                  <a16:creationId xmlns:a16="http://schemas.microsoft.com/office/drawing/2014/main" id="{4E1186C3-82AE-A9CC-92B6-FB0C6D6D5B78}"/>
                </a:ext>
              </a:extLst>
            </p:cNvPr>
            <p:cNvSpPr>
              <a:spLocks noChangeShapeType="1"/>
            </p:cNvSpPr>
            <p:nvPr/>
          </p:nvSpPr>
          <p:spPr bwMode="auto">
            <a:xfrm flipV="1">
              <a:off x="4896" y="2640"/>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latin typeface="Comic Sans MS" panose="030F0702030302020204" pitchFamily="66" charset="0"/>
              </a:endParaRPr>
            </a:p>
          </p:txBody>
        </p:sp>
      </p:grpSp>
      <p:grpSp>
        <p:nvGrpSpPr>
          <p:cNvPr id="30" name="Group 60">
            <a:extLst>
              <a:ext uri="{FF2B5EF4-FFF2-40B4-BE49-F238E27FC236}">
                <a16:creationId xmlns:a16="http://schemas.microsoft.com/office/drawing/2014/main" id="{F24F2998-AECB-DA91-5BE4-D9EF81680310}"/>
              </a:ext>
            </a:extLst>
          </p:cNvPr>
          <p:cNvGrpSpPr>
            <a:grpSpLocks/>
          </p:cNvGrpSpPr>
          <p:nvPr/>
        </p:nvGrpSpPr>
        <p:grpSpPr bwMode="auto">
          <a:xfrm>
            <a:off x="10500702" y="1267380"/>
            <a:ext cx="717068" cy="640636"/>
            <a:chOff x="4560" y="905"/>
            <a:chExt cx="720" cy="689"/>
          </a:xfrm>
        </p:grpSpPr>
        <p:sp>
          <p:nvSpPr>
            <p:cNvPr id="31" name="Text Box 33">
              <a:extLst>
                <a:ext uri="{FF2B5EF4-FFF2-40B4-BE49-F238E27FC236}">
                  <a16:creationId xmlns:a16="http://schemas.microsoft.com/office/drawing/2014/main" id="{FC626615-A4D0-F672-F007-76032F2AFCEC}"/>
                </a:ext>
              </a:extLst>
            </p:cNvPr>
            <p:cNvSpPr txBox="1">
              <a:spLocks noChangeArrowheads="1"/>
            </p:cNvSpPr>
            <p:nvPr/>
          </p:nvSpPr>
          <p:spPr bwMode="auto">
            <a:xfrm>
              <a:off x="4608" y="905"/>
              <a:ext cx="672" cy="3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eaLnBrk="0" fontAlgn="base" hangingPunct="0">
                <a:spcBef>
                  <a:spcPct val="50000"/>
                </a:spcBef>
                <a:spcAft>
                  <a:spcPct val="0"/>
                </a:spcAft>
              </a:pPr>
              <a:r>
                <a:rPr lang="en-US" altLang="zh-CN" sz="1600" dirty="0">
                  <a:solidFill>
                    <a:schemeClr val="tx1"/>
                  </a:solidFill>
                  <a:ea typeface="宋体" panose="02010600030101010101" pitchFamily="2" charset="-122"/>
                </a:rPr>
                <a:t>root</a:t>
              </a:r>
              <a:endParaRPr lang="en-US" altLang="zh-CN" sz="1600" dirty="0">
                <a:solidFill>
                  <a:schemeClr val="tx1"/>
                </a:solidFill>
                <a:latin typeface="Times" panose="02020603050405020304" pitchFamily="18" charset="0"/>
                <a:ea typeface="宋体" panose="02010600030101010101" pitchFamily="2" charset="-122"/>
              </a:endParaRPr>
            </a:p>
          </p:txBody>
        </p:sp>
        <p:sp>
          <p:nvSpPr>
            <p:cNvPr id="32" name="Freeform 34">
              <a:extLst>
                <a:ext uri="{FF2B5EF4-FFF2-40B4-BE49-F238E27FC236}">
                  <a16:creationId xmlns:a16="http://schemas.microsoft.com/office/drawing/2014/main" id="{1DDEEB46-3F4C-079F-1BF4-5B1512B97F5D}"/>
                </a:ext>
              </a:extLst>
            </p:cNvPr>
            <p:cNvSpPr>
              <a:spLocks/>
            </p:cNvSpPr>
            <p:nvPr/>
          </p:nvSpPr>
          <p:spPr bwMode="auto">
            <a:xfrm>
              <a:off x="4560" y="1249"/>
              <a:ext cx="288" cy="345"/>
            </a:xfrm>
            <a:custGeom>
              <a:avLst/>
              <a:gdLst>
                <a:gd name="T0" fmla="*/ 288 w 288"/>
                <a:gd name="T1" fmla="*/ 0 h 344"/>
                <a:gd name="T2" fmla="*/ 192 w 288"/>
                <a:gd name="T3" fmla="*/ 289 h 344"/>
                <a:gd name="T4" fmla="*/ 0 w 288"/>
                <a:gd name="T5" fmla="*/ 337 h 344"/>
                <a:gd name="T6" fmla="*/ 0 60000 65536"/>
                <a:gd name="T7" fmla="*/ 0 60000 65536"/>
                <a:gd name="T8" fmla="*/ 0 60000 65536"/>
              </a:gdLst>
              <a:ahLst/>
              <a:cxnLst>
                <a:cxn ang="T6">
                  <a:pos x="T0" y="T1"/>
                </a:cxn>
                <a:cxn ang="T7">
                  <a:pos x="T2" y="T3"/>
                </a:cxn>
                <a:cxn ang="T8">
                  <a:pos x="T4" y="T5"/>
                </a:cxn>
              </a:cxnLst>
              <a:rect l="0" t="0" r="r" b="b"/>
              <a:pathLst>
                <a:path w="288" h="344">
                  <a:moveTo>
                    <a:pt x="288" y="0"/>
                  </a:moveTo>
                  <a:cubicBezTo>
                    <a:pt x="264" y="116"/>
                    <a:pt x="240" y="232"/>
                    <a:pt x="192" y="288"/>
                  </a:cubicBezTo>
                  <a:cubicBezTo>
                    <a:pt x="144" y="344"/>
                    <a:pt x="72" y="340"/>
                    <a:pt x="0" y="336"/>
                  </a:cubicBezTo>
                </a:path>
              </a:pathLst>
            </a:custGeom>
            <a:noFill/>
            <a:ln w="19050" cap="flat" cmpd="sng">
              <a:solidFill>
                <a:schemeClr val="tx1"/>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400">
                <a:latin typeface="Comic Sans MS" panose="030F0702030302020204" pitchFamily="66" charset="0"/>
              </a:endParaRPr>
            </a:p>
          </p:txBody>
        </p:sp>
      </p:grpSp>
      <p:sp>
        <p:nvSpPr>
          <p:cNvPr id="33" name="任意多边形 2">
            <a:extLst>
              <a:ext uri="{FF2B5EF4-FFF2-40B4-BE49-F238E27FC236}">
                <a16:creationId xmlns:a16="http://schemas.microsoft.com/office/drawing/2014/main" id="{4BD3A444-7121-30CD-9585-F1DD2AADC516}"/>
              </a:ext>
            </a:extLst>
          </p:cNvPr>
          <p:cNvSpPr/>
          <p:nvPr/>
        </p:nvSpPr>
        <p:spPr>
          <a:xfrm>
            <a:off x="8715172" y="2235825"/>
            <a:ext cx="1732206" cy="1901541"/>
          </a:xfrm>
          <a:custGeom>
            <a:avLst/>
            <a:gdLst>
              <a:gd name="connsiteX0" fmla="*/ 1060174 w 2252869"/>
              <a:gd name="connsiteY0" fmla="*/ 0 h 2266122"/>
              <a:gd name="connsiteX1" fmla="*/ 715617 w 2252869"/>
              <a:gd name="connsiteY1" fmla="*/ 13253 h 2266122"/>
              <a:gd name="connsiteX2" fmla="*/ 675861 w 2252869"/>
              <a:gd name="connsiteY2" fmla="*/ 26505 h 2266122"/>
              <a:gd name="connsiteX3" fmla="*/ 583096 w 2252869"/>
              <a:gd name="connsiteY3" fmla="*/ 53009 h 2266122"/>
              <a:gd name="connsiteX4" fmla="*/ 543339 w 2252869"/>
              <a:gd name="connsiteY4" fmla="*/ 79514 h 2266122"/>
              <a:gd name="connsiteX5" fmla="*/ 516835 w 2252869"/>
              <a:gd name="connsiteY5" fmla="*/ 119270 h 2266122"/>
              <a:gd name="connsiteX6" fmla="*/ 490330 w 2252869"/>
              <a:gd name="connsiteY6" fmla="*/ 145774 h 2266122"/>
              <a:gd name="connsiteX7" fmla="*/ 477078 w 2252869"/>
              <a:gd name="connsiteY7" fmla="*/ 185531 h 2266122"/>
              <a:gd name="connsiteX8" fmla="*/ 450574 w 2252869"/>
              <a:gd name="connsiteY8" fmla="*/ 225287 h 2266122"/>
              <a:gd name="connsiteX9" fmla="*/ 410817 w 2252869"/>
              <a:gd name="connsiteY9" fmla="*/ 318053 h 2266122"/>
              <a:gd name="connsiteX10" fmla="*/ 384313 w 2252869"/>
              <a:gd name="connsiteY10" fmla="*/ 397566 h 2266122"/>
              <a:gd name="connsiteX11" fmla="*/ 357809 w 2252869"/>
              <a:gd name="connsiteY11" fmla="*/ 437322 h 2266122"/>
              <a:gd name="connsiteX12" fmla="*/ 318052 w 2252869"/>
              <a:gd name="connsiteY12" fmla="*/ 516835 h 2266122"/>
              <a:gd name="connsiteX13" fmla="*/ 225287 w 2252869"/>
              <a:gd name="connsiteY13" fmla="*/ 596348 h 2266122"/>
              <a:gd name="connsiteX14" fmla="*/ 212035 w 2252869"/>
              <a:gd name="connsiteY14" fmla="*/ 636105 h 2266122"/>
              <a:gd name="connsiteX15" fmla="*/ 145774 w 2252869"/>
              <a:gd name="connsiteY15" fmla="*/ 702366 h 2266122"/>
              <a:gd name="connsiteX16" fmla="*/ 119269 w 2252869"/>
              <a:gd name="connsiteY16" fmla="*/ 742122 h 2266122"/>
              <a:gd name="connsiteX17" fmla="*/ 92765 w 2252869"/>
              <a:gd name="connsiteY17" fmla="*/ 768627 h 2266122"/>
              <a:gd name="connsiteX18" fmla="*/ 39756 w 2252869"/>
              <a:gd name="connsiteY18" fmla="*/ 848140 h 2266122"/>
              <a:gd name="connsiteX19" fmla="*/ 0 w 2252869"/>
              <a:gd name="connsiteY19" fmla="*/ 980661 h 2266122"/>
              <a:gd name="connsiteX20" fmla="*/ 13252 w 2252869"/>
              <a:gd name="connsiteY20" fmla="*/ 1285461 h 2266122"/>
              <a:gd name="connsiteX21" fmla="*/ 53009 w 2252869"/>
              <a:gd name="connsiteY21" fmla="*/ 1417983 h 2266122"/>
              <a:gd name="connsiteX22" fmla="*/ 66261 w 2252869"/>
              <a:gd name="connsiteY22" fmla="*/ 1457740 h 2266122"/>
              <a:gd name="connsiteX23" fmla="*/ 132522 w 2252869"/>
              <a:gd name="connsiteY23" fmla="*/ 1537253 h 2266122"/>
              <a:gd name="connsiteX24" fmla="*/ 198783 w 2252869"/>
              <a:gd name="connsiteY24" fmla="*/ 1656522 h 2266122"/>
              <a:gd name="connsiteX25" fmla="*/ 225287 w 2252869"/>
              <a:gd name="connsiteY25" fmla="*/ 1683027 h 2266122"/>
              <a:gd name="connsiteX26" fmla="*/ 251791 w 2252869"/>
              <a:gd name="connsiteY26" fmla="*/ 1722783 h 2266122"/>
              <a:gd name="connsiteX27" fmla="*/ 291548 w 2252869"/>
              <a:gd name="connsiteY27" fmla="*/ 1749287 h 2266122"/>
              <a:gd name="connsiteX28" fmla="*/ 357809 w 2252869"/>
              <a:gd name="connsiteY28" fmla="*/ 1815548 h 2266122"/>
              <a:gd name="connsiteX29" fmla="*/ 384313 w 2252869"/>
              <a:gd name="connsiteY29" fmla="*/ 1842053 h 2266122"/>
              <a:gd name="connsiteX30" fmla="*/ 424069 w 2252869"/>
              <a:gd name="connsiteY30" fmla="*/ 1868557 h 2266122"/>
              <a:gd name="connsiteX31" fmla="*/ 477078 w 2252869"/>
              <a:gd name="connsiteY31" fmla="*/ 1921566 h 2266122"/>
              <a:gd name="connsiteX32" fmla="*/ 530087 w 2252869"/>
              <a:gd name="connsiteY32" fmla="*/ 1948070 h 2266122"/>
              <a:gd name="connsiteX33" fmla="*/ 622852 w 2252869"/>
              <a:gd name="connsiteY33" fmla="*/ 2014331 h 2266122"/>
              <a:gd name="connsiteX34" fmla="*/ 675861 w 2252869"/>
              <a:gd name="connsiteY34" fmla="*/ 2040835 h 2266122"/>
              <a:gd name="connsiteX35" fmla="*/ 768626 w 2252869"/>
              <a:gd name="connsiteY35" fmla="*/ 2093844 h 2266122"/>
              <a:gd name="connsiteX36" fmla="*/ 808383 w 2252869"/>
              <a:gd name="connsiteY36" fmla="*/ 2120348 h 2266122"/>
              <a:gd name="connsiteX37" fmla="*/ 901148 w 2252869"/>
              <a:gd name="connsiteY37" fmla="*/ 2146853 h 2266122"/>
              <a:gd name="connsiteX38" fmla="*/ 954156 w 2252869"/>
              <a:gd name="connsiteY38" fmla="*/ 2173357 h 2266122"/>
              <a:gd name="connsiteX39" fmla="*/ 1007165 w 2252869"/>
              <a:gd name="connsiteY39" fmla="*/ 2186609 h 2266122"/>
              <a:gd name="connsiteX40" fmla="*/ 1046922 w 2252869"/>
              <a:gd name="connsiteY40" fmla="*/ 2199861 h 2266122"/>
              <a:gd name="connsiteX41" fmla="*/ 1113183 w 2252869"/>
              <a:gd name="connsiteY41" fmla="*/ 2213114 h 2266122"/>
              <a:gd name="connsiteX42" fmla="*/ 1179443 w 2252869"/>
              <a:gd name="connsiteY42" fmla="*/ 2239618 h 2266122"/>
              <a:gd name="connsiteX43" fmla="*/ 1272209 w 2252869"/>
              <a:gd name="connsiteY43" fmla="*/ 2252870 h 2266122"/>
              <a:gd name="connsiteX44" fmla="*/ 1325217 w 2252869"/>
              <a:gd name="connsiteY44" fmla="*/ 2266122 h 2266122"/>
              <a:gd name="connsiteX45" fmla="*/ 1749287 w 2252869"/>
              <a:gd name="connsiteY45" fmla="*/ 2252870 h 2266122"/>
              <a:gd name="connsiteX46" fmla="*/ 1789043 w 2252869"/>
              <a:gd name="connsiteY46" fmla="*/ 2239618 h 2266122"/>
              <a:gd name="connsiteX47" fmla="*/ 1868556 w 2252869"/>
              <a:gd name="connsiteY47" fmla="*/ 2226366 h 2266122"/>
              <a:gd name="connsiteX48" fmla="*/ 1948069 w 2252869"/>
              <a:gd name="connsiteY48" fmla="*/ 2199861 h 2266122"/>
              <a:gd name="connsiteX49" fmla="*/ 2001078 w 2252869"/>
              <a:gd name="connsiteY49" fmla="*/ 2186609 h 2266122"/>
              <a:gd name="connsiteX50" fmla="*/ 2093843 w 2252869"/>
              <a:gd name="connsiteY50" fmla="*/ 2160105 h 2266122"/>
              <a:gd name="connsiteX51" fmla="*/ 2199861 w 2252869"/>
              <a:gd name="connsiteY51" fmla="*/ 2067340 h 2266122"/>
              <a:gd name="connsiteX52" fmla="*/ 2226365 w 2252869"/>
              <a:gd name="connsiteY52" fmla="*/ 1987827 h 2266122"/>
              <a:gd name="connsiteX53" fmla="*/ 2252869 w 2252869"/>
              <a:gd name="connsiteY53" fmla="*/ 1842053 h 2266122"/>
              <a:gd name="connsiteX54" fmla="*/ 2226365 w 2252869"/>
              <a:gd name="connsiteY54" fmla="*/ 1603514 h 2266122"/>
              <a:gd name="connsiteX55" fmla="*/ 2173356 w 2252869"/>
              <a:gd name="connsiteY55" fmla="*/ 1537253 h 2266122"/>
              <a:gd name="connsiteX56" fmla="*/ 2146852 w 2252869"/>
              <a:gd name="connsiteY56" fmla="*/ 1497496 h 2266122"/>
              <a:gd name="connsiteX57" fmla="*/ 2080591 w 2252869"/>
              <a:gd name="connsiteY57" fmla="*/ 1431235 h 2266122"/>
              <a:gd name="connsiteX58" fmla="*/ 2040835 w 2252869"/>
              <a:gd name="connsiteY58" fmla="*/ 1391479 h 2266122"/>
              <a:gd name="connsiteX59" fmla="*/ 2014330 w 2252869"/>
              <a:gd name="connsiteY59" fmla="*/ 1364974 h 2266122"/>
              <a:gd name="connsiteX60" fmla="*/ 1974574 w 2252869"/>
              <a:gd name="connsiteY60" fmla="*/ 1338470 h 2266122"/>
              <a:gd name="connsiteX61" fmla="*/ 1961322 w 2252869"/>
              <a:gd name="connsiteY61" fmla="*/ 1298714 h 2266122"/>
              <a:gd name="connsiteX62" fmla="*/ 1934817 w 2252869"/>
              <a:gd name="connsiteY62" fmla="*/ 1272209 h 2266122"/>
              <a:gd name="connsiteX63" fmla="*/ 1908313 w 2252869"/>
              <a:gd name="connsiteY63" fmla="*/ 1232453 h 2266122"/>
              <a:gd name="connsiteX64" fmla="*/ 1895061 w 2252869"/>
              <a:gd name="connsiteY64" fmla="*/ 1113183 h 2266122"/>
              <a:gd name="connsiteX65" fmla="*/ 1881809 w 2252869"/>
              <a:gd name="connsiteY65" fmla="*/ 1007166 h 2266122"/>
              <a:gd name="connsiteX66" fmla="*/ 1802296 w 2252869"/>
              <a:gd name="connsiteY66" fmla="*/ 848140 h 2266122"/>
              <a:gd name="connsiteX67" fmla="*/ 1775791 w 2252869"/>
              <a:gd name="connsiteY67" fmla="*/ 821635 h 2266122"/>
              <a:gd name="connsiteX68" fmla="*/ 1696278 w 2252869"/>
              <a:gd name="connsiteY68" fmla="*/ 768627 h 2266122"/>
              <a:gd name="connsiteX69" fmla="*/ 1669774 w 2252869"/>
              <a:gd name="connsiteY69" fmla="*/ 742122 h 2266122"/>
              <a:gd name="connsiteX70" fmla="*/ 1630017 w 2252869"/>
              <a:gd name="connsiteY70" fmla="*/ 728870 h 2266122"/>
              <a:gd name="connsiteX71" fmla="*/ 1484243 w 2252869"/>
              <a:gd name="connsiteY71" fmla="*/ 675861 h 2266122"/>
              <a:gd name="connsiteX72" fmla="*/ 1444487 w 2252869"/>
              <a:gd name="connsiteY72" fmla="*/ 662609 h 2266122"/>
              <a:gd name="connsiteX73" fmla="*/ 1391478 w 2252869"/>
              <a:gd name="connsiteY73" fmla="*/ 596348 h 2266122"/>
              <a:gd name="connsiteX74" fmla="*/ 1364974 w 2252869"/>
              <a:gd name="connsiteY74" fmla="*/ 556592 h 2266122"/>
              <a:gd name="connsiteX75" fmla="*/ 1338469 w 2252869"/>
              <a:gd name="connsiteY75" fmla="*/ 450574 h 2266122"/>
              <a:gd name="connsiteX76" fmla="*/ 1311965 w 2252869"/>
              <a:gd name="connsiteY76" fmla="*/ 304800 h 2266122"/>
              <a:gd name="connsiteX77" fmla="*/ 1258956 w 2252869"/>
              <a:gd name="connsiteY77" fmla="*/ 198783 h 2266122"/>
              <a:gd name="connsiteX78" fmla="*/ 1232452 w 2252869"/>
              <a:gd name="connsiteY78" fmla="*/ 119270 h 2266122"/>
              <a:gd name="connsiteX79" fmla="*/ 1219200 w 2252869"/>
              <a:gd name="connsiteY79" fmla="*/ 79514 h 2266122"/>
              <a:gd name="connsiteX80" fmla="*/ 1152939 w 2252869"/>
              <a:gd name="connsiteY80" fmla="*/ 26505 h 2266122"/>
              <a:gd name="connsiteX81" fmla="*/ 1113183 w 2252869"/>
              <a:gd name="connsiteY81" fmla="*/ 13253 h 2266122"/>
              <a:gd name="connsiteX82" fmla="*/ 1007165 w 2252869"/>
              <a:gd name="connsiteY82" fmla="*/ 13253 h 226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252869" h="2266122">
                <a:moveTo>
                  <a:pt x="1060174" y="0"/>
                </a:moveTo>
                <a:cubicBezTo>
                  <a:pt x="945322" y="4418"/>
                  <a:pt x="830282" y="5345"/>
                  <a:pt x="715617" y="13253"/>
                </a:cubicBezTo>
                <a:cubicBezTo>
                  <a:pt x="701681" y="14214"/>
                  <a:pt x="689292" y="22668"/>
                  <a:pt x="675861" y="26505"/>
                </a:cubicBezTo>
                <a:cubicBezTo>
                  <a:pt x="559381" y="59785"/>
                  <a:pt x="678417" y="21235"/>
                  <a:pt x="583096" y="53009"/>
                </a:cubicBezTo>
                <a:cubicBezTo>
                  <a:pt x="569844" y="61844"/>
                  <a:pt x="554601" y="68252"/>
                  <a:pt x="543339" y="79514"/>
                </a:cubicBezTo>
                <a:cubicBezTo>
                  <a:pt x="532077" y="90776"/>
                  <a:pt x="526785" y="106833"/>
                  <a:pt x="516835" y="119270"/>
                </a:cubicBezTo>
                <a:cubicBezTo>
                  <a:pt x="509030" y="129026"/>
                  <a:pt x="499165" y="136939"/>
                  <a:pt x="490330" y="145774"/>
                </a:cubicBezTo>
                <a:cubicBezTo>
                  <a:pt x="485913" y="159026"/>
                  <a:pt x="483325" y="173037"/>
                  <a:pt x="477078" y="185531"/>
                </a:cubicBezTo>
                <a:cubicBezTo>
                  <a:pt x="469955" y="199777"/>
                  <a:pt x="456848" y="210648"/>
                  <a:pt x="450574" y="225287"/>
                </a:cubicBezTo>
                <a:cubicBezTo>
                  <a:pt x="399230" y="345091"/>
                  <a:pt x="477358" y="218243"/>
                  <a:pt x="410817" y="318053"/>
                </a:cubicBezTo>
                <a:cubicBezTo>
                  <a:pt x="401982" y="344557"/>
                  <a:pt x="399810" y="374320"/>
                  <a:pt x="384313" y="397566"/>
                </a:cubicBezTo>
                <a:cubicBezTo>
                  <a:pt x="375478" y="410818"/>
                  <a:pt x="364932" y="423077"/>
                  <a:pt x="357809" y="437322"/>
                </a:cubicBezTo>
                <a:cubicBezTo>
                  <a:pt x="329591" y="493757"/>
                  <a:pt x="363624" y="463668"/>
                  <a:pt x="318052" y="516835"/>
                </a:cubicBezTo>
                <a:cubicBezTo>
                  <a:pt x="275204" y="566824"/>
                  <a:pt x="272180" y="565086"/>
                  <a:pt x="225287" y="596348"/>
                </a:cubicBezTo>
                <a:cubicBezTo>
                  <a:pt x="220870" y="609600"/>
                  <a:pt x="220416" y="624930"/>
                  <a:pt x="212035" y="636105"/>
                </a:cubicBezTo>
                <a:cubicBezTo>
                  <a:pt x="193294" y="661094"/>
                  <a:pt x="163101" y="676377"/>
                  <a:pt x="145774" y="702366"/>
                </a:cubicBezTo>
                <a:cubicBezTo>
                  <a:pt x="136939" y="715618"/>
                  <a:pt x="129219" y="729685"/>
                  <a:pt x="119269" y="742122"/>
                </a:cubicBezTo>
                <a:cubicBezTo>
                  <a:pt x="111464" y="751878"/>
                  <a:pt x="100262" y="758632"/>
                  <a:pt x="92765" y="768627"/>
                </a:cubicBezTo>
                <a:cubicBezTo>
                  <a:pt x="73652" y="794111"/>
                  <a:pt x="39756" y="848140"/>
                  <a:pt x="39756" y="848140"/>
                </a:cubicBezTo>
                <a:cubicBezTo>
                  <a:pt x="7493" y="944932"/>
                  <a:pt x="20028" y="900549"/>
                  <a:pt x="0" y="980661"/>
                </a:cubicBezTo>
                <a:cubicBezTo>
                  <a:pt x="4417" y="1082261"/>
                  <a:pt x="5740" y="1184043"/>
                  <a:pt x="13252" y="1285461"/>
                </a:cubicBezTo>
                <a:cubicBezTo>
                  <a:pt x="15160" y="1311215"/>
                  <a:pt x="48539" y="1404574"/>
                  <a:pt x="53009" y="1417983"/>
                </a:cubicBezTo>
                <a:cubicBezTo>
                  <a:pt x="57426" y="1431235"/>
                  <a:pt x="56383" y="1447862"/>
                  <a:pt x="66261" y="1457740"/>
                </a:cubicBezTo>
                <a:cubicBezTo>
                  <a:pt x="117279" y="1508758"/>
                  <a:pt x="95621" y="1481902"/>
                  <a:pt x="132522" y="1537253"/>
                </a:cubicBezTo>
                <a:cubicBezTo>
                  <a:pt x="149187" y="1587247"/>
                  <a:pt x="153214" y="1610951"/>
                  <a:pt x="198783" y="1656522"/>
                </a:cubicBezTo>
                <a:cubicBezTo>
                  <a:pt x="207618" y="1665357"/>
                  <a:pt x="217482" y="1673271"/>
                  <a:pt x="225287" y="1683027"/>
                </a:cubicBezTo>
                <a:cubicBezTo>
                  <a:pt x="235236" y="1695464"/>
                  <a:pt x="240529" y="1711521"/>
                  <a:pt x="251791" y="1722783"/>
                </a:cubicBezTo>
                <a:cubicBezTo>
                  <a:pt x="263053" y="1734045"/>
                  <a:pt x="279562" y="1738799"/>
                  <a:pt x="291548" y="1749287"/>
                </a:cubicBezTo>
                <a:cubicBezTo>
                  <a:pt x="315055" y="1769856"/>
                  <a:pt x="335722" y="1793461"/>
                  <a:pt x="357809" y="1815548"/>
                </a:cubicBezTo>
                <a:cubicBezTo>
                  <a:pt x="366644" y="1824383"/>
                  <a:pt x="373917" y="1835122"/>
                  <a:pt x="384313" y="1842053"/>
                </a:cubicBezTo>
                <a:cubicBezTo>
                  <a:pt x="397565" y="1850888"/>
                  <a:pt x="411976" y="1858192"/>
                  <a:pt x="424069" y="1868557"/>
                </a:cubicBezTo>
                <a:cubicBezTo>
                  <a:pt x="443042" y="1884819"/>
                  <a:pt x="454727" y="1910391"/>
                  <a:pt x="477078" y="1921566"/>
                </a:cubicBezTo>
                <a:cubicBezTo>
                  <a:pt x="494748" y="1930401"/>
                  <a:pt x="513335" y="1937600"/>
                  <a:pt x="530087" y="1948070"/>
                </a:cubicBezTo>
                <a:cubicBezTo>
                  <a:pt x="605932" y="1995473"/>
                  <a:pt x="557439" y="1976953"/>
                  <a:pt x="622852" y="2014331"/>
                </a:cubicBezTo>
                <a:cubicBezTo>
                  <a:pt x="640004" y="2024132"/>
                  <a:pt x="658191" y="2032000"/>
                  <a:pt x="675861" y="2040835"/>
                </a:cubicBezTo>
                <a:cubicBezTo>
                  <a:pt x="727364" y="2092340"/>
                  <a:pt x="675194" y="2047129"/>
                  <a:pt x="768626" y="2093844"/>
                </a:cubicBezTo>
                <a:cubicBezTo>
                  <a:pt x="782872" y="2100967"/>
                  <a:pt x="794137" y="2113225"/>
                  <a:pt x="808383" y="2120348"/>
                </a:cubicBezTo>
                <a:cubicBezTo>
                  <a:pt x="840417" y="2136365"/>
                  <a:pt x="867185" y="2134117"/>
                  <a:pt x="901148" y="2146853"/>
                </a:cubicBezTo>
                <a:cubicBezTo>
                  <a:pt x="919645" y="2153790"/>
                  <a:pt x="935659" y="2166421"/>
                  <a:pt x="954156" y="2173357"/>
                </a:cubicBezTo>
                <a:cubicBezTo>
                  <a:pt x="971210" y="2179752"/>
                  <a:pt x="989652" y="2181605"/>
                  <a:pt x="1007165" y="2186609"/>
                </a:cubicBezTo>
                <a:cubicBezTo>
                  <a:pt x="1020597" y="2190447"/>
                  <a:pt x="1033370" y="2196473"/>
                  <a:pt x="1046922" y="2199861"/>
                </a:cubicBezTo>
                <a:cubicBezTo>
                  <a:pt x="1068774" y="2205324"/>
                  <a:pt x="1091609" y="2206642"/>
                  <a:pt x="1113183" y="2213114"/>
                </a:cubicBezTo>
                <a:cubicBezTo>
                  <a:pt x="1135968" y="2219950"/>
                  <a:pt x="1156365" y="2233849"/>
                  <a:pt x="1179443" y="2239618"/>
                </a:cubicBezTo>
                <a:cubicBezTo>
                  <a:pt x="1209746" y="2247194"/>
                  <a:pt x="1241477" y="2247282"/>
                  <a:pt x="1272209" y="2252870"/>
                </a:cubicBezTo>
                <a:cubicBezTo>
                  <a:pt x="1290128" y="2256128"/>
                  <a:pt x="1307548" y="2261705"/>
                  <a:pt x="1325217" y="2266122"/>
                </a:cubicBezTo>
                <a:cubicBezTo>
                  <a:pt x="1466574" y="2261705"/>
                  <a:pt x="1608092" y="2260938"/>
                  <a:pt x="1749287" y="2252870"/>
                </a:cubicBezTo>
                <a:cubicBezTo>
                  <a:pt x="1763233" y="2252073"/>
                  <a:pt x="1775407" y="2242648"/>
                  <a:pt x="1789043" y="2239618"/>
                </a:cubicBezTo>
                <a:cubicBezTo>
                  <a:pt x="1815273" y="2233789"/>
                  <a:pt x="1842488" y="2232883"/>
                  <a:pt x="1868556" y="2226366"/>
                </a:cubicBezTo>
                <a:cubicBezTo>
                  <a:pt x="1895660" y="2219590"/>
                  <a:pt x="1920965" y="2206637"/>
                  <a:pt x="1948069" y="2199861"/>
                </a:cubicBezTo>
                <a:cubicBezTo>
                  <a:pt x="1965739" y="2195444"/>
                  <a:pt x="1983565" y="2191613"/>
                  <a:pt x="2001078" y="2186609"/>
                </a:cubicBezTo>
                <a:cubicBezTo>
                  <a:pt x="2134170" y="2148583"/>
                  <a:pt x="1928119" y="2201536"/>
                  <a:pt x="2093843" y="2160105"/>
                </a:cubicBezTo>
                <a:cubicBezTo>
                  <a:pt x="2186608" y="2098261"/>
                  <a:pt x="2155686" y="2133600"/>
                  <a:pt x="2199861" y="2067340"/>
                </a:cubicBezTo>
                <a:cubicBezTo>
                  <a:pt x="2208696" y="2040836"/>
                  <a:pt x="2222414" y="2015484"/>
                  <a:pt x="2226365" y="1987827"/>
                </a:cubicBezTo>
                <a:cubicBezTo>
                  <a:pt x="2242193" y="1877031"/>
                  <a:pt x="2232041" y="1925364"/>
                  <a:pt x="2252869" y="1842053"/>
                </a:cubicBezTo>
                <a:cubicBezTo>
                  <a:pt x="2252077" y="1830959"/>
                  <a:pt x="2250613" y="1660094"/>
                  <a:pt x="2226365" y="1603514"/>
                </a:cubicBezTo>
                <a:cubicBezTo>
                  <a:pt x="2207537" y="1559581"/>
                  <a:pt x="2199665" y="1570139"/>
                  <a:pt x="2173356" y="1537253"/>
                </a:cubicBezTo>
                <a:cubicBezTo>
                  <a:pt x="2163406" y="1524816"/>
                  <a:pt x="2157340" y="1509482"/>
                  <a:pt x="2146852" y="1497496"/>
                </a:cubicBezTo>
                <a:cubicBezTo>
                  <a:pt x="2126283" y="1473989"/>
                  <a:pt x="2102678" y="1453322"/>
                  <a:pt x="2080591" y="1431235"/>
                </a:cubicBezTo>
                <a:lnTo>
                  <a:pt x="2040835" y="1391479"/>
                </a:lnTo>
                <a:cubicBezTo>
                  <a:pt x="2032000" y="1382644"/>
                  <a:pt x="2024726" y="1371905"/>
                  <a:pt x="2014330" y="1364974"/>
                </a:cubicBezTo>
                <a:lnTo>
                  <a:pt x="1974574" y="1338470"/>
                </a:lnTo>
                <a:cubicBezTo>
                  <a:pt x="1970157" y="1325218"/>
                  <a:pt x="1968509" y="1310692"/>
                  <a:pt x="1961322" y="1298714"/>
                </a:cubicBezTo>
                <a:cubicBezTo>
                  <a:pt x="1954894" y="1288000"/>
                  <a:pt x="1942622" y="1281966"/>
                  <a:pt x="1934817" y="1272209"/>
                </a:cubicBezTo>
                <a:cubicBezTo>
                  <a:pt x="1924868" y="1259772"/>
                  <a:pt x="1917148" y="1245705"/>
                  <a:pt x="1908313" y="1232453"/>
                </a:cubicBezTo>
                <a:cubicBezTo>
                  <a:pt x="1877392" y="1139688"/>
                  <a:pt x="1872974" y="1179444"/>
                  <a:pt x="1895061" y="1113183"/>
                </a:cubicBezTo>
                <a:cubicBezTo>
                  <a:pt x="1890644" y="1077844"/>
                  <a:pt x="1889271" y="1041989"/>
                  <a:pt x="1881809" y="1007166"/>
                </a:cubicBezTo>
                <a:cubicBezTo>
                  <a:pt x="1870051" y="952297"/>
                  <a:pt x="1842502" y="888346"/>
                  <a:pt x="1802296" y="848140"/>
                </a:cubicBezTo>
                <a:cubicBezTo>
                  <a:pt x="1793461" y="839305"/>
                  <a:pt x="1785787" y="829132"/>
                  <a:pt x="1775791" y="821635"/>
                </a:cubicBezTo>
                <a:cubicBezTo>
                  <a:pt x="1750308" y="802523"/>
                  <a:pt x="1718802" y="791152"/>
                  <a:pt x="1696278" y="768627"/>
                </a:cubicBezTo>
                <a:cubicBezTo>
                  <a:pt x="1687443" y="759792"/>
                  <a:pt x="1680488" y="748550"/>
                  <a:pt x="1669774" y="742122"/>
                </a:cubicBezTo>
                <a:cubicBezTo>
                  <a:pt x="1657796" y="734935"/>
                  <a:pt x="1643097" y="733775"/>
                  <a:pt x="1630017" y="728870"/>
                </a:cubicBezTo>
                <a:cubicBezTo>
                  <a:pt x="1482482" y="673546"/>
                  <a:pt x="1651310" y="731551"/>
                  <a:pt x="1484243" y="675861"/>
                </a:cubicBezTo>
                <a:lnTo>
                  <a:pt x="1444487" y="662609"/>
                </a:lnTo>
                <a:cubicBezTo>
                  <a:pt x="1362912" y="540247"/>
                  <a:pt x="1467011" y="690763"/>
                  <a:pt x="1391478" y="596348"/>
                </a:cubicBezTo>
                <a:cubicBezTo>
                  <a:pt x="1381529" y="583911"/>
                  <a:pt x="1373809" y="569844"/>
                  <a:pt x="1364974" y="556592"/>
                </a:cubicBezTo>
                <a:cubicBezTo>
                  <a:pt x="1347906" y="505387"/>
                  <a:pt x="1349130" y="514536"/>
                  <a:pt x="1338469" y="450574"/>
                </a:cubicBezTo>
                <a:cubicBezTo>
                  <a:pt x="1325635" y="373571"/>
                  <a:pt x="1331047" y="368408"/>
                  <a:pt x="1311965" y="304800"/>
                </a:cubicBezTo>
                <a:cubicBezTo>
                  <a:pt x="1285861" y="217784"/>
                  <a:pt x="1303271" y="243096"/>
                  <a:pt x="1258956" y="198783"/>
                </a:cubicBezTo>
                <a:lnTo>
                  <a:pt x="1232452" y="119270"/>
                </a:lnTo>
                <a:cubicBezTo>
                  <a:pt x="1228035" y="106018"/>
                  <a:pt x="1229077" y="89392"/>
                  <a:pt x="1219200" y="79514"/>
                </a:cubicBezTo>
                <a:cubicBezTo>
                  <a:pt x="1194546" y="54860"/>
                  <a:pt x="1186377" y="43224"/>
                  <a:pt x="1152939" y="26505"/>
                </a:cubicBezTo>
                <a:cubicBezTo>
                  <a:pt x="1140445" y="20258"/>
                  <a:pt x="1127094" y="14518"/>
                  <a:pt x="1113183" y="13253"/>
                </a:cubicBezTo>
                <a:cubicBezTo>
                  <a:pt x="1077989" y="10054"/>
                  <a:pt x="1042504" y="13253"/>
                  <a:pt x="1007165" y="13253"/>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 name="任意多边形 4">
            <a:extLst>
              <a:ext uri="{FF2B5EF4-FFF2-40B4-BE49-F238E27FC236}">
                <a16:creationId xmlns:a16="http://schemas.microsoft.com/office/drawing/2014/main" id="{5961074C-CE16-0566-063F-199EBC5A362C}"/>
              </a:ext>
            </a:extLst>
          </p:cNvPr>
          <p:cNvSpPr/>
          <p:nvPr/>
        </p:nvSpPr>
        <p:spPr>
          <a:xfrm>
            <a:off x="10203158" y="2259370"/>
            <a:ext cx="478904" cy="1094657"/>
          </a:xfrm>
          <a:custGeom>
            <a:avLst/>
            <a:gdLst>
              <a:gd name="connsiteX0" fmla="*/ 318052 w 622852"/>
              <a:gd name="connsiteY0" fmla="*/ 268 h 1304535"/>
              <a:gd name="connsiteX1" fmla="*/ 172278 w 622852"/>
              <a:gd name="connsiteY1" fmla="*/ 26773 h 1304535"/>
              <a:gd name="connsiteX2" fmla="*/ 92765 w 622852"/>
              <a:gd name="connsiteY2" fmla="*/ 53277 h 1304535"/>
              <a:gd name="connsiteX3" fmla="*/ 53008 w 622852"/>
              <a:gd name="connsiteY3" fmla="*/ 93034 h 1304535"/>
              <a:gd name="connsiteX4" fmla="*/ 0 w 622852"/>
              <a:gd name="connsiteY4" fmla="*/ 172547 h 1304535"/>
              <a:gd name="connsiteX5" fmla="*/ 13252 w 622852"/>
              <a:gd name="connsiteY5" fmla="*/ 464094 h 1304535"/>
              <a:gd name="connsiteX6" fmla="*/ 39756 w 622852"/>
              <a:gd name="connsiteY6" fmla="*/ 570112 h 1304535"/>
              <a:gd name="connsiteX7" fmla="*/ 66261 w 622852"/>
              <a:gd name="connsiteY7" fmla="*/ 649625 h 1304535"/>
              <a:gd name="connsiteX8" fmla="*/ 53008 w 622852"/>
              <a:gd name="connsiteY8" fmla="*/ 927921 h 1304535"/>
              <a:gd name="connsiteX9" fmla="*/ 39756 w 622852"/>
              <a:gd name="connsiteY9" fmla="*/ 967677 h 1304535"/>
              <a:gd name="connsiteX10" fmla="*/ 53008 w 622852"/>
              <a:gd name="connsiteY10" fmla="*/ 1166460 h 1304535"/>
              <a:gd name="connsiteX11" fmla="*/ 79513 w 622852"/>
              <a:gd name="connsiteY11" fmla="*/ 1245973 h 1304535"/>
              <a:gd name="connsiteX12" fmla="*/ 119269 w 622852"/>
              <a:gd name="connsiteY12" fmla="*/ 1272477 h 1304535"/>
              <a:gd name="connsiteX13" fmla="*/ 265043 w 622852"/>
              <a:gd name="connsiteY13" fmla="*/ 1298981 h 1304535"/>
              <a:gd name="connsiteX14" fmla="*/ 556591 w 622852"/>
              <a:gd name="connsiteY14" fmla="*/ 1259225 h 1304535"/>
              <a:gd name="connsiteX15" fmla="*/ 609600 w 622852"/>
              <a:gd name="connsiteY15" fmla="*/ 1139955 h 1304535"/>
              <a:gd name="connsiteX16" fmla="*/ 622852 w 622852"/>
              <a:gd name="connsiteY16" fmla="*/ 1100199 h 1304535"/>
              <a:gd name="connsiteX17" fmla="*/ 622852 w 622852"/>
              <a:gd name="connsiteY17" fmla="*/ 583364 h 1304535"/>
              <a:gd name="connsiteX18" fmla="*/ 609600 w 622852"/>
              <a:gd name="connsiteY18" fmla="*/ 212303 h 1304535"/>
              <a:gd name="connsiteX19" fmla="*/ 516835 w 622852"/>
              <a:gd name="connsiteY19" fmla="*/ 119538 h 1304535"/>
              <a:gd name="connsiteX20" fmla="*/ 490330 w 622852"/>
              <a:gd name="connsiteY20" fmla="*/ 93034 h 1304535"/>
              <a:gd name="connsiteX21" fmla="*/ 410817 w 622852"/>
              <a:gd name="connsiteY21" fmla="*/ 66529 h 1304535"/>
              <a:gd name="connsiteX22" fmla="*/ 371061 w 622852"/>
              <a:gd name="connsiteY22" fmla="*/ 40025 h 1304535"/>
              <a:gd name="connsiteX23" fmla="*/ 318052 w 622852"/>
              <a:gd name="connsiteY23" fmla="*/ 268 h 130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22852" h="1304535">
                <a:moveTo>
                  <a:pt x="318052" y="268"/>
                </a:moveTo>
                <a:cubicBezTo>
                  <a:pt x="284922" y="-1941"/>
                  <a:pt x="229079" y="9733"/>
                  <a:pt x="172278" y="26773"/>
                </a:cubicBezTo>
                <a:cubicBezTo>
                  <a:pt x="145518" y="34801"/>
                  <a:pt x="92765" y="53277"/>
                  <a:pt x="92765" y="53277"/>
                </a:cubicBezTo>
                <a:cubicBezTo>
                  <a:pt x="79513" y="66529"/>
                  <a:pt x="64514" y="78240"/>
                  <a:pt x="53008" y="93034"/>
                </a:cubicBezTo>
                <a:cubicBezTo>
                  <a:pt x="33452" y="118178"/>
                  <a:pt x="0" y="172547"/>
                  <a:pt x="0" y="172547"/>
                </a:cubicBezTo>
                <a:cubicBezTo>
                  <a:pt x="4417" y="269729"/>
                  <a:pt x="3572" y="367294"/>
                  <a:pt x="13252" y="464094"/>
                </a:cubicBezTo>
                <a:cubicBezTo>
                  <a:pt x="16877" y="500340"/>
                  <a:pt x="28237" y="535554"/>
                  <a:pt x="39756" y="570112"/>
                </a:cubicBezTo>
                <a:lnTo>
                  <a:pt x="66261" y="649625"/>
                </a:lnTo>
                <a:cubicBezTo>
                  <a:pt x="61843" y="742390"/>
                  <a:pt x="60721" y="835371"/>
                  <a:pt x="53008" y="927921"/>
                </a:cubicBezTo>
                <a:cubicBezTo>
                  <a:pt x="51848" y="941842"/>
                  <a:pt x="39756" y="953708"/>
                  <a:pt x="39756" y="967677"/>
                </a:cubicBezTo>
                <a:cubicBezTo>
                  <a:pt x="39756" y="1034085"/>
                  <a:pt x="43616" y="1100719"/>
                  <a:pt x="53008" y="1166460"/>
                </a:cubicBezTo>
                <a:cubicBezTo>
                  <a:pt x="56959" y="1194117"/>
                  <a:pt x="56267" y="1230476"/>
                  <a:pt x="79513" y="1245973"/>
                </a:cubicBezTo>
                <a:cubicBezTo>
                  <a:pt x="92765" y="1254808"/>
                  <a:pt x="104630" y="1266203"/>
                  <a:pt x="119269" y="1272477"/>
                </a:cubicBezTo>
                <a:cubicBezTo>
                  <a:pt x="150510" y="1285866"/>
                  <a:pt x="243547" y="1295910"/>
                  <a:pt x="265043" y="1298981"/>
                </a:cubicBezTo>
                <a:cubicBezTo>
                  <a:pt x="329074" y="1295611"/>
                  <a:pt x="485499" y="1330319"/>
                  <a:pt x="556591" y="1259225"/>
                </a:cubicBezTo>
                <a:cubicBezTo>
                  <a:pt x="588091" y="1227725"/>
                  <a:pt x="596479" y="1179318"/>
                  <a:pt x="609600" y="1139955"/>
                </a:cubicBezTo>
                <a:lnTo>
                  <a:pt x="622852" y="1100199"/>
                </a:lnTo>
                <a:cubicBezTo>
                  <a:pt x="583033" y="861280"/>
                  <a:pt x="622852" y="1131940"/>
                  <a:pt x="622852" y="583364"/>
                </a:cubicBezTo>
                <a:cubicBezTo>
                  <a:pt x="622852" y="459598"/>
                  <a:pt x="617568" y="335812"/>
                  <a:pt x="609600" y="212303"/>
                </a:cubicBezTo>
                <a:cubicBezTo>
                  <a:pt x="605464" y="148196"/>
                  <a:pt x="564212" y="166913"/>
                  <a:pt x="516835" y="119538"/>
                </a:cubicBezTo>
                <a:cubicBezTo>
                  <a:pt x="508000" y="110703"/>
                  <a:pt x="501505" y="98622"/>
                  <a:pt x="490330" y="93034"/>
                </a:cubicBezTo>
                <a:cubicBezTo>
                  <a:pt x="465341" y="80540"/>
                  <a:pt x="410817" y="66529"/>
                  <a:pt x="410817" y="66529"/>
                </a:cubicBezTo>
                <a:cubicBezTo>
                  <a:pt x="397565" y="57694"/>
                  <a:pt x="385307" y="47148"/>
                  <a:pt x="371061" y="40025"/>
                </a:cubicBezTo>
                <a:cubicBezTo>
                  <a:pt x="310150" y="9570"/>
                  <a:pt x="351182" y="2477"/>
                  <a:pt x="318052" y="268"/>
                </a:cubicBez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任意多边形 5">
            <a:extLst>
              <a:ext uri="{FF2B5EF4-FFF2-40B4-BE49-F238E27FC236}">
                <a16:creationId xmlns:a16="http://schemas.microsoft.com/office/drawing/2014/main" id="{EF907E96-A920-7D0A-AD7C-E4B0EFFC5836}"/>
              </a:ext>
            </a:extLst>
          </p:cNvPr>
          <p:cNvSpPr/>
          <p:nvPr/>
        </p:nvSpPr>
        <p:spPr>
          <a:xfrm>
            <a:off x="10662518" y="2222477"/>
            <a:ext cx="919882" cy="1756979"/>
          </a:xfrm>
          <a:custGeom>
            <a:avLst/>
            <a:gdLst>
              <a:gd name="connsiteX0" fmla="*/ 397781 w 1325433"/>
              <a:gd name="connsiteY0" fmla="*/ 0 h 2093843"/>
              <a:gd name="connsiteX1" fmla="*/ 331520 w 1325433"/>
              <a:gd name="connsiteY1" fmla="*/ 13252 h 2093843"/>
              <a:gd name="connsiteX2" fmla="*/ 291763 w 1325433"/>
              <a:gd name="connsiteY2" fmla="*/ 26504 h 2093843"/>
              <a:gd name="connsiteX3" fmla="*/ 172494 w 1325433"/>
              <a:gd name="connsiteY3" fmla="*/ 53009 h 2093843"/>
              <a:gd name="connsiteX4" fmla="*/ 92981 w 1325433"/>
              <a:gd name="connsiteY4" fmla="*/ 159026 h 2093843"/>
              <a:gd name="connsiteX5" fmla="*/ 66476 w 1325433"/>
              <a:gd name="connsiteY5" fmla="*/ 238539 h 2093843"/>
              <a:gd name="connsiteX6" fmla="*/ 79728 w 1325433"/>
              <a:gd name="connsiteY6" fmla="*/ 397565 h 2093843"/>
              <a:gd name="connsiteX7" fmla="*/ 106233 w 1325433"/>
              <a:gd name="connsiteY7" fmla="*/ 477078 h 2093843"/>
              <a:gd name="connsiteX8" fmla="*/ 145989 w 1325433"/>
              <a:gd name="connsiteY8" fmla="*/ 556591 h 2093843"/>
              <a:gd name="connsiteX9" fmla="*/ 132737 w 1325433"/>
              <a:gd name="connsiteY9" fmla="*/ 821635 h 2093843"/>
              <a:gd name="connsiteX10" fmla="*/ 119485 w 1325433"/>
              <a:gd name="connsiteY10" fmla="*/ 861391 h 2093843"/>
              <a:gd name="connsiteX11" fmla="*/ 66476 w 1325433"/>
              <a:gd name="connsiteY11" fmla="*/ 914400 h 2093843"/>
              <a:gd name="connsiteX12" fmla="*/ 13468 w 1325433"/>
              <a:gd name="connsiteY12" fmla="*/ 1033670 h 2093843"/>
              <a:gd name="connsiteX13" fmla="*/ 215 w 1325433"/>
              <a:gd name="connsiteY13" fmla="*/ 1073426 h 2093843"/>
              <a:gd name="connsiteX14" fmla="*/ 13468 w 1325433"/>
              <a:gd name="connsiteY14" fmla="*/ 1338470 h 2093843"/>
              <a:gd name="connsiteX15" fmla="*/ 13468 w 1325433"/>
              <a:gd name="connsiteY15" fmla="*/ 1961322 h 2093843"/>
              <a:gd name="connsiteX16" fmla="*/ 53224 w 1325433"/>
              <a:gd name="connsiteY16" fmla="*/ 2001078 h 2093843"/>
              <a:gd name="connsiteX17" fmla="*/ 265259 w 1325433"/>
              <a:gd name="connsiteY17" fmla="*/ 2080591 h 2093843"/>
              <a:gd name="connsiteX18" fmla="*/ 318268 w 1325433"/>
              <a:gd name="connsiteY18" fmla="*/ 2093843 h 2093843"/>
              <a:gd name="connsiteX19" fmla="*/ 543555 w 1325433"/>
              <a:gd name="connsiteY19" fmla="*/ 2080591 h 2093843"/>
              <a:gd name="connsiteX20" fmla="*/ 583311 w 1325433"/>
              <a:gd name="connsiteY20" fmla="*/ 2067339 h 2093843"/>
              <a:gd name="connsiteX21" fmla="*/ 689328 w 1325433"/>
              <a:gd name="connsiteY21" fmla="*/ 2040835 h 2093843"/>
              <a:gd name="connsiteX22" fmla="*/ 729085 w 1325433"/>
              <a:gd name="connsiteY22" fmla="*/ 2001078 h 2093843"/>
              <a:gd name="connsiteX23" fmla="*/ 782094 w 1325433"/>
              <a:gd name="connsiteY23" fmla="*/ 1908313 h 2093843"/>
              <a:gd name="connsiteX24" fmla="*/ 808598 w 1325433"/>
              <a:gd name="connsiteY24" fmla="*/ 1868557 h 2093843"/>
              <a:gd name="connsiteX25" fmla="*/ 835102 w 1325433"/>
              <a:gd name="connsiteY25" fmla="*/ 1802296 h 2093843"/>
              <a:gd name="connsiteX26" fmla="*/ 848355 w 1325433"/>
              <a:gd name="connsiteY26" fmla="*/ 1762539 h 2093843"/>
              <a:gd name="connsiteX27" fmla="*/ 874859 w 1325433"/>
              <a:gd name="connsiteY27" fmla="*/ 1722783 h 2093843"/>
              <a:gd name="connsiteX28" fmla="*/ 914615 w 1325433"/>
              <a:gd name="connsiteY28" fmla="*/ 1630017 h 2093843"/>
              <a:gd name="connsiteX29" fmla="*/ 941120 w 1325433"/>
              <a:gd name="connsiteY29" fmla="*/ 1590261 h 2093843"/>
              <a:gd name="connsiteX30" fmla="*/ 980876 w 1325433"/>
              <a:gd name="connsiteY30" fmla="*/ 1563757 h 2093843"/>
              <a:gd name="connsiteX31" fmla="*/ 1007381 w 1325433"/>
              <a:gd name="connsiteY31" fmla="*/ 1537252 h 2093843"/>
              <a:gd name="connsiteX32" fmla="*/ 1060389 w 1325433"/>
              <a:gd name="connsiteY32" fmla="*/ 1497496 h 2093843"/>
              <a:gd name="connsiteX33" fmla="*/ 1100146 w 1325433"/>
              <a:gd name="connsiteY33" fmla="*/ 1470991 h 2093843"/>
              <a:gd name="connsiteX34" fmla="*/ 1219415 w 1325433"/>
              <a:gd name="connsiteY34" fmla="*/ 1364974 h 2093843"/>
              <a:gd name="connsiteX35" fmla="*/ 1272424 w 1325433"/>
              <a:gd name="connsiteY35" fmla="*/ 1298713 h 2093843"/>
              <a:gd name="connsiteX36" fmla="*/ 1312181 w 1325433"/>
              <a:gd name="connsiteY36" fmla="*/ 1219200 h 2093843"/>
              <a:gd name="connsiteX37" fmla="*/ 1325433 w 1325433"/>
              <a:gd name="connsiteY37" fmla="*/ 1166191 h 2093843"/>
              <a:gd name="connsiteX38" fmla="*/ 1312181 w 1325433"/>
              <a:gd name="connsiteY38" fmla="*/ 927652 h 2093843"/>
              <a:gd name="connsiteX39" fmla="*/ 1298928 w 1325433"/>
              <a:gd name="connsiteY39" fmla="*/ 874643 h 2093843"/>
              <a:gd name="connsiteX40" fmla="*/ 1272424 w 1325433"/>
              <a:gd name="connsiteY40" fmla="*/ 755374 h 2093843"/>
              <a:gd name="connsiteX41" fmla="*/ 1259172 w 1325433"/>
              <a:gd name="connsiteY41" fmla="*/ 715617 h 2093843"/>
              <a:gd name="connsiteX42" fmla="*/ 1232668 w 1325433"/>
              <a:gd name="connsiteY42" fmla="*/ 622852 h 2093843"/>
              <a:gd name="connsiteX43" fmla="*/ 1192911 w 1325433"/>
              <a:gd name="connsiteY43" fmla="*/ 569843 h 2093843"/>
              <a:gd name="connsiteX44" fmla="*/ 1179659 w 1325433"/>
              <a:gd name="connsiteY44" fmla="*/ 530087 h 2093843"/>
              <a:gd name="connsiteX45" fmla="*/ 1047137 w 1325433"/>
              <a:gd name="connsiteY45" fmla="*/ 410817 h 2093843"/>
              <a:gd name="connsiteX46" fmla="*/ 994128 w 1325433"/>
              <a:gd name="connsiteY46" fmla="*/ 371061 h 2093843"/>
              <a:gd name="connsiteX47" fmla="*/ 901363 w 1325433"/>
              <a:gd name="connsiteY47" fmla="*/ 331304 h 2093843"/>
              <a:gd name="connsiteX48" fmla="*/ 848355 w 1325433"/>
              <a:gd name="connsiteY48" fmla="*/ 304800 h 2093843"/>
              <a:gd name="connsiteX49" fmla="*/ 768842 w 1325433"/>
              <a:gd name="connsiteY49" fmla="*/ 278296 h 2093843"/>
              <a:gd name="connsiteX50" fmla="*/ 676076 w 1325433"/>
              <a:gd name="connsiteY50" fmla="*/ 251791 h 2093843"/>
              <a:gd name="connsiteX51" fmla="*/ 596563 w 1325433"/>
              <a:gd name="connsiteY51" fmla="*/ 198783 h 2093843"/>
              <a:gd name="connsiteX52" fmla="*/ 556807 w 1325433"/>
              <a:gd name="connsiteY52" fmla="*/ 172278 h 2093843"/>
              <a:gd name="connsiteX53" fmla="*/ 530302 w 1325433"/>
              <a:gd name="connsiteY53" fmla="*/ 145774 h 2093843"/>
              <a:gd name="connsiteX54" fmla="*/ 490546 w 1325433"/>
              <a:gd name="connsiteY54" fmla="*/ 119270 h 2093843"/>
              <a:gd name="connsiteX55" fmla="*/ 437537 w 1325433"/>
              <a:gd name="connsiteY55" fmla="*/ 66261 h 2093843"/>
              <a:gd name="connsiteX56" fmla="*/ 397781 w 1325433"/>
              <a:gd name="connsiteY56" fmla="*/ 0 h 2093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325433" h="2093843">
                <a:moveTo>
                  <a:pt x="397781" y="0"/>
                </a:moveTo>
                <a:cubicBezTo>
                  <a:pt x="375694" y="4417"/>
                  <a:pt x="353372" y="7789"/>
                  <a:pt x="331520" y="13252"/>
                </a:cubicBezTo>
                <a:cubicBezTo>
                  <a:pt x="317968" y="16640"/>
                  <a:pt x="305399" y="23474"/>
                  <a:pt x="291763" y="26504"/>
                </a:cubicBezTo>
                <a:cubicBezTo>
                  <a:pt x="151828" y="57601"/>
                  <a:pt x="261989" y="23177"/>
                  <a:pt x="172494" y="53009"/>
                </a:cubicBezTo>
                <a:cubicBezTo>
                  <a:pt x="141096" y="84406"/>
                  <a:pt x="107968" y="114067"/>
                  <a:pt x="92981" y="159026"/>
                </a:cubicBezTo>
                <a:lnTo>
                  <a:pt x="66476" y="238539"/>
                </a:lnTo>
                <a:cubicBezTo>
                  <a:pt x="70893" y="291548"/>
                  <a:pt x="70983" y="345096"/>
                  <a:pt x="79728" y="397565"/>
                </a:cubicBezTo>
                <a:cubicBezTo>
                  <a:pt x="84321" y="425123"/>
                  <a:pt x="97398" y="450574"/>
                  <a:pt x="106233" y="477078"/>
                </a:cubicBezTo>
                <a:cubicBezTo>
                  <a:pt x="124523" y="531946"/>
                  <a:pt x="111735" y="505210"/>
                  <a:pt x="145989" y="556591"/>
                </a:cubicBezTo>
                <a:cubicBezTo>
                  <a:pt x="141572" y="644939"/>
                  <a:pt x="140400" y="733509"/>
                  <a:pt x="132737" y="821635"/>
                </a:cubicBezTo>
                <a:cubicBezTo>
                  <a:pt x="131527" y="835551"/>
                  <a:pt x="127604" y="850024"/>
                  <a:pt x="119485" y="861391"/>
                </a:cubicBezTo>
                <a:cubicBezTo>
                  <a:pt x="104961" y="881725"/>
                  <a:pt x="80337" y="893608"/>
                  <a:pt x="66476" y="914400"/>
                </a:cubicBezTo>
                <a:cubicBezTo>
                  <a:pt x="24474" y="977405"/>
                  <a:pt x="45010" y="939044"/>
                  <a:pt x="13468" y="1033670"/>
                </a:cubicBezTo>
                <a:lnTo>
                  <a:pt x="215" y="1073426"/>
                </a:lnTo>
                <a:cubicBezTo>
                  <a:pt x="4633" y="1161774"/>
                  <a:pt x="13468" y="1250012"/>
                  <a:pt x="13468" y="1338470"/>
                </a:cubicBezTo>
                <a:cubicBezTo>
                  <a:pt x="13468" y="1468487"/>
                  <a:pt x="-16835" y="1802235"/>
                  <a:pt x="13468" y="1961322"/>
                </a:cubicBezTo>
                <a:cubicBezTo>
                  <a:pt x="16975" y="1979732"/>
                  <a:pt x="37413" y="1991016"/>
                  <a:pt x="53224" y="2001078"/>
                </a:cubicBezTo>
                <a:cubicBezTo>
                  <a:pt x="142906" y="2058148"/>
                  <a:pt x="166010" y="2055779"/>
                  <a:pt x="265259" y="2080591"/>
                </a:cubicBezTo>
                <a:lnTo>
                  <a:pt x="318268" y="2093843"/>
                </a:lnTo>
                <a:cubicBezTo>
                  <a:pt x="393364" y="2089426"/>
                  <a:pt x="468703" y="2088076"/>
                  <a:pt x="543555" y="2080591"/>
                </a:cubicBezTo>
                <a:cubicBezTo>
                  <a:pt x="557455" y="2079201"/>
                  <a:pt x="569759" y="2070727"/>
                  <a:pt x="583311" y="2067339"/>
                </a:cubicBezTo>
                <a:lnTo>
                  <a:pt x="689328" y="2040835"/>
                </a:lnTo>
                <a:cubicBezTo>
                  <a:pt x="702580" y="2027583"/>
                  <a:pt x="717087" y="2015476"/>
                  <a:pt x="729085" y="2001078"/>
                </a:cubicBezTo>
                <a:cubicBezTo>
                  <a:pt x="758435" y="1965858"/>
                  <a:pt x="758528" y="1949552"/>
                  <a:pt x="782094" y="1908313"/>
                </a:cubicBezTo>
                <a:cubicBezTo>
                  <a:pt x="789996" y="1894485"/>
                  <a:pt x="801475" y="1882802"/>
                  <a:pt x="808598" y="1868557"/>
                </a:cubicBezTo>
                <a:cubicBezTo>
                  <a:pt x="819236" y="1847280"/>
                  <a:pt x="826749" y="1824570"/>
                  <a:pt x="835102" y="1802296"/>
                </a:cubicBezTo>
                <a:cubicBezTo>
                  <a:pt x="840007" y="1789216"/>
                  <a:pt x="842108" y="1775033"/>
                  <a:pt x="848355" y="1762539"/>
                </a:cubicBezTo>
                <a:cubicBezTo>
                  <a:pt x="855478" y="1748294"/>
                  <a:pt x="866024" y="1736035"/>
                  <a:pt x="874859" y="1722783"/>
                </a:cubicBezTo>
                <a:cubicBezTo>
                  <a:pt x="889726" y="1678182"/>
                  <a:pt x="888415" y="1675867"/>
                  <a:pt x="914615" y="1630017"/>
                </a:cubicBezTo>
                <a:cubicBezTo>
                  <a:pt x="922517" y="1616188"/>
                  <a:pt x="929858" y="1601523"/>
                  <a:pt x="941120" y="1590261"/>
                </a:cubicBezTo>
                <a:cubicBezTo>
                  <a:pt x="952382" y="1578999"/>
                  <a:pt x="968439" y="1573706"/>
                  <a:pt x="980876" y="1563757"/>
                </a:cubicBezTo>
                <a:cubicBezTo>
                  <a:pt x="990633" y="1555952"/>
                  <a:pt x="997782" y="1545251"/>
                  <a:pt x="1007381" y="1537252"/>
                </a:cubicBezTo>
                <a:cubicBezTo>
                  <a:pt x="1024348" y="1523112"/>
                  <a:pt x="1042416" y="1510334"/>
                  <a:pt x="1060389" y="1497496"/>
                </a:cubicBezTo>
                <a:cubicBezTo>
                  <a:pt x="1073350" y="1488238"/>
                  <a:pt x="1088159" y="1481479"/>
                  <a:pt x="1100146" y="1470991"/>
                </a:cubicBezTo>
                <a:cubicBezTo>
                  <a:pt x="1263900" y="1327706"/>
                  <a:pt x="1083525" y="1466892"/>
                  <a:pt x="1219415" y="1364974"/>
                </a:cubicBezTo>
                <a:cubicBezTo>
                  <a:pt x="1245216" y="1287575"/>
                  <a:pt x="1212481" y="1358656"/>
                  <a:pt x="1272424" y="1298713"/>
                </a:cubicBezTo>
                <a:cubicBezTo>
                  <a:pt x="1295655" y="1275482"/>
                  <a:pt x="1303559" y="1249378"/>
                  <a:pt x="1312181" y="1219200"/>
                </a:cubicBezTo>
                <a:cubicBezTo>
                  <a:pt x="1317185" y="1201687"/>
                  <a:pt x="1321016" y="1183861"/>
                  <a:pt x="1325433" y="1166191"/>
                </a:cubicBezTo>
                <a:cubicBezTo>
                  <a:pt x="1321016" y="1086678"/>
                  <a:pt x="1319391" y="1006961"/>
                  <a:pt x="1312181" y="927652"/>
                </a:cubicBezTo>
                <a:cubicBezTo>
                  <a:pt x="1310532" y="909513"/>
                  <a:pt x="1302879" y="892423"/>
                  <a:pt x="1298928" y="874643"/>
                </a:cubicBezTo>
                <a:cubicBezTo>
                  <a:pt x="1285263" y="813150"/>
                  <a:pt x="1288585" y="811938"/>
                  <a:pt x="1272424" y="755374"/>
                </a:cubicBezTo>
                <a:cubicBezTo>
                  <a:pt x="1268586" y="741942"/>
                  <a:pt x="1263010" y="729049"/>
                  <a:pt x="1259172" y="715617"/>
                </a:cubicBezTo>
                <a:cubicBezTo>
                  <a:pt x="1255484" y="702709"/>
                  <a:pt x="1241745" y="638738"/>
                  <a:pt x="1232668" y="622852"/>
                </a:cubicBezTo>
                <a:cubicBezTo>
                  <a:pt x="1221710" y="603675"/>
                  <a:pt x="1206163" y="587513"/>
                  <a:pt x="1192911" y="569843"/>
                </a:cubicBezTo>
                <a:cubicBezTo>
                  <a:pt x="1188494" y="556591"/>
                  <a:pt x="1188385" y="540995"/>
                  <a:pt x="1179659" y="530087"/>
                </a:cubicBezTo>
                <a:cubicBezTo>
                  <a:pt x="1105600" y="437513"/>
                  <a:pt x="1112364" y="457408"/>
                  <a:pt x="1047137" y="410817"/>
                </a:cubicBezTo>
                <a:cubicBezTo>
                  <a:pt x="1029164" y="397979"/>
                  <a:pt x="1012858" y="382767"/>
                  <a:pt x="994128" y="371061"/>
                </a:cubicBezTo>
                <a:cubicBezTo>
                  <a:pt x="930202" y="331108"/>
                  <a:pt x="958746" y="355897"/>
                  <a:pt x="901363" y="331304"/>
                </a:cubicBezTo>
                <a:cubicBezTo>
                  <a:pt x="883205" y="323522"/>
                  <a:pt x="866697" y="312137"/>
                  <a:pt x="848355" y="304800"/>
                </a:cubicBezTo>
                <a:cubicBezTo>
                  <a:pt x="822415" y="294424"/>
                  <a:pt x="795346" y="287131"/>
                  <a:pt x="768842" y="278296"/>
                </a:cubicBezTo>
                <a:cubicBezTo>
                  <a:pt x="711797" y="259281"/>
                  <a:pt x="742650" y="268434"/>
                  <a:pt x="676076" y="251791"/>
                </a:cubicBezTo>
                <a:lnTo>
                  <a:pt x="596563" y="198783"/>
                </a:lnTo>
                <a:cubicBezTo>
                  <a:pt x="583311" y="189948"/>
                  <a:pt x="568069" y="183540"/>
                  <a:pt x="556807" y="172278"/>
                </a:cubicBezTo>
                <a:cubicBezTo>
                  <a:pt x="547972" y="163443"/>
                  <a:pt x="540058" y="153579"/>
                  <a:pt x="530302" y="145774"/>
                </a:cubicBezTo>
                <a:cubicBezTo>
                  <a:pt x="517865" y="135825"/>
                  <a:pt x="502639" y="129635"/>
                  <a:pt x="490546" y="119270"/>
                </a:cubicBezTo>
                <a:cubicBezTo>
                  <a:pt x="471573" y="103008"/>
                  <a:pt x="455207" y="83931"/>
                  <a:pt x="437537" y="66261"/>
                </a:cubicBezTo>
                <a:lnTo>
                  <a:pt x="397781"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任意多边形 6">
            <a:extLst>
              <a:ext uri="{FF2B5EF4-FFF2-40B4-BE49-F238E27FC236}">
                <a16:creationId xmlns:a16="http://schemas.microsoft.com/office/drawing/2014/main" id="{AA0E8287-D7EE-4C8C-D0B1-37F9A1250D6D}"/>
              </a:ext>
            </a:extLst>
          </p:cNvPr>
          <p:cNvSpPr/>
          <p:nvPr/>
        </p:nvSpPr>
        <p:spPr>
          <a:xfrm>
            <a:off x="9766613" y="2247866"/>
            <a:ext cx="468715" cy="504779"/>
          </a:xfrm>
          <a:custGeom>
            <a:avLst/>
            <a:gdLst>
              <a:gd name="connsiteX0" fmla="*/ 331305 w 609600"/>
              <a:gd name="connsiteY0" fmla="*/ 18464 h 601560"/>
              <a:gd name="connsiteX1" fmla="*/ 106018 w 609600"/>
              <a:gd name="connsiteY1" fmla="*/ 31717 h 601560"/>
              <a:gd name="connsiteX2" fmla="*/ 53009 w 609600"/>
              <a:gd name="connsiteY2" fmla="*/ 44969 h 601560"/>
              <a:gd name="connsiteX3" fmla="*/ 26505 w 609600"/>
              <a:gd name="connsiteY3" fmla="*/ 84725 h 601560"/>
              <a:gd name="connsiteX4" fmla="*/ 0 w 609600"/>
              <a:gd name="connsiteY4" fmla="*/ 111230 h 601560"/>
              <a:gd name="connsiteX5" fmla="*/ 13252 w 609600"/>
              <a:gd name="connsiteY5" fmla="*/ 455786 h 601560"/>
              <a:gd name="connsiteX6" fmla="*/ 26505 w 609600"/>
              <a:gd name="connsiteY6" fmla="*/ 495543 h 601560"/>
              <a:gd name="connsiteX7" fmla="*/ 92766 w 609600"/>
              <a:gd name="connsiteY7" fmla="*/ 561803 h 601560"/>
              <a:gd name="connsiteX8" fmla="*/ 225287 w 609600"/>
              <a:gd name="connsiteY8" fmla="*/ 601560 h 601560"/>
              <a:gd name="connsiteX9" fmla="*/ 384313 w 609600"/>
              <a:gd name="connsiteY9" fmla="*/ 588308 h 601560"/>
              <a:gd name="connsiteX10" fmla="*/ 463826 w 609600"/>
              <a:gd name="connsiteY10" fmla="*/ 561803 h 601560"/>
              <a:gd name="connsiteX11" fmla="*/ 490331 w 609600"/>
              <a:gd name="connsiteY11" fmla="*/ 535299 h 601560"/>
              <a:gd name="connsiteX12" fmla="*/ 530087 w 609600"/>
              <a:gd name="connsiteY12" fmla="*/ 508795 h 601560"/>
              <a:gd name="connsiteX13" fmla="*/ 556592 w 609600"/>
              <a:gd name="connsiteY13" fmla="*/ 429282 h 601560"/>
              <a:gd name="connsiteX14" fmla="*/ 569844 w 609600"/>
              <a:gd name="connsiteY14" fmla="*/ 389525 h 601560"/>
              <a:gd name="connsiteX15" fmla="*/ 583096 w 609600"/>
              <a:gd name="connsiteY15" fmla="*/ 296760 h 601560"/>
              <a:gd name="connsiteX16" fmla="*/ 609600 w 609600"/>
              <a:gd name="connsiteY16" fmla="*/ 203995 h 601560"/>
              <a:gd name="connsiteX17" fmla="*/ 596348 w 609600"/>
              <a:gd name="connsiteY17" fmla="*/ 111230 h 601560"/>
              <a:gd name="connsiteX18" fmla="*/ 583096 w 609600"/>
              <a:gd name="connsiteY18" fmla="*/ 71473 h 601560"/>
              <a:gd name="connsiteX19" fmla="*/ 543339 w 609600"/>
              <a:gd name="connsiteY19" fmla="*/ 44969 h 601560"/>
              <a:gd name="connsiteX20" fmla="*/ 331305 w 609600"/>
              <a:gd name="connsiteY20" fmla="*/ 18464 h 60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600" h="601560">
                <a:moveTo>
                  <a:pt x="331305" y="18464"/>
                </a:moveTo>
                <a:cubicBezTo>
                  <a:pt x="258418" y="16255"/>
                  <a:pt x="180905" y="24585"/>
                  <a:pt x="106018" y="31717"/>
                </a:cubicBezTo>
                <a:cubicBezTo>
                  <a:pt x="87887" y="33444"/>
                  <a:pt x="68164" y="34866"/>
                  <a:pt x="53009" y="44969"/>
                </a:cubicBezTo>
                <a:cubicBezTo>
                  <a:pt x="39757" y="53804"/>
                  <a:pt x="36454" y="72288"/>
                  <a:pt x="26505" y="84725"/>
                </a:cubicBezTo>
                <a:cubicBezTo>
                  <a:pt x="18700" y="94482"/>
                  <a:pt x="8835" y="102395"/>
                  <a:pt x="0" y="111230"/>
                </a:cubicBezTo>
                <a:cubicBezTo>
                  <a:pt x="4417" y="226082"/>
                  <a:pt x="5344" y="341121"/>
                  <a:pt x="13252" y="455786"/>
                </a:cubicBezTo>
                <a:cubicBezTo>
                  <a:pt x="14213" y="469722"/>
                  <a:pt x="20258" y="483049"/>
                  <a:pt x="26505" y="495543"/>
                </a:cubicBezTo>
                <a:cubicBezTo>
                  <a:pt x="42913" y="528359"/>
                  <a:pt x="58688" y="546657"/>
                  <a:pt x="92766" y="561803"/>
                </a:cubicBezTo>
                <a:cubicBezTo>
                  <a:pt x="134252" y="580241"/>
                  <a:pt x="181229" y="590546"/>
                  <a:pt x="225287" y="601560"/>
                </a:cubicBezTo>
                <a:cubicBezTo>
                  <a:pt x="278296" y="597143"/>
                  <a:pt x="331844" y="597053"/>
                  <a:pt x="384313" y="588308"/>
                </a:cubicBezTo>
                <a:cubicBezTo>
                  <a:pt x="411871" y="583715"/>
                  <a:pt x="463826" y="561803"/>
                  <a:pt x="463826" y="561803"/>
                </a:cubicBezTo>
                <a:cubicBezTo>
                  <a:pt x="472661" y="552968"/>
                  <a:pt x="480575" y="543104"/>
                  <a:pt x="490331" y="535299"/>
                </a:cubicBezTo>
                <a:cubicBezTo>
                  <a:pt x="502768" y="525350"/>
                  <a:pt x="521646" y="522301"/>
                  <a:pt x="530087" y="508795"/>
                </a:cubicBezTo>
                <a:cubicBezTo>
                  <a:pt x="544894" y="485104"/>
                  <a:pt x="547757" y="455786"/>
                  <a:pt x="556592" y="429282"/>
                </a:cubicBezTo>
                <a:lnTo>
                  <a:pt x="569844" y="389525"/>
                </a:lnTo>
                <a:cubicBezTo>
                  <a:pt x="574261" y="358603"/>
                  <a:pt x="577508" y="327492"/>
                  <a:pt x="583096" y="296760"/>
                </a:cubicBezTo>
                <a:cubicBezTo>
                  <a:pt x="589752" y="260150"/>
                  <a:pt x="598245" y="238059"/>
                  <a:pt x="609600" y="203995"/>
                </a:cubicBezTo>
                <a:cubicBezTo>
                  <a:pt x="605183" y="173073"/>
                  <a:pt x="602474" y="141859"/>
                  <a:pt x="596348" y="111230"/>
                </a:cubicBezTo>
                <a:cubicBezTo>
                  <a:pt x="593608" y="97532"/>
                  <a:pt x="591822" y="82381"/>
                  <a:pt x="583096" y="71473"/>
                </a:cubicBezTo>
                <a:cubicBezTo>
                  <a:pt x="573146" y="59036"/>
                  <a:pt x="556591" y="53804"/>
                  <a:pt x="543339" y="44969"/>
                </a:cubicBezTo>
                <a:cubicBezTo>
                  <a:pt x="487432" y="-38894"/>
                  <a:pt x="404192" y="20673"/>
                  <a:pt x="331305" y="18464"/>
                </a:cubicBez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TextBox 36">
            <a:extLst>
              <a:ext uri="{FF2B5EF4-FFF2-40B4-BE49-F238E27FC236}">
                <a16:creationId xmlns:a16="http://schemas.microsoft.com/office/drawing/2014/main" id="{F802895C-BC18-4164-7C41-639BD3EB2F77}"/>
              </a:ext>
            </a:extLst>
          </p:cNvPr>
          <p:cNvSpPr txBox="1"/>
          <p:nvPr/>
        </p:nvSpPr>
        <p:spPr>
          <a:xfrm>
            <a:off x="8797783" y="4157246"/>
            <a:ext cx="1871090" cy="338554"/>
          </a:xfrm>
          <a:prstGeom prst="rect">
            <a:avLst/>
          </a:prstGeom>
          <a:noFill/>
          <a:ln>
            <a:solidFill>
              <a:schemeClr val="tx1"/>
            </a:solidFill>
          </a:ln>
        </p:spPr>
        <p:txBody>
          <a:bodyPr wrap="none" rtlCol="0">
            <a:spAutoFit/>
          </a:bodyPr>
          <a:lstStyle/>
          <a:p>
            <a:r>
              <a:rPr lang="en-US" sz="1600" b="1" dirty="0"/>
              <a:t>A subtree of node B</a:t>
            </a:r>
          </a:p>
        </p:txBody>
      </p:sp>
    </p:spTree>
    <p:extLst>
      <p:ext uri="{BB962C8B-B14F-4D97-AF65-F5344CB8AC3E}">
        <p14:creationId xmlns:p14="http://schemas.microsoft.com/office/powerpoint/2010/main" val="193287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p:cTn id="7" dur="1000" fill="hold"/>
                                        <p:tgtEl>
                                          <p:spTgt spid="33"/>
                                        </p:tgtEl>
                                        <p:attrNameLst>
                                          <p:attrName>ppt_w</p:attrName>
                                        </p:attrNameLst>
                                      </p:cBhvr>
                                      <p:tavLst>
                                        <p:tav tm="0">
                                          <p:val>
                                            <p:fltVal val="0"/>
                                          </p:val>
                                        </p:tav>
                                        <p:tav tm="100000">
                                          <p:val>
                                            <p:strVal val="#ppt_w"/>
                                          </p:val>
                                        </p:tav>
                                      </p:tavLst>
                                    </p:anim>
                                    <p:anim calcmode="lin" valueType="num">
                                      <p:cBhvr>
                                        <p:cTn id="8" dur="1000" fill="hold"/>
                                        <p:tgtEl>
                                          <p:spTgt spid="33"/>
                                        </p:tgtEl>
                                        <p:attrNameLst>
                                          <p:attrName>ppt_h</p:attrName>
                                        </p:attrNameLst>
                                      </p:cBhvr>
                                      <p:tavLst>
                                        <p:tav tm="0">
                                          <p:val>
                                            <p:fltVal val="0"/>
                                          </p:val>
                                        </p:tav>
                                        <p:tav tm="100000">
                                          <p:val>
                                            <p:strVal val="#ppt_h"/>
                                          </p:val>
                                        </p:tav>
                                      </p:tavLst>
                                    </p:anim>
                                    <p:anim calcmode="lin" valueType="num">
                                      <p:cBhvr>
                                        <p:cTn id="9" dur="1000" fill="hold"/>
                                        <p:tgtEl>
                                          <p:spTgt spid="33"/>
                                        </p:tgtEl>
                                        <p:attrNameLst>
                                          <p:attrName>style.rotation</p:attrName>
                                        </p:attrNameLst>
                                      </p:cBhvr>
                                      <p:tavLst>
                                        <p:tav tm="0">
                                          <p:val>
                                            <p:fltVal val="90"/>
                                          </p:val>
                                        </p:tav>
                                        <p:tav tm="100000">
                                          <p:val>
                                            <p:fltVal val="0"/>
                                          </p:val>
                                        </p:tav>
                                      </p:tavLst>
                                    </p:anim>
                                    <p:animEffect transition="in" filter="fade">
                                      <p:cBhvr>
                                        <p:cTn id="10" dur="1000"/>
                                        <p:tgtEl>
                                          <p:spTgt spid="33"/>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fltVal val="0"/>
                                          </p:val>
                                        </p:tav>
                                        <p:tav tm="100000">
                                          <p:val>
                                            <p:strVal val="#ppt_w"/>
                                          </p:val>
                                        </p:tav>
                                      </p:tavLst>
                                    </p:anim>
                                    <p:anim calcmode="lin" valueType="num">
                                      <p:cBhvr>
                                        <p:cTn id="18" dur="1000" fill="hold"/>
                                        <p:tgtEl>
                                          <p:spTgt spid="34"/>
                                        </p:tgtEl>
                                        <p:attrNameLst>
                                          <p:attrName>ppt_h</p:attrName>
                                        </p:attrNameLst>
                                      </p:cBhvr>
                                      <p:tavLst>
                                        <p:tav tm="0">
                                          <p:val>
                                            <p:fltVal val="0"/>
                                          </p:val>
                                        </p:tav>
                                        <p:tav tm="100000">
                                          <p:val>
                                            <p:strVal val="#ppt_h"/>
                                          </p:val>
                                        </p:tav>
                                      </p:tavLst>
                                    </p:anim>
                                    <p:anim calcmode="lin" valueType="num">
                                      <p:cBhvr>
                                        <p:cTn id="19" dur="1000" fill="hold"/>
                                        <p:tgtEl>
                                          <p:spTgt spid="34"/>
                                        </p:tgtEl>
                                        <p:attrNameLst>
                                          <p:attrName>style.rotation</p:attrName>
                                        </p:attrNameLst>
                                      </p:cBhvr>
                                      <p:tavLst>
                                        <p:tav tm="0">
                                          <p:val>
                                            <p:fltVal val="90"/>
                                          </p:val>
                                        </p:tav>
                                        <p:tav tm="100000">
                                          <p:val>
                                            <p:fltVal val="0"/>
                                          </p:val>
                                        </p:tav>
                                      </p:tavLst>
                                    </p:anim>
                                    <p:animEffect transition="in" filter="fade">
                                      <p:cBhvr>
                                        <p:cTn id="20" dur="1000"/>
                                        <p:tgtEl>
                                          <p:spTgt spid="34"/>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p:cTn id="25" dur="1000" fill="hold"/>
                                        <p:tgtEl>
                                          <p:spTgt spid="35"/>
                                        </p:tgtEl>
                                        <p:attrNameLst>
                                          <p:attrName>ppt_w</p:attrName>
                                        </p:attrNameLst>
                                      </p:cBhvr>
                                      <p:tavLst>
                                        <p:tav tm="0">
                                          <p:val>
                                            <p:fltVal val="0"/>
                                          </p:val>
                                        </p:tav>
                                        <p:tav tm="100000">
                                          <p:val>
                                            <p:strVal val="#ppt_w"/>
                                          </p:val>
                                        </p:tav>
                                      </p:tavLst>
                                    </p:anim>
                                    <p:anim calcmode="lin" valueType="num">
                                      <p:cBhvr>
                                        <p:cTn id="26" dur="1000" fill="hold"/>
                                        <p:tgtEl>
                                          <p:spTgt spid="35"/>
                                        </p:tgtEl>
                                        <p:attrNameLst>
                                          <p:attrName>ppt_h</p:attrName>
                                        </p:attrNameLst>
                                      </p:cBhvr>
                                      <p:tavLst>
                                        <p:tav tm="0">
                                          <p:val>
                                            <p:fltVal val="0"/>
                                          </p:val>
                                        </p:tav>
                                        <p:tav tm="100000">
                                          <p:val>
                                            <p:strVal val="#ppt_h"/>
                                          </p:val>
                                        </p:tav>
                                      </p:tavLst>
                                    </p:anim>
                                    <p:anim calcmode="lin" valueType="num">
                                      <p:cBhvr>
                                        <p:cTn id="27" dur="1000" fill="hold"/>
                                        <p:tgtEl>
                                          <p:spTgt spid="35"/>
                                        </p:tgtEl>
                                        <p:attrNameLst>
                                          <p:attrName>style.rotation</p:attrName>
                                        </p:attrNameLst>
                                      </p:cBhvr>
                                      <p:tavLst>
                                        <p:tav tm="0">
                                          <p:val>
                                            <p:fltVal val="90"/>
                                          </p:val>
                                        </p:tav>
                                        <p:tav tm="100000">
                                          <p:val>
                                            <p:fltVal val="0"/>
                                          </p:val>
                                        </p:tav>
                                      </p:tavLst>
                                    </p:anim>
                                    <p:animEffect transition="in" filter="fade">
                                      <p:cBhvr>
                                        <p:cTn id="28" dur="10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p:cTn id="33" dur="1000" fill="hold"/>
                                        <p:tgtEl>
                                          <p:spTgt spid="36"/>
                                        </p:tgtEl>
                                        <p:attrNameLst>
                                          <p:attrName>ppt_w</p:attrName>
                                        </p:attrNameLst>
                                      </p:cBhvr>
                                      <p:tavLst>
                                        <p:tav tm="0">
                                          <p:val>
                                            <p:fltVal val="0"/>
                                          </p:val>
                                        </p:tav>
                                        <p:tav tm="100000">
                                          <p:val>
                                            <p:strVal val="#ppt_w"/>
                                          </p:val>
                                        </p:tav>
                                      </p:tavLst>
                                    </p:anim>
                                    <p:anim calcmode="lin" valueType="num">
                                      <p:cBhvr>
                                        <p:cTn id="34" dur="1000" fill="hold"/>
                                        <p:tgtEl>
                                          <p:spTgt spid="36"/>
                                        </p:tgtEl>
                                        <p:attrNameLst>
                                          <p:attrName>ppt_h</p:attrName>
                                        </p:attrNameLst>
                                      </p:cBhvr>
                                      <p:tavLst>
                                        <p:tav tm="0">
                                          <p:val>
                                            <p:fltVal val="0"/>
                                          </p:val>
                                        </p:tav>
                                        <p:tav tm="100000">
                                          <p:val>
                                            <p:strVal val="#ppt_h"/>
                                          </p:val>
                                        </p:tav>
                                      </p:tavLst>
                                    </p:anim>
                                    <p:anim calcmode="lin" valueType="num">
                                      <p:cBhvr>
                                        <p:cTn id="35" dur="1000" fill="hold"/>
                                        <p:tgtEl>
                                          <p:spTgt spid="36"/>
                                        </p:tgtEl>
                                        <p:attrNameLst>
                                          <p:attrName>style.rotation</p:attrName>
                                        </p:attrNameLst>
                                      </p:cBhvr>
                                      <p:tavLst>
                                        <p:tav tm="0">
                                          <p:val>
                                            <p:fltVal val="90"/>
                                          </p:val>
                                        </p:tav>
                                        <p:tav tm="100000">
                                          <p:val>
                                            <p:fltVal val="0"/>
                                          </p:val>
                                        </p:tav>
                                      </p:tavLst>
                                    </p:anim>
                                    <p:animEffect transition="in" filter="fade">
                                      <p:cBhvr>
                                        <p:cTn id="36"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9A0D2-384E-F380-FD5E-FC30E0148736}"/>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A1D80876-06E5-5B54-8481-B3C8B6B60DDF}"/>
              </a:ext>
            </a:extLst>
          </p:cNvPr>
          <p:cNvSpPr>
            <a:spLocks noGrp="1"/>
          </p:cNvSpPr>
          <p:nvPr>
            <p:ph type="title"/>
          </p:nvPr>
        </p:nvSpPr>
        <p:spPr/>
        <p:txBody>
          <a:bodyPr/>
          <a:lstStyle/>
          <a:p>
            <a:pPr eaLnBrk="1" hangingPunct="1"/>
            <a:r>
              <a:rPr lang="en-US" dirty="0"/>
              <a:t>Terminology in Tree Structure</a:t>
            </a:r>
            <a:endParaRPr lang="en-US" altLang="en-US" dirty="0"/>
          </a:p>
        </p:txBody>
      </p:sp>
      <p:sp>
        <p:nvSpPr>
          <p:cNvPr id="5123" name="Rectangle 3">
            <a:extLst>
              <a:ext uri="{FF2B5EF4-FFF2-40B4-BE49-F238E27FC236}">
                <a16:creationId xmlns:a16="http://schemas.microsoft.com/office/drawing/2014/main" id="{81F147B1-4CD2-A2F6-DBD5-D1A9608EDD7F}"/>
              </a:ext>
            </a:extLst>
          </p:cNvPr>
          <p:cNvSpPr>
            <a:spLocks noGrp="1" noChangeArrowheads="1"/>
          </p:cNvSpPr>
          <p:nvPr>
            <p:ph idx="1"/>
          </p:nvPr>
        </p:nvSpPr>
        <p:spPr/>
        <p:txBody>
          <a:bodyPr rtlCol="0">
            <a:normAutofit/>
          </a:bodyPr>
          <a:lstStyle/>
          <a:p>
            <a:r>
              <a:rPr lang="en-US" dirty="0"/>
              <a:t>A tree is composed of nodes</a:t>
            </a:r>
          </a:p>
          <a:p>
            <a:r>
              <a:rPr lang="en-US" dirty="0"/>
              <a:t>Types of nodes</a:t>
            </a:r>
          </a:p>
          <a:p>
            <a:pPr lvl="1"/>
            <a:r>
              <a:rPr lang="en-US" dirty="0">
                <a:solidFill>
                  <a:srgbClr val="FF0000"/>
                </a:solidFill>
              </a:rPr>
              <a:t>Root</a:t>
            </a:r>
            <a:r>
              <a:rPr lang="en-US" dirty="0"/>
              <a:t>: only one in a tree, has no parent.</a:t>
            </a:r>
          </a:p>
          <a:p>
            <a:pPr lvl="1"/>
            <a:r>
              <a:rPr lang="en-US" dirty="0">
                <a:solidFill>
                  <a:srgbClr val="FF0000"/>
                </a:solidFill>
              </a:rPr>
              <a:t>Internal node</a:t>
            </a:r>
            <a:r>
              <a:rPr lang="en-US" dirty="0"/>
              <a:t>(non-leaf): </a:t>
            </a:r>
            <a:br>
              <a:rPr lang="en-US" dirty="0"/>
            </a:br>
            <a:r>
              <a:rPr lang="en-US" dirty="0"/>
              <a:t>Nodes with children are called internal nodes</a:t>
            </a:r>
          </a:p>
          <a:p>
            <a:pPr lvl="1"/>
            <a:r>
              <a:rPr lang="en-US" dirty="0">
                <a:solidFill>
                  <a:srgbClr val="FF0000"/>
                </a:solidFill>
              </a:rPr>
              <a:t>Leaf</a:t>
            </a:r>
            <a:r>
              <a:rPr lang="en-US" dirty="0"/>
              <a:t> (External Node): </a:t>
            </a:r>
            <a:br>
              <a:rPr lang="en-US" dirty="0"/>
            </a:br>
            <a:r>
              <a:rPr lang="en-US" dirty="0"/>
              <a:t>nodes without children are called leaves</a:t>
            </a:r>
          </a:p>
          <a:p>
            <a:pPr marL="457200" lvl="1" indent="0">
              <a:buNone/>
              <a:defRPr/>
            </a:pPr>
            <a:endParaRPr lang="en-US" dirty="0">
              <a:ea typeface="+mn-ea"/>
            </a:endParaRPr>
          </a:p>
        </p:txBody>
      </p:sp>
      <p:grpSp>
        <p:nvGrpSpPr>
          <p:cNvPr id="2" name="Group 66">
            <a:extLst>
              <a:ext uri="{FF2B5EF4-FFF2-40B4-BE49-F238E27FC236}">
                <a16:creationId xmlns:a16="http://schemas.microsoft.com/office/drawing/2014/main" id="{2BD330D7-E361-EA40-93B7-F4008A7B14EF}"/>
              </a:ext>
            </a:extLst>
          </p:cNvPr>
          <p:cNvGrpSpPr>
            <a:grpSpLocks/>
          </p:cNvGrpSpPr>
          <p:nvPr/>
        </p:nvGrpSpPr>
        <p:grpSpPr bwMode="auto">
          <a:xfrm>
            <a:off x="8582223" y="1962536"/>
            <a:ext cx="2577931" cy="2110043"/>
            <a:chOff x="3264" y="1488"/>
            <a:chExt cx="2112" cy="1584"/>
          </a:xfrm>
        </p:grpSpPr>
        <p:sp>
          <p:nvSpPr>
            <p:cNvPr id="3" name="Oval 5">
              <a:extLst>
                <a:ext uri="{FF2B5EF4-FFF2-40B4-BE49-F238E27FC236}">
                  <a16:creationId xmlns:a16="http://schemas.microsoft.com/office/drawing/2014/main" id="{5D2DBEF7-693D-E808-EB74-8F559DE28DE9}"/>
                </a:ext>
              </a:extLst>
            </p:cNvPr>
            <p:cNvSpPr>
              <a:spLocks noChangeArrowheads="1"/>
            </p:cNvSpPr>
            <p:nvPr/>
          </p:nvSpPr>
          <p:spPr bwMode="auto">
            <a:xfrm>
              <a:off x="4224" y="1488"/>
              <a:ext cx="288" cy="240"/>
            </a:xfrm>
            <a:prstGeom prst="ellipse">
              <a:avLst/>
            </a:prstGeom>
            <a:solidFill>
              <a:srgbClr val="BE80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A</a:t>
              </a:r>
            </a:p>
          </p:txBody>
        </p:sp>
        <p:sp>
          <p:nvSpPr>
            <p:cNvPr id="4" name="Oval 6">
              <a:extLst>
                <a:ext uri="{FF2B5EF4-FFF2-40B4-BE49-F238E27FC236}">
                  <a16:creationId xmlns:a16="http://schemas.microsoft.com/office/drawing/2014/main" id="{D4B9A6F4-A6D7-B518-1918-3721D84DCE4A}"/>
                </a:ext>
              </a:extLst>
            </p:cNvPr>
            <p:cNvSpPr>
              <a:spLocks noChangeArrowheads="1"/>
            </p:cNvSpPr>
            <p:nvPr/>
          </p:nvSpPr>
          <p:spPr bwMode="auto">
            <a:xfrm>
              <a:off x="4032" y="1920"/>
              <a:ext cx="288" cy="240"/>
            </a:xfrm>
            <a:prstGeom prst="ellipse">
              <a:avLst/>
            </a:prstGeom>
            <a:solidFill>
              <a:schemeClr val="bg1">
                <a:lumMod val="85000"/>
              </a:scheme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C</a:t>
              </a:r>
            </a:p>
          </p:txBody>
        </p:sp>
        <p:sp>
          <p:nvSpPr>
            <p:cNvPr id="5" name="Oval 7">
              <a:extLst>
                <a:ext uri="{FF2B5EF4-FFF2-40B4-BE49-F238E27FC236}">
                  <a16:creationId xmlns:a16="http://schemas.microsoft.com/office/drawing/2014/main" id="{378D8F7B-C245-B1C7-7BEA-DA96BE8858F6}"/>
                </a:ext>
              </a:extLst>
            </p:cNvPr>
            <p:cNvSpPr>
              <a:spLocks noChangeArrowheads="1"/>
            </p:cNvSpPr>
            <p:nvPr/>
          </p:nvSpPr>
          <p:spPr bwMode="auto">
            <a:xfrm>
              <a:off x="3648"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B</a:t>
              </a:r>
            </a:p>
          </p:txBody>
        </p:sp>
        <p:sp>
          <p:nvSpPr>
            <p:cNvPr id="6" name="Oval 8">
              <a:extLst>
                <a:ext uri="{FF2B5EF4-FFF2-40B4-BE49-F238E27FC236}">
                  <a16:creationId xmlns:a16="http://schemas.microsoft.com/office/drawing/2014/main" id="{B2E221C6-F69B-0C60-33FF-9D8034242F03}"/>
                </a:ext>
              </a:extLst>
            </p:cNvPr>
            <p:cNvSpPr>
              <a:spLocks noChangeArrowheads="1"/>
            </p:cNvSpPr>
            <p:nvPr/>
          </p:nvSpPr>
          <p:spPr bwMode="auto">
            <a:xfrm>
              <a:off x="4416"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D</a:t>
              </a:r>
            </a:p>
          </p:txBody>
        </p:sp>
        <p:sp>
          <p:nvSpPr>
            <p:cNvPr id="7" name="Oval 9">
              <a:extLst>
                <a:ext uri="{FF2B5EF4-FFF2-40B4-BE49-F238E27FC236}">
                  <a16:creationId xmlns:a16="http://schemas.microsoft.com/office/drawing/2014/main" id="{13244689-342F-260D-1C99-AB7B3B345E21}"/>
                </a:ext>
              </a:extLst>
            </p:cNvPr>
            <p:cNvSpPr>
              <a:spLocks noChangeArrowheads="1"/>
            </p:cNvSpPr>
            <p:nvPr/>
          </p:nvSpPr>
          <p:spPr bwMode="auto">
            <a:xfrm>
              <a:off x="4800" y="192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E</a:t>
              </a:r>
            </a:p>
          </p:txBody>
        </p:sp>
        <p:sp>
          <p:nvSpPr>
            <p:cNvPr id="8" name="Oval 10">
              <a:extLst>
                <a:ext uri="{FF2B5EF4-FFF2-40B4-BE49-F238E27FC236}">
                  <a16:creationId xmlns:a16="http://schemas.microsoft.com/office/drawing/2014/main" id="{CC2E95AD-9EEC-B8EC-C3B7-F0F812EE8C4F}"/>
                </a:ext>
              </a:extLst>
            </p:cNvPr>
            <p:cNvSpPr>
              <a:spLocks noChangeArrowheads="1"/>
            </p:cNvSpPr>
            <p:nvPr/>
          </p:nvSpPr>
          <p:spPr bwMode="auto">
            <a:xfrm>
              <a:off x="3600" y="2400"/>
              <a:ext cx="288" cy="240"/>
            </a:xfrm>
            <a:prstGeom prst="ellipse">
              <a:avLst/>
            </a:prstGeom>
            <a:solidFill>
              <a:schemeClr val="bg1">
                <a:lumMod val="85000"/>
              </a:scheme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G</a:t>
              </a:r>
            </a:p>
          </p:txBody>
        </p:sp>
        <p:sp>
          <p:nvSpPr>
            <p:cNvPr id="9" name="Oval 11">
              <a:extLst>
                <a:ext uri="{FF2B5EF4-FFF2-40B4-BE49-F238E27FC236}">
                  <a16:creationId xmlns:a16="http://schemas.microsoft.com/office/drawing/2014/main" id="{E9F9D5AA-2FA7-C8CB-D615-9FC545464AD5}"/>
                </a:ext>
              </a:extLst>
            </p:cNvPr>
            <p:cNvSpPr>
              <a:spLocks noChangeArrowheads="1"/>
            </p:cNvSpPr>
            <p:nvPr/>
          </p:nvSpPr>
          <p:spPr bwMode="auto">
            <a:xfrm>
              <a:off x="3264" y="2400"/>
              <a:ext cx="288" cy="240"/>
            </a:xfrm>
            <a:prstGeom prst="ellipse">
              <a:avLst/>
            </a:prstGeom>
            <a:solidFill>
              <a:schemeClr val="bg1">
                <a:lumMod val="85000"/>
              </a:scheme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rgbClr val="000000"/>
                  </a:solidFill>
                  <a:latin typeface="Verdana" panose="020B0604030504040204" pitchFamily="34" charset="0"/>
                  <a:ea typeface="宋体" panose="02010600030101010101" pitchFamily="2" charset="-122"/>
                </a:rPr>
                <a:t>F</a:t>
              </a:r>
            </a:p>
          </p:txBody>
        </p:sp>
        <p:sp>
          <p:nvSpPr>
            <p:cNvPr id="10" name="Oval 12">
              <a:extLst>
                <a:ext uri="{FF2B5EF4-FFF2-40B4-BE49-F238E27FC236}">
                  <a16:creationId xmlns:a16="http://schemas.microsoft.com/office/drawing/2014/main" id="{AFC8C192-ED36-D9B5-CFC6-4CEE7FC9CEF0}"/>
                </a:ext>
              </a:extLst>
            </p:cNvPr>
            <p:cNvSpPr>
              <a:spLocks noChangeArrowheads="1"/>
            </p:cNvSpPr>
            <p:nvPr/>
          </p:nvSpPr>
          <p:spPr bwMode="auto">
            <a:xfrm>
              <a:off x="3936"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H</a:t>
              </a:r>
            </a:p>
          </p:txBody>
        </p:sp>
        <p:sp>
          <p:nvSpPr>
            <p:cNvPr id="11" name="Oval 13">
              <a:extLst>
                <a:ext uri="{FF2B5EF4-FFF2-40B4-BE49-F238E27FC236}">
                  <a16:creationId xmlns:a16="http://schemas.microsoft.com/office/drawing/2014/main" id="{9D61A26B-D14A-27DD-E139-7E9D39A41F89}"/>
                </a:ext>
              </a:extLst>
            </p:cNvPr>
            <p:cNvSpPr>
              <a:spLocks noChangeArrowheads="1"/>
            </p:cNvSpPr>
            <p:nvPr/>
          </p:nvSpPr>
          <p:spPr bwMode="auto">
            <a:xfrm>
              <a:off x="4752" y="2400"/>
              <a:ext cx="288" cy="240"/>
            </a:xfrm>
            <a:prstGeom prst="ellipse">
              <a:avLst/>
            </a:prstGeom>
            <a:solidFill>
              <a:srgbClr val="7FA8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J</a:t>
              </a:r>
            </a:p>
          </p:txBody>
        </p:sp>
        <p:sp>
          <p:nvSpPr>
            <p:cNvPr id="12" name="Oval 14">
              <a:extLst>
                <a:ext uri="{FF2B5EF4-FFF2-40B4-BE49-F238E27FC236}">
                  <a16:creationId xmlns:a16="http://schemas.microsoft.com/office/drawing/2014/main" id="{EAFF276B-1B8D-25C5-FAC8-DED81014BCE9}"/>
                </a:ext>
              </a:extLst>
            </p:cNvPr>
            <p:cNvSpPr>
              <a:spLocks noChangeArrowheads="1"/>
            </p:cNvSpPr>
            <p:nvPr/>
          </p:nvSpPr>
          <p:spPr bwMode="auto">
            <a:xfrm>
              <a:off x="5088" y="2400"/>
              <a:ext cx="288" cy="240"/>
            </a:xfrm>
            <a:prstGeom prst="ellipse">
              <a:avLst/>
            </a:prstGeom>
            <a:solidFill>
              <a:schemeClr val="bg1">
                <a:lumMod val="85000"/>
              </a:scheme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K</a:t>
              </a:r>
            </a:p>
          </p:txBody>
        </p:sp>
        <p:sp>
          <p:nvSpPr>
            <p:cNvPr id="13" name="Line 15">
              <a:extLst>
                <a:ext uri="{FF2B5EF4-FFF2-40B4-BE49-F238E27FC236}">
                  <a16:creationId xmlns:a16="http://schemas.microsoft.com/office/drawing/2014/main" id="{404F139A-3BCE-8A3E-10BD-F1283A14CC4D}"/>
                </a:ext>
              </a:extLst>
            </p:cNvPr>
            <p:cNvSpPr>
              <a:spLocks noChangeShapeType="1"/>
            </p:cNvSpPr>
            <p:nvPr/>
          </p:nvSpPr>
          <p:spPr bwMode="auto">
            <a:xfrm flipV="1">
              <a:off x="3840"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14" name="Line 16">
              <a:extLst>
                <a:ext uri="{FF2B5EF4-FFF2-40B4-BE49-F238E27FC236}">
                  <a16:creationId xmlns:a16="http://schemas.microsoft.com/office/drawing/2014/main" id="{D980BB27-E840-21B3-EE96-B2A3D62B502A}"/>
                </a:ext>
              </a:extLst>
            </p:cNvPr>
            <p:cNvSpPr>
              <a:spLocks noChangeShapeType="1"/>
            </p:cNvSpPr>
            <p:nvPr/>
          </p:nvSpPr>
          <p:spPr bwMode="auto">
            <a:xfrm flipV="1">
              <a:off x="4224"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15" name="Line 17">
              <a:extLst>
                <a:ext uri="{FF2B5EF4-FFF2-40B4-BE49-F238E27FC236}">
                  <a16:creationId xmlns:a16="http://schemas.microsoft.com/office/drawing/2014/main" id="{5F8053C7-6A94-C06A-4D31-C2A20EA4FF17}"/>
                </a:ext>
              </a:extLst>
            </p:cNvPr>
            <p:cNvSpPr>
              <a:spLocks noChangeShapeType="1"/>
            </p:cNvSpPr>
            <p:nvPr/>
          </p:nvSpPr>
          <p:spPr bwMode="auto">
            <a:xfrm flipH="1" flipV="1">
              <a:off x="4368" y="1728"/>
              <a:ext cx="144"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16" name="Line 18">
              <a:extLst>
                <a:ext uri="{FF2B5EF4-FFF2-40B4-BE49-F238E27FC236}">
                  <a16:creationId xmlns:a16="http://schemas.microsoft.com/office/drawing/2014/main" id="{DB1AAADB-12ED-365C-B30D-E9ADDA63AC19}"/>
                </a:ext>
              </a:extLst>
            </p:cNvPr>
            <p:cNvSpPr>
              <a:spLocks noChangeShapeType="1"/>
            </p:cNvSpPr>
            <p:nvPr/>
          </p:nvSpPr>
          <p:spPr bwMode="auto">
            <a:xfrm flipH="1" flipV="1">
              <a:off x="4416" y="1728"/>
              <a:ext cx="48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17" name="Oval 19">
              <a:extLst>
                <a:ext uri="{FF2B5EF4-FFF2-40B4-BE49-F238E27FC236}">
                  <a16:creationId xmlns:a16="http://schemas.microsoft.com/office/drawing/2014/main" id="{5BE6B7F5-E661-9992-D367-91DFE59A8EE1}"/>
                </a:ext>
              </a:extLst>
            </p:cNvPr>
            <p:cNvSpPr>
              <a:spLocks noChangeArrowheads="1"/>
            </p:cNvSpPr>
            <p:nvPr/>
          </p:nvSpPr>
          <p:spPr bwMode="auto">
            <a:xfrm>
              <a:off x="4416" y="2400"/>
              <a:ext cx="288" cy="240"/>
            </a:xfrm>
            <a:prstGeom prst="ellipse">
              <a:avLst/>
            </a:prstGeom>
            <a:solidFill>
              <a:schemeClr val="bg1">
                <a:lumMod val="85000"/>
              </a:scheme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rgbClr val="000000"/>
                  </a:solidFill>
                  <a:latin typeface="Verdana" panose="020B0604030504040204" pitchFamily="34" charset="0"/>
                  <a:ea typeface="宋体" panose="02010600030101010101" pitchFamily="2" charset="-122"/>
                </a:rPr>
                <a:t>I</a:t>
              </a:r>
            </a:p>
          </p:txBody>
        </p:sp>
        <p:sp>
          <p:nvSpPr>
            <p:cNvPr id="18" name="Line 20">
              <a:extLst>
                <a:ext uri="{FF2B5EF4-FFF2-40B4-BE49-F238E27FC236}">
                  <a16:creationId xmlns:a16="http://schemas.microsoft.com/office/drawing/2014/main" id="{7FED2331-C9C1-6F37-C65F-341A2614A351}"/>
                </a:ext>
              </a:extLst>
            </p:cNvPr>
            <p:cNvSpPr>
              <a:spLocks noChangeShapeType="1"/>
            </p:cNvSpPr>
            <p:nvPr/>
          </p:nvSpPr>
          <p:spPr bwMode="auto">
            <a:xfrm flipV="1">
              <a:off x="3456" y="2160"/>
              <a:ext cx="28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19" name="Line 21">
              <a:extLst>
                <a:ext uri="{FF2B5EF4-FFF2-40B4-BE49-F238E27FC236}">
                  <a16:creationId xmlns:a16="http://schemas.microsoft.com/office/drawing/2014/main" id="{12E196BC-DE64-A9F2-BA51-096D2602A69C}"/>
                </a:ext>
              </a:extLst>
            </p:cNvPr>
            <p:cNvSpPr>
              <a:spLocks noChangeShapeType="1"/>
            </p:cNvSpPr>
            <p:nvPr/>
          </p:nvSpPr>
          <p:spPr bwMode="auto">
            <a:xfrm flipV="1">
              <a:off x="3744" y="2160"/>
              <a:ext cx="48"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20" name="Line 22">
              <a:extLst>
                <a:ext uri="{FF2B5EF4-FFF2-40B4-BE49-F238E27FC236}">
                  <a16:creationId xmlns:a16="http://schemas.microsoft.com/office/drawing/2014/main" id="{C80A3D98-DEA5-8C3A-42E0-B679F09CA5AD}"/>
                </a:ext>
              </a:extLst>
            </p:cNvPr>
            <p:cNvSpPr>
              <a:spLocks noChangeShapeType="1"/>
            </p:cNvSpPr>
            <p:nvPr/>
          </p:nvSpPr>
          <p:spPr bwMode="auto">
            <a:xfrm flipH="1" flipV="1">
              <a:off x="3840"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21" name="Line 23">
              <a:extLst>
                <a:ext uri="{FF2B5EF4-FFF2-40B4-BE49-F238E27FC236}">
                  <a16:creationId xmlns:a16="http://schemas.microsoft.com/office/drawing/2014/main" id="{BD9F4E6A-9393-0CD9-AB91-5B2D1F2428C8}"/>
                </a:ext>
              </a:extLst>
            </p:cNvPr>
            <p:cNvSpPr>
              <a:spLocks noChangeShapeType="1"/>
            </p:cNvSpPr>
            <p:nvPr/>
          </p:nvSpPr>
          <p:spPr bwMode="auto">
            <a:xfrm flipV="1">
              <a:off x="4560"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22" name="Line 24">
              <a:extLst>
                <a:ext uri="{FF2B5EF4-FFF2-40B4-BE49-F238E27FC236}">
                  <a16:creationId xmlns:a16="http://schemas.microsoft.com/office/drawing/2014/main" id="{64133772-E308-8591-01D6-DCECAF4324EA}"/>
                </a:ext>
              </a:extLst>
            </p:cNvPr>
            <p:cNvSpPr>
              <a:spLocks noChangeShapeType="1"/>
            </p:cNvSpPr>
            <p:nvPr/>
          </p:nvSpPr>
          <p:spPr bwMode="auto">
            <a:xfrm flipV="1">
              <a:off x="4896" y="2160"/>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23" name="Line 25">
              <a:extLst>
                <a:ext uri="{FF2B5EF4-FFF2-40B4-BE49-F238E27FC236}">
                  <a16:creationId xmlns:a16="http://schemas.microsoft.com/office/drawing/2014/main" id="{C4358842-F5E0-3A40-3865-C11EC71309B1}"/>
                </a:ext>
              </a:extLst>
            </p:cNvPr>
            <p:cNvSpPr>
              <a:spLocks noChangeShapeType="1"/>
            </p:cNvSpPr>
            <p:nvPr/>
          </p:nvSpPr>
          <p:spPr bwMode="auto">
            <a:xfrm flipH="1" flipV="1">
              <a:off x="4992" y="2160"/>
              <a:ext cx="19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24" name="Oval 26">
              <a:extLst>
                <a:ext uri="{FF2B5EF4-FFF2-40B4-BE49-F238E27FC236}">
                  <a16:creationId xmlns:a16="http://schemas.microsoft.com/office/drawing/2014/main" id="{EC0E2EFA-89F3-DA47-8BCD-D987F95FDCB5}"/>
                </a:ext>
              </a:extLst>
            </p:cNvPr>
            <p:cNvSpPr>
              <a:spLocks noChangeArrowheads="1"/>
            </p:cNvSpPr>
            <p:nvPr/>
          </p:nvSpPr>
          <p:spPr bwMode="auto">
            <a:xfrm>
              <a:off x="3744" y="2832"/>
              <a:ext cx="288" cy="240"/>
            </a:xfrm>
            <a:prstGeom prst="ellipse">
              <a:avLst/>
            </a:prstGeom>
            <a:solidFill>
              <a:schemeClr val="bg1">
                <a:lumMod val="85000"/>
              </a:scheme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dirty="0">
                  <a:solidFill>
                    <a:srgbClr val="000000"/>
                  </a:solidFill>
                  <a:latin typeface="Verdana" panose="020B0604030504040204" pitchFamily="34" charset="0"/>
                  <a:ea typeface="宋体" panose="02010600030101010101" pitchFamily="2" charset="-122"/>
                </a:rPr>
                <a:t>L</a:t>
              </a:r>
            </a:p>
          </p:txBody>
        </p:sp>
        <p:sp>
          <p:nvSpPr>
            <p:cNvPr id="25" name="Oval 27">
              <a:extLst>
                <a:ext uri="{FF2B5EF4-FFF2-40B4-BE49-F238E27FC236}">
                  <a16:creationId xmlns:a16="http://schemas.microsoft.com/office/drawing/2014/main" id="{F7889E8B-EEC4-A6C7-60D2-6B48C2CEF22F}"/>
                </a:ext>
              </a:extLst>
            </p:cNvPr>
            <p:cNvSpPr>
              <a:spLocks noChangeArrowheads="1"/>
            </p:cNvSpPr>
            <p:nvPr/>
          </p:nvSpPr>
          <p:spPr bwMode="auto">
            <a:xfrm>
              <a:off x="4128" y="2832"/>
              <a:ext cx="288" cy="240"/>
            </a:xfrm>
            <a:prstGeom prst="ellipse">
              <a:avLst/>
            </a:prstGeom>
            <a:solidFill>
              <a:schemeClr val="bg1">
                <a:lumMod val="85000"/>
              </a:scheme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M</a:t>
              </a:r>
            </a:p>
          </p:txBody>
        </p:sp>
        <p:sp>
          <p:nvSpPr>
            <p:cNvPr id="26" name="Line 28">
              <a:extLst>
                <a:ext uri="{FF2B5EF4-FFF2-40B4-BE49-F238E27FC236}">
                  <a16:creationId xmlns:a16="http://schemas.microsoft.com/office/drawing/2014/main" id="{A48E6954-24D4-A645-EEA6-A3F20E2D8F81}"/>
                </a:ext>
              </a:extLst>
            </p:cNvPr>
            <p:cNvSpPr>
              <a:spLocks noChangeShapeType="1"/>
            </p:cNvSpPr>
            <p:nvPr/>
          </p:nvSpPr>
          <p:spPr bwMode="auto">
            <a:xfrm flipV="1">
              <a:off x="3888"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27" name="Line 29">
              <a:extLst>
                <a:ext uri="{FF2B5EF4-FFF2-40B4-BE49-F238E27FC236}">
                  <a16:creationId xmlns:a16="http://schemas.microsoft.com/office/drawing/2014/main" id="{F56FD414-3367-A430-CE9F-15939C0BB173}"/>
                </a:ext>
              </a:extLst>
            </p:cNvPr>
            <p:cNvSpPr>
              <a:spLocks noChangeShapeType="1"/>
            </p:cNvSpPr>
            <p:nvPr/>
          </p:nvSpPr>
          <p:spPr bwMode="auto">
            <a:xfrm flipH="1" flipV="1">
              <a:off x="4080" y="2640"/>
              <a:ext cx="192"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sp>
          <p:nvSpPr>
            <p:cNvPr id="28" name="Oval 30">
              <a:extLst>
                <a:ext uri="{FF2B5EF4-FFF2-40B4-BE49-F238E27FC236}">
                  <a16:creationId xmlns:a16="http://schemas.microsoft.com/office/drawing/2014/main" id="{ED8C4736-A597-7DC9-FAE0-93BA4A5F2623}"/>
                </a:ext>
              </a:extLst>
            </p:cNvPr>
            <p:cNvSpPr>
              <a:spLocks noChangeArrowheads="1"/>
            </p:cNvSpPr>
            <p:nvPr/>
          </p:nvSpPr>
          <p:spPr bwMode="auto">
            <a:xfrm>
              <a:off x="4752" y="2832"/>
              <a:ext cx="288" cy="240"/>
            </a:xfrm>
            <a:prstGeom prst="ellipse">
              <a:avLst/>
            </a:prstGeom>
            <a:solidFill>
              <a:schemeClr val="bg1">
                <a:lumMod val="85000"/>
              </a:scheme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algn="ctr" eaLnBrk="0" fontAlgn="base" hangingPunct="0">
                <a:spcBef>
                  <a:spcPct val="0"/>
                </a:spcBef>
                <a:spcAft>
                  <a:spcPct val="0"/>
                </a:spcAft>
              </a:pPr>
              <a:r>
                <a:rPr lang="en-US" altLang="zh-CN" sz="1600">
                  <a:solidFill>
                    <a:srgbClr val="000000"/>
                  </a:solidFill>
                  <a:latin typeface="Verdana" panose="020B0604030504040204" pitchFamily="34" charset="0"/>
                  <a:ea typeface="宋体" panose="02010600030101010101" pitchFamily="2" charset="-122"/>
                </a:rPr>
                <a:t>N</a:t>
              </a:r>
            </a:p>
          </p:txBody>
        </p:sp>
        <p:sp>
          <p:nvSpPr>
            <p:cNvPr id="29" name="Line 31">
              <a:extLst>
                <a:ext uri="{FF2B5EF4-FFF2-40B4-BE49-F238E27FC236}">
                  <a16:creationId xmlns:a16="http://schemas.microsoft.com/office/drawing/2014/main" id="{54394103-01B6-2E21-4748-9BE2E2586927}"/>
                </a:ext>
              </a:extLst>
            </p:cNvPr>
            <p:cNvSpPr>
              <a:spLocks noChangeShapeType="1"/>
            </p:cNvSpPr>
            <p:nvPr/>
          </p:nvSpPr>
          <p:spPr bwMode="auto">
            <a:xfrm flipV="1">
              <a:off x="4896" y="2640"/>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zh-CN" altLang="en-US">
                <a:solidFill>
                  <a:srgbClr val="804000"/>
                </a:solidFill>
                <a:latin typeface="Comic Sans MS" panose="030F0702030302020204" pitchFamily="66" charset="0"/>
              </a:endParaRPr>
            </a:p>
          </p:txBody>
        </p:sp>
      </p:grpSp>
      <p:grpSp>
        <p:nvGrpSpPr>
          <p:cNvPr id="30" name="Group 60">
            <a:extLst>
              <a:ext uri="{FF2B5EF4-FFF2-40B4-BE49-F238E27FC236}">
                <a16:creationId xmlns:a16="http://schemas.microsoft.com/office/drawing/2014/main" id="{B764B776-0C1A-38C0-EAA7-FD09040DD110}"/>
              </a:ext>
            </a:extLst>
          </p:cNvPr>
          <p:cNvGrpSpPr>
            <a:grpSpLocks/>
          </p:cNvGrpSpPr>
          <p:nvPr/>
        </p:nvGrpSpPr>
        <p:grpSpPr bwMode="auto">
          <a:xfrm>
            <a:off x="10104365" y="1627435"/>
            <a:ext cx="694358" cy="460958"/>
            <a:chOff x="4560" y="806"/>
            <a:chExt cx="801" cy="788"/>
          </a:xfrm>
        </p:grpSpPr>
        <p:sp>
          <p:nvSpPr>
            <p:cNvPr id="31" name="Text Box 33">
              <a:extLst>
                <a:ext uri="{FF2B5EF4-FFF2-40B4-BE49-F238E27FC236}">
                  <a16:creationId xmlns:a16="http://schemas.microsoft.com/office/drawing/2014/main" id="{196EE697-CAB5-7C04-897C-675AA7A9D0CA}"/>
                </a:ext>
              </a:extLst>
            </p:cNvPr>
            <p:cNvSpPr txBox="1">
              <a:spLocks noChangeArrowheads="1"/>
            </p:cNvSpPr>
            <p:nvPr/>
          </p:nvSpPr>
          <p:spPr bwMode="auto">
            <a:xfrm>
              <a:off x="4608" y="806"/>
              <a:ext cx="753" cy="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eaLnBrk="0" fontAlgn="base" hangingPunct="0">
                <a:spcBef>
                  <a:spcPct val="50000"/>
                </a:spcBef>
                <a:spcAft>
                  <a:spcPct val="0"/>
                </a:spcAft>
              </a:pPr>
              <a:r>
                <a:rPr lang="en-US" altLang="zh-CN" sz="1600" dirty="0">
                  <a:solidFill>
                    <a:srgbClr val="804000"/>
                  </a:solidFill>
                  <a:latin typeface="Verdana (Body)"/>
                  <a:ea typeface="宋体" panose="02010600030101010101" pitchFamily="2" charset="-122"/>
                </a:rPr>
                <a:t>root</a:t>
              </a:r>
              <a:endParaRPr lang="en-US" altLang="zh-CN" sz="1600" dirty="0">
                <a:solidFill>
                  <a:srgbClr val="000000"/>
                </a:solidFill>
                <a:latin typeface="Verdana (Body)"/>
                <a:ea typeface="宋体" panose="02010600030101010101" pitchFamily="2" charset="-122"/>
              </a:endParaRPr>
            </a:p>
          </p:txBody>
        </p:sp>
        <p:sp>
          <p:nvSpPr>
            <p:cNvPr id="32" name="Freeform 34">
              <a:extLst>
                <a:ext uri="{FF2B5EF4-FFF2-40B4-BE49-F238E27FC236}">
                  <a16:creationId xmlns:a16="http://schemas.microsoft.com/office/drawing/2014/main" id="{BD99AB3E-8E39-2A5A-ED06-4F807498C410}"/>
                </a:ext>
              </a:extLst>
            </p:cNvPr>
            <p:cNvSpPr>
              <a:spLocks/>
            </p:cNvSpPr>
            <p:nvPr/>
          </p:nvSpPr>
          <p:spPr bwMode="auto">
            <a:xfrm>
              <a:off x="4560" y="1249"/>
              <a:ext cx="288" cy="345"/>
            </a:xfrm>
            <a:custGeom>
              <a:avLst/>
              <a:gdLst>
                <a:gd name="T0" fmla="*/ 288 w 288"/>
                <a:gd name="T1" fmla="*/ 0 h 344"/>
                <a:gd name="T2" fmla="*/ 192 w 288"/>
                <a:gd name="T3" fmla="*/ 289 h 344"/>
                <a:gd name="T4" fmla="*/ 0 w 288"/>
                <a:gd name="T5" fmla="*/ 337 h 344"/>
                <a:gd name="T6" fmla="*/ 0 60000 65536"/>
                <a:gd name="T7" fmla="*/ 0 60000 65536"/>
                <a:gd name="T8" fmla="*/ 0 60000 65536"/>
              </a:gdLst>
              <a:ahLst/>
              <a:cxnLst>
                <a:cxn ang="T6">
                  <a:pos x="T0" y="T1"/>
                </a:cxn>
                <a:cxn ang="T7">
                  <a:pos x="T2" y="T3"/>
                </a:cxn>
                <a:cxn ang="T8">
                  <a:pos x="T4" y="T5"/>
                </a:cxn>
              </a:cxnLst>
              <a:rect l="0" t="0" r="r" b="b"/>
              <a:pathLst>
                <a:path w="288" h="344">
                  <a:moveTo>
                    <a:pt x="288" y="0"/>
                  </a:moveTo>
                  <a:cubicBezTo>
                    <a:pt x="264" y="116"/>
                    <a:pt x="240" y="232"/>
                    <a:pt x="192" y="288"/>
                  </a:cubicBezTo>
                  <a:cubicBezTo>
                    <a:pt x="144" y="344"/>
                    <a:pt x="72" y="340"/>
                    <a:pt x="0" y="336"/>
                  </a:cubicBezTo>
                </a:path>
              </a:pathLst>
            </a:custGeom>
            <a:noFill/>
            <a:ln w="19050" cap="flat" cmpd="sng">
              <a:solidFill>
                <a:schemeClr val="bg2">
                  <a:lumMod val="50000"/>
                </a:schemeClr>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grpSp>
      <p:sp>
        <p:nvSpPr>
          <p:cNvPr id="33" name="Text Box 35">
            <a:extLst>
              <a:ext uri="{FF2B5EF4-FFF2-40B4-BE49-F238E27FC236}">
                <a16:creationId xmlns:a16="http://schemas.microsoft.com/office/drawing/2014/main" id="{6AE6CA06-0C92-9174-1469-D387E64DE1E9}"/>
              </a:ext>
            </a:extLst>
          </p:cNvPr>
          <p:cNvSpPr txBox="1">
            <a:spLocks noChangeArrowheads="1"/>
          </p:cNvSpPr>
          <p:nvPr/>
        </p:nvSpPr>
        <p:spPr bwMode="auto">
          <a:xfrm>
            <a:off x="8590300" y="1502525"/>
            <a:ext cx="1069556" cy="397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eaLnBrk="0" fontAlgn="base" hangingPunct="0">
              <a:lnSpc>
                <a:spcPct val="60000"/>
              </a:lnSpc>
              <a:spcBef>
                <a:spcPct val="50000"/>
              </a:spcBef>
              <a:spcAft>
                <a:spcPct val="0"/>
              </a:spcAft>
            </a:pPr>
            <a:r>
              <a:rPr lang="en-US" altLang="zh-CN" sz="1600">
                <a:solidFill>
                  <a:srgbClr val="3300FF"/>
                </a:solidFill>
                <a:latin typeface="Verdana (Body)"/>
                <a:ea typeface="宋体" panose="02010600030101010101" pitchFamily="2" charset="-122"/>
              </a:rPr>
              <a:t>internal nodes</a:t>
            </a:r>
          </a:p>
        </p:txBody>
      </p:sp>
      <p:sp>
        <p:nvSpPr>
          <p:cNvPr id="34" name="Freeform 43">
            <a:extLst>
              <a:ext uri="{FF2B5EF4-FFF2-40B4-BE49-F238E27FC236}">
                <a16:creationId xmlns:a16="http://schemas.microsoft.com/office/drawing/2014/main" id="{39464DEA-7C74-14B9-EEF5-B725FBC65FAE}"/>
              </a:ext>
            </a:extLst>
          </p:cNvPr>
          <p:cNvSpPr>
            <a:spLocks/>
          </p:cNvSpPr>
          <p:nvPr/>
        </p:nvSpPr>
        <p:spPr bwMode="auto">
          <a:xfrm>
            <a:off x="8647784" y="1962537"/>
            <a:ext cx="451999" cy="869120"/>
          </a:xfrm>
          <a:custGeom>
            <a:avLst/>
            <a:gdLst>
              <a:gd name="T0" fmla="*/ 72 w 216"/>
              <a:gd name="T1" fmla="*/ 0 h 672"/>
              <a:gd name="T2" fmla="*/ 24 w 216"/>
              <a:gd name="T3" fmla="*/ 480 h 672"/>
              <a:gd name="T4" fmla="*/ 216 w 216"/>
              <a:gd name="T5" fmla="*/ 672 h 672"/>
              <a:gd name="T6" fmla="*/ 0 60000 65536"/>
              <a:gd name="T7" fmla="*/ 0 60000 65536"/>
              <a:gd name="T8" fmla="*/ 0 60000 65536"/>
            </a:gdLst>
            <a:ahLst/>
            <a:cxnLst>
              <a:cxn ang="T6">
                <a:pos x="T0" y="T1"/>
              </a:cxn>
              <a:cxn ang="T7">
                <a:pos x="T2" y="T3"/>
              </a:cxn>
              <a:cxn ang="T8">
                <a:pos x="T4" y="T5"/>
              </a:cxn>
            </a:cxnLst>
            <a:rect l="0" t="0" r="r" b="b"/>
            <a:pathLst>
              <a:path w="216" h="672">
                <a:moveTo>
                  <a:pt x="72" y="0"/>
                </a:moveTo>
                <a:cubicBezTo>
                  <a:pt x="36" y="184"/>
                  <a:pt x="0" y="368"/>
                  <a:pt x="24" y="480"/>
                </a:cubicBezTo>
                <a:cubicBezTo>
                  <a:pt x="48" y="592"/>
                  <a:pt x="132" y="632"/>
                  <a:pt x="216" y="672"/>
                </a:cubicBezTo>
              </a:path>
            </a:pathLst>
          </a:custGeom>
          <a:noFill/>
          <a:ln w="19050" cap="flat" cmpd="sng">
            <a:solidFill>
              <a:schemeClr val="accent2"/>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35" name="Freeform 44">
            <a:extLst>
              <a:ext uri="{FF2B5EF4-FFF2-40B4-BE49-F238E27FC236}">
                <a16:creationId xmlns:a16="http://schemas.microsoft.com/office/drawing/2014/main" id="{4F39ECF0-C244-5A8D-22A0-DC87FA435D9A}"/>
              </a:ext>
            </a:extLst>
          </p:cNvPr>
          <p:cNvSpPr>
            <a:spLocks/>
          </p:cNvSpPr>
          <p:nvPr/>
        </p:nvSpPr>
        <p:spPr bwMode="auto">
          <a:xfrm>
            <a:off x="9209374" y="1907429"/>
            <a:ext cx="733266" cy="700166"/>
          </a:xfrm>
          <a:custGeom>
            <a:avLst/>
            <a:gdLst>
              <a:gd name="T0" fmla="*/ 0 w 829"/>
              <a:gd name="T1" fmla="*/ 0 h 668"/>
              <a:gd name="T2" fmla="*/ 157 w 829"/>
              <a:gd name="T3" fmla="*/ 428 h 668"/>
              <a:gd name="T4" fmla="*/ 541 w 829"/>
              <a:gd name="T5" fmla="*/ 476 h 668"/>
              <a:gd name="T6" fmla="*/ 829 w 829"/>
              <a:gd name="T7" fmla="*/ 668 h 66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29" h="668">
                <a:moveTo>
                  <a:pt x="0" y="0"/>
                </a:moveTo>
                <a:cubicBezTo>
                  <a:pt x="26" y="77"/>
                  <a:pt x="67" y="349"/>
                  <a:pt x="157" y="428"/>
                </a:cubicBezTo>
                <a:cubicBezTo>
                  <a:pt x="247" y="507"/>
                  <a:pt x="429" y="436"/>
                  <a:pt x="541" y="476"/>
                </a:cubicBezTo>
                <a:cubicBezTo>
                  <a:pt x="653" y="516"/>
                  <a:pt x="741" y="592"/>
                  <a:pt x="829" y="668"/>
                </a:cubicBezTo>
              </a:path>
            </a:pathLst>
          </a:custGeom>
          <a:noFill/>
          <a:ln w="19050" cap="flat" cmpd="sng">
            <a:solidFill>
              <a:schemeClr val="accent2"/>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36" name="Freeform 45">
            <a:extLst>
              <a:ext uri="{FF2B5EF4-FFF2-40B4-BE49-F238E27FC236}">
                <a16:creationId xmlns:a16="http://schemas.microsoft.com/office/drawing/2014/main" id="{58BB8CFB-EEE3-0461-C1A9-D5977C16C14C}"/>
              </a:ext>
            </a:extLst>
          </p:cNvPr>
          <p:cNvSpPr>
            <a:spLocks/>
          </p:cNvSpPr>
          <p:nvPr/>
        </p:nvSpPr>
        <p:spPr bwMode="auto">
          <a:xfrm>
            <a:off x="9474268" y="1371600"/>
            <a:ext cx="1619865" cy="1135723"/>
          </a:xfrm>
          <a:custGeom>
            <a:avLst/>
            <a:gdLst>
              <a:gd name="T0" fmla="*/ 0 w 1187"/>
              <a:gd name="T1" fmla="*/ 134 h 1089"/>
              <a:gd name="T2" fmla="*/ 161 w 1187"/>
              <a:gd name="T3" fmla="*/ 89 h 1089"/>
              <a:gd name="T4" fmla="*/ 459 w 1187"/>
              <a:gd name="T5" fmla="*/ 24 h 1089"/>
              <a:gd name="T6" fmla="*/ 939 w 1187"/>
              <a:gd name="T7" fmla="*/ 72 h 1089"/>
              <a:gd name="T8" fmla="*/ 1179 w 1187"/>
              <a:gd name="T9" fmla="*/ 456 h 1089"/>
              <a:gd name="T10" fmla="*/ 890 w 1187"/>
              <a:gd name="T11" fmla="*/ 1089 h 10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7" h="1089">
                <a:moveTo>
                  <a:pt x="0" y="134"/>
                </a:moveTo>
                <a:cubicBezTo>
                  <a:pt x="27" y="129"/>
                  <a:pt x="85" y="107"/>
                  <a:pt x="161" y="89"/>
                </a:cubicBezTo>
                <a:cubicBezTo>
                  <a:pt x="237" y="71"/>
                  <a:pt x="329" y="27"/>
                  <a:pt x="459" y="24"/>
                </a:cubicBezTo>
                <a:cubicBezTo>
                  <a:pt x="589" y="21"/>
                  <a:pt x="819" y="0"/>
                  <a:pt x="939" y="72"/>
                </a:cubicBezTo>
                <a:cubicBezTo>
                  <a:pt x="1059" y="144"/>
                  <a:pt x="1187" y="287"/>
                  <a:pt x="1179" y="456"/>
                </a:cubicBezTo>
                <a:cubicBezTo>
                  <a:pt x="1171" y="625"/>
                  <a:pt x="950" y="957"/>
                  <a:pt x="890" y="1089"/>
                </a:cubicBezTo>
              </a:path>
            </a:pathLst>
          </a:custGeom>
          <a:noFill/>
          <a:ln w="19050" cap="flat" cmpd="sng">
            <a:solidFill>
              <a:schemeClr val="accent2"/>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37" name="Freeform 46">
            <a:extLst>
              <a:ext uri="{FF2B5EF4-FFF2-40B4-BE49-F238E27FC236}">
                <a16:creationId xmlns:a16="http://schemas.microsoft.com/office/drawing/2014/main" id="{6F297DCB-397F-E37B-81B9-8CD7AD8F1296}"/>
              </a:ext>
            </a:extLst>
          </p:cNvPr>
          <p:cNvSpPr>
            <a:spLocks/>
          </p:cNvSpPr>
          <p:nvPr/>
        </p:nvSpPr>
        <p:spPr bwMode="auto">
          <a:xfrm>
            <a:off x="9499466" y="1560597"/>
            <a:ext cx="1309151" cy="946726"/>
          </a:xfrm>
          <a:custGeom>
            <a:avLst/>
            <a:gdLst>
              <a:gd name="T0" fmla="*/ 0 w 1413"/>
              <a:gd name="T1" fmla="*/ 195 h 1698"/>
              <a:gd name="T2" fmla="*/ 693 w 1413"/>
              <a:gd name="T3" fmla="*/ 18 h 1698"/>
              <a:gd name="T4" fmla="*/ 1317 w 1413"/>
              <a:gd name="T5" fmla="*/ 306 h 1698"/>
              <a:gd name="T6" fmla="*/ 1269 w 1413"/>
              <a:gd name="T7" fmla="*/ 1170 h 1698"/>
              <a:gd name="T8" fmla="*/ 852 w 1413"/>
              <a:gd name="T9" fmla="*/ 1698 h 16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3" h="1698">
                <a:moveTo>
                  <a:pt x="0" y="195"/>
                </a:moveTo>
                <a:cubicBezTo>
                  <a:pt x="113" y="169"/>
                  <a:pt x="474" y="0"/>
                  <a:pt x="693" y="18"/>
                </a:cubicBezTo>
                <a:cubicBezTo>
                  <a:pt x="912" y="36"/>
                  <a:pt x="1221" y="114"/>
                  <a:pt x="1317" y="306"/>
                </a:cubicBezTo>
                <a:cubicBezTo>
                  <a:pt x="1413" y="498"/>
                  <a:pt x="1346" y="938"/>
                  <a:pt x="1269" y="1170"/>
                </a:cubicBezTo>
                <a:cubicBezTo>
                  <a:pt x="1192" y="1402"/>
                  <a:pt x="939" y="1588"/>
                  <a:pt x="852" y="1698"/>
                </a:cubicBezTo>
              </a:path>
            </a:pathLst>
          </a:custGeom>
          <a:noFill/>
          <a:ln w="19050" cap="flat" cmpd="sng">
            <a:solidFill>
              <a:schemeClr val="accent2"/>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38" name="Freeform 48">
            <a:extLst>
              <a:ext uri="{FF2B5EF4-FFF2-40B4-BE49-F238E27FC236}">
                <a16:creationId xmlns:a16="http://schemas.microsoft.com/office/drawing/2014/main" id="{4B7B14C1-8CFB-8484-89DE-90D5F3D84C59}"/>
              </a:ext>
            </a:extLst>
          </p:cNvPr>
          <p:cNvSpPr>
            <a:spLocks/>
          </p:cNvSpPr>
          <p:nvPr/>
        </p:nvSpPr>
        <p:spPr bwMode="auto">
          <a:xfrm>
            <a:off x="8447242" y="1982773"/>
            <a:ext cx="1086530" cy="1193023"/>
          </a:xfrm>
          <a:custGeom>
            <a:avLst/>
            <a:gdLst>
              <a:gd name="T0" fmla="*/ 155 w 721"/>
              <a:gd name="T1" fmla="*/ 0 h 1178"/>
              <a:gd name="T2" fmla="*/ 11 w 721"/>
              <a:gd name="T3" fmla="*/ 432 h 1178"/>
              <a:gd name="T4" fmla="*/ 89 w 721"/>
              <a:gd name="T5" fmla="*/ 745 h 1178"/>
              <a:gd name="T6" fmla="*/ 225 w 721"/>
              <a:gd name="T7" fmla="*/ 907 h 1178"/>
              <a:gd name="T8" fmla="*/ 450 w 721"/>
              <a:gd name="T9" fmla="*/ 991 h 1178"/>
              <a:gd name="T10" fmla="*/ 721 w 721"/>
              <a:gd name="T11" fmla="*/ 1178 h 117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1" h="1178">
                <a:moveTo>
                  <a:pt x="155" y="0"/>
                </a:moveTo>
                <a:cubicBezTo>
                  <a:pt x="83" y="136"/>
                  <a:pt x="22" y="308"/>
                  <a:pt x="11" y="432"/>
                </a:cubicBezTo>
                <a:cubicBezTo>
                  <a:pt x="0" y="556"/>
                  <a:pt x="53" y="666"/>
                  <a:pt x="89" y="745"/>
                </a:cubicBezTo>
                <a:cubicBezTo>
                  <a:pt x="125" y="824"/>
                  <a:pt x="165" y="866"/>
                  <a:pt x="225" y="907"/>
                </a:cubicBezTo>
                <a:cubicBezTo>
                  <a:pt x="285" y="948"/>
                  <a:pt x="367" y="946"/>
                  <a:pt x="450" y="991"/>
                </a:cubicBezTo>
                <a:cubicBezTo>
                  <a:pt x="533" y="1036"/>
                  <a:pt x="665" y="1139"/>
                  <a:pt x="721" y="1178"/>
                </a:cubicBezTo>
              </a:path>
            </a:pathLst>
          </a:custGeom>
          <a:noFill/>
          <a:ln w="19050" cap="flat" cmpd="sng">
            <a:solidFill>
              <a:schemeClr val="accent2"/>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39" name="Freeform 56">
            <a:extLst>
              <a:ext uri="{FF2B5EF4-FFF2-40B4-BE49-F238E27FC236}">
                <a16:creationId xmlns:a16="http://schemas.microsoft.com/office/drawing/2014/main" id="{E7072F1F-526C-ECA1-7705-B37ECE72AEE2}"/>
              </a:ext>
            </a:extLst>
          </p:cNvPr>
          <p:cNvSpPr>
            <a:spLocks/>
          </p:cNvSpPr>
          <p:nvPr/>
        </p:nvSpPr>
        <p:spPr bwMode="auto">
          <a:xfrm>
            <a:off x="9474268" y="2865239"/>
            <a:ext cx="588455" cy="1858661"/>
          </a:xfrm>
          <a:custGeom>
            <a:avLst/>
            <a:gdLst>
              <a:gd name="T0" fmla="*/ 0 w 940"/>
              <a:gd name="T1" fmla="*/ 1336 h 1336"/>
              <a:gd name="T2" fmla="*/ 168 w 940"/>
              <a:gd name="T3" fmla="*/ 1161 h 1336"/>
              <a:gd name="T4" fmla="*/ 407 w 940"/>
              <a:gd name="T5" fmla="*/ 1110 h 1336"/>
              <a:gd name="T6" fmla="*/ 665 w 940"/>
              <a:gd name="T7" fmla="*/ 1077 h 1336"/>
              <a:gd name="T8" fmla="*/ 910 w 940"/>
              <a:gd name="T9" fmla="*/ 884 h 1336"/>
              <a:gd name="T10" fmla="*/ 845 w 940"/>
              <a:gd name="T11" fmla="*/ 639 h 1336"/>
              <a:gd name="T12" fmla="*/ 713 w 940"/>
              <a:gd name="T13" fmla="*/ 322 h 1336"/>
              <a:gd name="T14" fmla="*/ 620 w 940"/>
              <a:gd name="T15" fmla="*/ 0 h 133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40" h="1336">
                <a:moveTo>
                  <a:pt x="0" y="1336"/>
                </a:moveTo>
                <a:cubicBezTo>
                  <a:pt x="28" y="1309"/>
                  <a:pt x="100" y="1199"/>
                  <a:pt x="168" y="1161"/>
                </a:cubicBezTo>
                <a:cubicBezTo>
                  <a:pt x="236" y="1123"/>
                  <a:pt x="324" y="1124"/>
                  <a:pt x="407" y="1110"/>
                </a:cubicBezTo>
                <a:cubicBezTo>
                  <a:pt x="490" y="1096"/>
                  <a:pt x="581" y="1115"/>
                  <a:pt x="665" y="1077"/>
                </a:cubicBezTo>
                <a:cubicBezTo>
                  <a:pt x="749" y="1039"/>
                  <a:pt x="880" y="957"/>
                  <a:pt x="910" y="884"/>
                </a:cubicBezTo>
                <a:cubicBezTo>
                  <a:pt x="940" y="811"/>
                  <a:pt x="878" y="733"/>
                  <a:pt x="845" y="639"/>
                </a:cubicBezTo>
                <a:cubicBezTo>
                  <a:pt x="812" y="545"/>
                  <a:pt x="750" y="428"/>
                  <a:pt x="713" y="322"/>
                </a:cubicBezTo>
                <a:cubicBezTo>
                  <a:pt x="676" y="216"/>
                  <a:pt x="640" y="67"/>
                  <a:pt x="620" y="0"/>
                </a:cubicBez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grpSp>
        <p:nvGrpSpPr>
          <p:cNvPr id="40" name="Group 62">
            <a:extLst>
              <a:ext uri="{FF2B5EF4-FFF2-40B4-BE49-F238E27FC236}">
                <a16:creationId xmlns:a16="http://schemas.microsoft.com/office/drawing/2014/main" id="{C5F21DA4-EA6A-C02A-5DEE-8CACF9E47F87}"/>
              </a:ext>
            </a:extLst>
          </p:cNvPr>
          <p:cNvGrpSpPr>
            <a:grpSpLocks/>
          </p:cNvGrpSpPr>
          <p:nvPr/>
        </p:nvGrpSpPr>
        <p:grpSpPr bwMode="auto">
          <a:xfrm>
            <a:off x="8602128" y="3508353"/>
            <a:ext cx="2420109" cy="1963963"/>
            <a:chOff x="3129" y="2944"/>
            <a:chExt cx="1191" cy="782"/>
          </a:xfrm>
        </p:grpSpPr>
        <p:sp>
          <p:nvSpPr>
            <p:cNvPr id="41" name="Text Box 49">
              <a:extLst>
                <a:ext uri="{FF2B5EF4-FFF2-40B4-BE49-F238E27FC236}">
                  <a16:creationId xmlns:a16="http://schemas.microsoft.com/office/drawing/2014/main" id="{BE5AE0BE-A437-BDA6-75B4-87EE248E92D9}"/>
                </a:ext>
              </a:extLst>
            </p:cNvPr>
            <p:cNvSpPr txBox="1">
              <a:spLocks noChangeArrowheads="1"/>
            </p:cNvSpPr>
            <p:nvPr/>
          </p:nvSpPr>
          <p:spPr bwMode="auto">
            <a:xfrm>
              <a:off x="3168" y="3456"/>
              <a:ext cx="1152" cy="270"/>
            </a:xfrm>
            <a:prstGeom prst="rect">
              <a:avLst/>
            </a:prstGeom>
            <a:noFill/>
            <a:ln w="19050">
              <a:noFill/>
              <a:miter lim="800000"/>
              <a:headEnd/>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bg2"/>
                  </a:solidFill>
                  <a:latin typeface="Comic Sans MS" panose="030F0702030302020204" pitchFamily="66" charset="0"/>
                </a:defRPr>
              </a:lvl1pPr>
              <a:lvl2pPr marL="742950" indent="-285750">
                <a:defRPr sz="2400">
                  <a:solidFill>
                    <a:schemeClr val="bg2"/>
                  </a:solidFill>
                  <a:latin typeface="Comic Sans MS" panose="030F0702030302020204" pitchFamily="66" charset="0"/>
                </a:defRPr>
              </a:lvl2pPr>
              <a:lvl3pPr marL="1143000" indent="-228600">
                <a:defRPr sz="2400">
                  <a:solidFill>
                    <a:schemeClr val="bg2"/>
                  </a:solidFill>
                  <a:latin typeface="Comic Sans MS" panose="030F0702030302020204" pitchFamily="66" charset="0"/>
                </a:defRPr>
              </a:lvl3pPr>
              <a:lvl4pPr marL="1600200" indent="-228600">
                <a:defRPr sz="2400">
                  <a:solidFill>
                    <a:schemeClr val="bg2"/>
                  </a:solidFill>
                  <a:latin typeface="Comic Sans MS" panose="030F0702030302020204" pitchFamily="66" charset="0"/>
                </a:defRPr>
              </a:lvl4pPr>
              <a:lvl5pPr marL="2057400" indent="-228600">
                <a:defRPr sz="2400">
                  <a:solidFill>
                    <a:schemeClr val="bg2"/>
                  </a:solidFill>
                  <a:latin typeface="Comic Sans MS" panose="030F0702030302020204" pitchFamily="66" charset="0"/>
                </a:defRPr>
              </a:lvl5pPr>
              <a:lvl6pPr marL="2514600" indent="-228600" eaLnBrk="0" fontAlgn="base" hangingPunct="0">
                <a:spcBef>
                  <a:spcPct val="0"/>
                </a:spcBef>
                <a:spcAft>
                  <a:spcPct val="0"/>
                </a:spcAft>
                <a:defRPr sz="2400">
                  <a:solidFill>
                    <a:schemeClr val="bg2"/>
                  </a:solidFill>
                  <a:latin typeface="Comic Sans MS" panose="030F0702030302020204" pitchFamily="66" charset="0"/>
                </a:defRPr>
              </a:lvl6pPr>
              <a:lvl7pPr marL="2971800" indent="-228600" eaLnBrk="0" fontAlgn="base" hangingPunct="0">
                <a:spcBef>
                  <a:spcPct val="0"/>
                </a:spcBef>
                <a:spcAft>
                  <a:spcPct val="0"/>
                </a:spcAft>
                <a:defRPr sz="2400">
                  <a:solidFill>
                    <a:schemeClr val="bg2"/>
                  </a:solidFill>
                  <a:latin typeface="Comic Sans MS" panose="030F0702030302020204" pitchFamily="66" charset="0"/>
                </a:defRPr>
              </a:lvl7pPr>
              <a:lvl8pPr marL="3429000" indent="-228600" eaLnBrk="0" fontAlgn="base" hangingPunct="0">
                <a:spcBef>
                  <a:spcPct val="0"/>
                </a:spcBef>
                <a:spcAft>
                  <a:spcPct val="0"/>
                </a:spcAft>
                <a:defRPr sz="2400">
                  <a:solidFill>
                    <a:schemeClr val="bg2"/>
                  </a:solidFill>
                  <a:latin typeface="Comic Sans MS" panose="030F0702030302020204" pitchFamily="66" charset="0"/>
                </a:defRPr>
              </a:lvl8pPr>
              <a:lvl9pPr marL="3886200" indent="-228600" eaLnBrk="0" fontAlgn="base" hangingPunct="0">
                <a:spcBef>
                  <a:spcPct val="0"/>
                </a:spcBef>
                <a:spcAft>
                  <a:spcPct val="0"/>
                </a:spcAft>
                <a:defRPr sz="2400">
                  <a:solidFill>
                    <a:schemeClr val="bg2"/>
                  </a:solidFill>
                  <a:latin typeface="Comic Sans MS" panose="030F0702030302020204" pitchFamily="66" charset="0"/>
                </a:defRPr>
              </a:lvl9pPr>
            </a:lstStyle>
            <a:p>
              <a:pPr eaLnBrk="0" fontAlgn="base" hangingPunct="0">
                <a:spcBef>
                  <a:spcPct val="50000"/>
                </a:spcBef>
                <a:spcAft>
                  <a:spcPct val="0"/>
                </a:spcAft>
              </a:pPr>
              <a:r>
                <a:rPr lang="en-US" altLang="zh-CN" sz="1600" dirty="0">
                  <a:solidFill>
                    <a:srgbClr val="FF0000"/>
                  </a:solidFill>
                  <a:latin typeface="Verdana (Body)"/>
                  <a:ea typeface="宋体" panose="02010600030101010101" pitchFamily="2" charset="-122"/>
                </a:rPr>
                <a:t>leaves</a:t>
              </a:r>
            </a:p>
          </p:txBody>
        </p:sp>
        <p:sp>
          <p:nvSpPr>
            <p:cNvPr id="42" name="Freeform 50">
              <a:extLst>
                <a:ext uri="{FF2B5EF4-FFF2-40B4-BE49-F238E27FC236}">
                  <a16:creationId xmlns:a16="http://schemas.microsoft.com/office/drawing/2014/main" id="{557EF036-50E0-4FD7-D777-0DA80E3CDADD}"/>
                </a:ext>
              </a:extLst>
            </p:cNvPr>
            <p:cNvSpPr>
              <a:spLocks/>
            </p:cNvSpPr>
            <p:nvPr/>
          </p:nvSpPr>
          <p:spPr bwMode="auto">
            <a:xfrm>
              <a:off x="3129" y="2944"/>
              <a:ext cx="68" cy="512"/>
            </a:xfrm>
            <a:custGeom>
              <a:avLst/>
              <a:gdLst>
                <a:gd name="T0" fmla="*/ 192 w 192"/>
                <a:gd name="T1" fmla="*/ 864 h 864"/>
                <a:gd name="T2" fmla="*/ 0 w 192"/>
                <a:gd name="T3" fmla="*/ 432 h 864"/>
                <a:gd name="T4" fmla="*/ 192 w 192"/>
                <a:gd name="T5" fmla="*/ 0 h 864"/>
                <a:gd name="T6" fmla="*/ 0 60000 65536"/>
                <a:gd name="T7" fmla="*/ 0 60000 65536"/>
                <a:gd name="T8" fmla="*/ 0 60000 65536"/>
              </a:gdLst>
              <a:ahLst/>
              <a:cxnLst>
                <a:cxn ang="T6">
                  <a:pos x="T0" y="T1"/>
                </a:cxn>
                <a:cxn ang="T7">
                  <a:pos x="T2" y="T3"/>
                </a:cxn>
                <a:cxn ang="T8">
                  <a:pos x="T4" y="T5"/>
                </a:cxn>
              </a:cxnLst>
              <a:rect l="0" t="0" r="r" b="b"/>
              <a:pathLst>
                <a:path w="192" h="864">
                  <a:moveTo>
                    <a:pt x="192" y="864"/>
                  </a:moveTo>
                  <a:cubicBezTo>
                    <a:pt x="96" y="720"/>
                    <a:pt x="0" y="576"/>
                    <a:pt x="0" y="432"/>
                  </a:cubicBezTo>
                  <a:cubicBezTo>
                    <a:pt x="0" y="288"/>
                    <a:pt x="96" y="144"/>
                    <a:pt x="192" y="0"/>
                  </a:cubicBez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43" name="Freeform 52">
              <a:extLst>
                <a:ext uri="{FF2B5EF4-FFF2-40B4-BE49-F238E27FC236}">
                  <a16:creationId xmlns:a16="http://schemas.microsoft.com/office/drawing/2014/main" id="{6ACEBB6F-7A37-0832-45B9-74EFE4E99F4F}"/>
                </a:ext>
              </a:extLst>
            </p:cNvPr>
            <p:cNvSpPr>
              <a:spLocks/>
            </p:cNvSpPr>
            <p:nvPr/>
          </p:nvSpPr>
          <p:spPr bwMode="auto">
            <a:xfrm>
              <a:off x="3272" y="2944"/>
              <a:ext cx="133" cy="512"/>
            </a:xfrm>
            <a:custGeom>
              <a:avLst/>
              <a:gdLst>
                <a:gd name="T0" fmla="*/ 88 w 328"/>
                <a:gd name="T1" fmla="*/ 864 h 864"/>
                <a:gd name="T2" fmla="*/ 40 w 328"/>
                <a:gd name="T3" fmla="*/ 432 h 864"/>
                <a:gd name="T4" fmla="*/ 328 w 328"/>
                <a:gd name="T5" fmla="*/ 0 h 864"/>
                <a:gd name="T6" fmla="*/ 0 60000 65536"/>
                <a:gd name="T7" fmla="*/ 0 60000 65536"/>
                <a:gd name="T8" fmla="*/ 0 60000 65536"/>
              </a:gdLst>
              <a:ahLst/>
              <a:cxnLst>
                <a:cxn ang="T6">
                  <a:pos x="T0" y="T1"/>
                </a:cxn>
                <a:cxn ang="T7">
                  <a:pos x="T2" y="T3"/>
                </a:cxn>
                <a:cxn ang="T8">
                  <a:pos x="T4" y="T5"/>
                </a:cxn>
              </a:cxnLst>
              <a:rect l="0" t="0" r="r" b="b"/>
              <a:pathLst>
                <a:path w="328" h="864">
                  <a:moveTo>
                    <a:pt x="88" y="864"/>
                  </a:moveTo>
                  <a:cubicBezTo>
                    <a:pt x="44" y="720"/>
                    <a:pt x="0" y="576"/>
                    <a:pt x="40" y="432"/>
                  </a:cubicBezTo>
                  <a:cubicBezTo>
                    <a:pt x="80" y="288"/>
                    <a:pt x="204" y="144"/>
                    <a:pt x="328" y="0"/>
                  </a:cubicBez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44" name="Freeform 53">
              <a:extLst>
                <a:ext uri="{FF2B5EF4-FFF2-40B4-BE49-F238E27FC236}">
                  <a16:creationId xmlns:a16="http://schemas.microsoft.com/office/drawing/2014/main" id="{260CEC62-3330-52BC-0953-C34FC79588BA}"/>
                </a:ext>
              </a:extLst>
            </p:cNvPr>
            <p:cNvSpPr>
              <a:spLocks/>
            </p:cNvSpPr>
            <p:nvPr/>
          </p:nvSpPr>
          <p:spPr bwMode="auto">
            <a:xfrm>
              <a:off x="3368" y="3146"/>
              <a:ext cx="154" cy="368"/>
            </a:xfrm>
            <a:custGeom>
              <a:avLst/>
              <a:gdLst>
                <a:gd name="T0" fmla="*/ 0 w 288"/>
                <a:gd name="T1" fmla="*/ 528 h 528"/>
                <a:gd name="T2" fmla="*/ 48 w 288"/>
                <a:gd name="T3" fmla="*/ 192 h 528"/>
                <a:gd name="T4" fmla="*/ 288 w 288"/>
                <a:gd name="T5" fmla="*/ 0 h 528"/>
                <a:gd name="T6" fmla="*/ 0 60000 65536"/>
                <a:gd name="T7" fmla="*/ 0 60000 65536"/>
                <a:gd name="T8" fmla="*/ 0 60000 65536"/>
              </a:gdLst>
              <a:ahLst/>
              <a:cxnLst>
                <a:cxn ang="T6">
                  <a:pos x="T0" y="T1"/>
                </a:cxn>
                <a:cxn ang="T7">
                  <a:pos x="T2" y="T3"/>
                </a:cxn>
                <a:cxn ang="T8">
                  <a:pos x="T4" y="T5"/>
                </a:cxn>
              </a:cxnLst>
              <a:rect l="0" t="0" r="r" b="b"/>
              <a:pathLst>
                <a:path w="288" h="528">
                  <a:moveTo>
                    <a:pt x="0" y="528"/>
                  </a:moveTo>
                  <a:cubicBezTo>
                    <a:pt x="0" y="404"/>
                    <a:pt x="0" y="280"/>
                    <a:pt x="48" y="192"/>
                  </a:cubicBezTo>
                  <a:cubicBezTo>
                    <a:pt x="96" y="104"/>
                    <a:pt x="192" y="52"/>
                    <a:pt x="288" y="0"/>
                  </a:cubicBez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45" name="Freeform 55">
              <a:extLst>
                <a:ext uri="{FF2B5EF4-FFF2-40B4-BE49-F238E27FC236}">
                  <a16:creationId xmlns:a16="http://schemas.microsoft.com/office/drawing/2014/main" id="{D2F4DAC6-E518-BA89-7FAA-F0CF663DE883}"/>
                </a:ext>
              </a:extLst>
            </p:cNvPr>
            <p:cNvSpPr>
              <a:spLocks/>
            </p:cNvSpPr>
            <p:nvPr/>
          </p:nvSpPr>
          <p:spPr bwMode="auto">
            <a:xfrm>
              <a:off x="3503" y="3113"/>
              <a:ext cx="154" cy="368"/>
            </a:xfrm>
            <a:custGeom>
              <a:avLst/>
              <a:gdLst>
                <a:gd name="T0" fmla="*/ 0 w 625"/>
                <a:gd name="T1" fmla="*/ 450 h 450"/>
                <a:gd name="T2" fmla="*/ 145 w 625"/>
                <a:gd name="T3" fmla="*/ 192 h 450"/>
                <a:gd name="T4" fmla="*/ 529 w 625"/>
                <a:gd name="T5" fmla="*/ 96 h 450"/>
                <a:gd name="T6" fmla="*/ 625 w 625"/>
                <a:gd name="T7" fmla="*/ 0 h 4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5" h="450">
                  <a:moveTo>
                    <a:pt x="0" y="450"/>
                  </a:moveTo>
                  <a:cubicBezTo>
                    <a:pt x="26" y="407"/>
                    <a:pt x="57" y="251"/>
                    <a:pt x="145" y="192"/>
                  </a:cubicBezTo>
                  <a:cubicBezTo>
                    <a:pt x="233" y="133"/>
                    <a:pt x="449" y="128"/>
                    <a:pt x="529" y="96"/>
                  </a:cubicBezTo>
                  <a:cubicBezTo>
                    <a:pt x="609" y="64"/>
                    <a:pt x="617" y="32"/>
                    <a:pt x="625" y="0"/>
                  </a:cubicBez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46" name="Freeform 57">
              <a:extLst>
                <a:ext uri="{FF2B5EF4-FFF2-40B4-BE49-F238E27FC236}">
                  <a16:creationId xmlns:a16="http://schemas.microsoft.com/office/drawing/2014/main" id="{A9571857-34ED-FFC2-AB0C-28BEE55E5F17}"/>
                </a:ext>
              </a:extLst>
            </p:cNvPr>
            <p:cNvSpPr>
              <a:spLocks/>
            </p:cNvSpPr>
            <p:nvPr/>
          </p:nvSpPr>
          <p:spPr bwMode="auto">
            <a:xfrm>
              <a:off x="3583" y="2965"/>
              <a:ext cx="313" cy="463"/>
            </a:xfrm>
            <a:custGeom>
              <a:avLst/>
              <a:gdLst>
                <a:gd name="T0" fmla="*/ 0 w 1003"/>
                <a:gd name="T1" fmla="*/ 858 h 858"/>
                <a:gd name="T2" fmla="*/ 108 w 1003"/>
                <a:gd name="T3" fmla="*/ 785 h 858"/>
                <a:gd name="T4" fmla="*/ 300 w 1003"/>
                <a:gd name="T5" fmla="*/ 737 h 858"/>
                <a:gd name="T6" fmla="*/ 732 w 1003"/>
                <a:gd name="T7" fmla="*/ 689 h 858"/>
                <a:gd name="T8" fmla="*/ 972 w 1003"/>
                <a:gd name="T9" fmla="*/ 401 h 858"/>
                <a:gd name="T10" fmla="*/ 916 w 1003"/>
                <a:gd name="T11" fmla="*/ 0 h 8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3" h="858">
                  <a:moveTo>
                    <a:pt x="0" y="858"/>
                  </a:moveTo>
                  <a:cubicBezTo>
                    <a:pt x="18" y="844"/>
                    <a:pt x="58" y="805"/>
                    <a:pt x="108" y="785"/>
                  </a:cubicBezTo>
                  <a:cubicBezTo>
                    <a:pt x="158" y="765"/>
                    <a:pt x="196" y="753"/>
                    <a:pt x="300" y="737"/>
                  </a:cubicBezTo>
                  <a:cubicBezTo>
                    <a:pt x="404" y="721"/>
                    <a:pt x="620" y="745"/>
                    <a:pt x="732" y="689"/>
                  </a:cubicBezTo>
                  <a:cubicBezTo>
                    <a:pt x="844" y="633"/>
                    <a:pt x="941" y="516"/>
                    <a:pt x="972" y="401"/>
                  </a:cubicBezTo>
                  <a:cubicBezTo>
                    <a:pt x="1003" y="286"/>
                    <a:pt x="928" y="84"/>
                    <a:pt x="916" y="0"/>
                  </a:cubicBez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47" name="Freeform 58">
              <a:extLst>
                <a:ext uri="{FF2B5EF4-FFF2-40B4-BE49-F238E27FC236}">
                  <a16:creationId xmlns:a16="http://schemas.microsoft.com/office/drawing/2014/main" id="{D7D29554-7C5E-FA1D-1B7B-507C53E2D246}"/>
                </a:ext>
              </a:extLst>
            </p:cNvPr>
            <p:cNvSpPr>
              <a:spLocks/>
            </p:cNvSpPr>
            <p:nvPr/>
          </p:nvSpPr>
          <p:spPr bwMode="auto">
            <a:xfrm>
              <a:off x="3638" y="2968"/>
              <a:ext cx="682" cy="566"/>
            </a:xfrm>
            <a:custGeom>
              <a:avLst/>
              <a:gdLst>
                <a:gd name="T0" fmla="*/ 0 w 1066"/>
                <a:gd name="T1" fmla="*/ 442 h 442"/>
                <a:gd name="T2" fmla="*/ 344 w 1066"/>
                <a:gd name="T3" fmla="*/ 367 h 442"/>
                <a:gd name="T4" fmla="*/ 815 w 1066"/>
                <a:gd name="T5" fmla="*/ 354 h 442"/>
                <a:gd name="T6" fmla="*/ 1066 w 1066"/>
                <a:gd name="T7" fmla="*/ 0 h 4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6" h="442">
                  <a:moveTo>
                    <a:pt x="0" y="442"/>
                  </a:moveTo>
                  <a:cubicBezTo>
                    <a:pt x="57" y="430"/>
                    <a:pt x="208" y="382"/>
                    <a:pt x="344" y="367"/>
                  </a:cubicBezTo>
                  <a:cubicBezTo>
                    <a:pt x="480" y="352"/>
                    <a:pt x="695" y="415"/>
                    <a:pt x="815" y="354"/>
                  </a:cubicBezTo>
                  <a:cubicBezTo>
                    <a:pt x="935" y="293"/>
                    <a:pt x="1014" y="74"/>
                    <a:pt x="1066" y="0"/>
                  </a:cubicBez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sp>
          <p:nvSpPr>
            <p:cNvPr id="48" name="Freeform 59">
              <a:extLst>
                <a:ext uri="{FF2B5EF4-FFF2-40B4-BE49-F238E27FC236}">
                  <a16:creationId xmlns:a16="http://schemas.microsoft.com/office/drawing/2014/main" id="{C08A9A5E-E290-CEEA-B863-33DFC1A7A8EA}"/>
                </a:ext>
              </a:extLst>
            </p:cNvPr>
            <p:cNvSpPr>
              <a:spLocks/>
            </p:cNvSpPr>
            <p:nvPr/>
          </p:nvSpPr>
          <p:spPr bwMode="auto">
            <a:xfrm>
              <a:off x="3605" y="3154"/>
              <a:ext cx="437" cy="302"/>
            </a:xfrm>
            <a:custGeom>
              <a:avLst/>
              <a:gdLst>
                <a:gd name="T0" fmla="*/ 0 w 1418"/>
                <a:gd name="T1" fmla="*/ 968 h 968"/>
                <a:gd name="T2" fmla="*/ 323 w 1418"/>
                <a:gd name="T3" fmla="*/ 903 h 968"/>
                <a:gd name="T4" fmla="*/ 903 w 1418"/>
                <a:gd name="T5" fmla="*/ 851 h 968"/>
                <a:gd name="T6" fmla="*/ 1291 w 1418"/>
                <a:gd name="T7" fmla="*/ 626 h 968"/>
                <a:gd name="T8" fmla="*/ 1400 w 1418"/>
                <a:gd name="T9" fmla="*/ 322 h 968"/>
                <a:gd name="T10" fmla="*/ 1400 w 1418"/>
                <a:gd name="T11" fmla="*/ 0 h 9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18" h="968">
                  <a:moveTo>
                    <a:pt x="0" y="968"/>
                  </a:moveTo>
                  <a:cubicBezTo>
                    <a:pt x="54" y="955"/>
                    <a:pt x="173" y="922"/>
                    <a:pt x="323" y="903"/>
                  </a:cubicBezTo>
                  <a:cubicBezTo>
                    <a:pt x="473" y="884"/>
                    <a:pt x="742" y="897"/>
                    <a:pt x="903" y="851"/>
                  </a:cubicBezTo>
                  <a:cubicBezTo>
                    <a:pt x="1064" y="805"/>
                    <a:pt x="1208" y="714"/>
                    <a:pt x="1291" y="626"/>
                  </a:cubicBezTo>
                  <a:cubicBezTo>
                    <a:pt x="1374" y="538"/>
                    <a:pt x="1382" y="426"/>
                    <a:pt x="1400" y="322"/>
                  </a:cubicBezTo>
                  <a:cubicBezTo>
                    <a:pt x="1418" y="218"/>
                    <a:pt x="1400" y="67"/>
                    <a:pt x="1400" y="0"/>
                  </a:cubicBezTo>
                </a:path>
              </a:pathLst>
            </a:custGeom>
            <a:noFill/>
            <a:ln w="19050" cap="flat" cmpd="sng">
              <a:solidFill>
                <a:srgbClr val="FF0000"/>
              </a:solidFill>
              <a:prstDash val="solid"/>
              <a:round/>
              <a:headEnd type="none" w="med" len="med"/>
              <a:tailEnd type="stealth"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fontAlgn="base" hangingPunct="0">
                <a:spcBef>
                  <a:spcPct val="0"/>
                </a:spcBef>
                <a:spcAft>
                  <a:spcPct val="0"/>
                </a:spcAft>
              </a:pPr>
              <a:endParaRPr lang="zh-CN" altLang="en-US" sz="2400">
                <a:solidFill>
                  <a:srgbClr val="804000"/>
                </a:solidFill>
                <a:latin typeface="Comic Sans MS" panose="030F0702030302020204" pitchFamily="66" charset="0"/>
              </a:endParaRPr>
            </a:p>
          </p:txBody>
        </p:sp>
      </p:grpSp>
    </p:spTree>
    <p:extLst>
      <p:ext uri="{BB962C8B-B14F-4D97-AF65-F5344CB8AC3E}">
        <p14:creationId xmlns:p14="http://schemas.microsoft.com/office/powerpoint/2010/main" val="2887002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F8075-0339-6AA4-FCBC-6D2DD9A04BE8}"/>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2F15AD53-1545-DD32-B44D-BAD768119D05}"/>
              </a:ext>
            </a:extLst>
          </p:cNvPr>
          <p:cNvSpPr>
            <a:spLocks noGrp="1"/>
          </p:cNvSpPr>
          <p:nvPr>
            <p:ph type="title"/>
          </p:nvPr>
        </p:nvSpPr>
        <p:spPr/>
        <p:txBody>
          <a:bodyPr/>
          <a:lstStyle/>
          <a:p>
            <a:pPr eaLnBrk="1" hangingPunct="1"/>
            <a:r>
              <a:rPr lang="en-US" dirty="0"/>
              <a:t>Binary Trees</a:t>
            </a:r>
            <a:endParaRPr lang="en-US" altLang="en-US" dirty="0"/>
          </a:p>
        </p:txBody>
      </p:sp>
      <p:sp>
        <p:nvSpPr>
          <p:cNvPr id="5123" name="Rectangle 3">
            <a:extLst>
              <a:ext uri="{FF2B5EF4-FFF2-40B4-BE49-F238E27FC236}">
                <a16:creationId xmlns:a16="http://schemas.microsoft.com/office/drawing/2014/main" id="{C4891A75-5CAC-DF50-6614-CBBCA1063550}"/>
              </a:ext>
            </a:extLst>
          </p:cNvPr>
          <p:cNvSpPr>
            <a:spLocks noGrp="1" noChangeArrowheads="1"/>
          </p:cNvSpPr>
          <p:nvPr>
            <p:ph idx="1"/>
          </p:nvPr>
        </p:nvSpPr>
        <p:spPr/>
        <p:txBody>
          <a:bodyPr rtlCol="0">
            <a:normAutofit/>
          </a:bodyPr>
          <a:lstStyle/>
          <a:p>
            <a:pPr marL="457200" lvl="1" indent="0">
              <a:buNone/>
              <a:defRPr/>
            </a:pPr>
            <a:r>
              <a:rPr lang="en-US" dirty="0"/>
              <a:t>Definition: Each node has at most two children.</a:t>
            </a:r>
            <a:endParaRPr lang="en-SG" dirty="0"/>
          </a:p>
          <a:p>
            <a:pPr marL="457200" lvl="1" indent="0">
              <a:buNone/>
              <a:defRPr/>
            </a:pPr>
            <a:endParaRPr lang="en-US" dirty="0">
              <a:ea typeface="+mn-ea"/>
            </a:endParaRPr>
          </a:p>
        </p:txBody>
      </p:sp>
      <p:grpSp>
        <p:nvGrpSpPr>
          <p:cNvPr id="2" name="组合 1">
            <a:extLst>
              <a:ext uri="{FF2B5EF4-FFF2-40B4-BE49-F238E27FC236}">
                <a16:creationId xmlns:a16="http://schemas.microsoft.com/office/drawing/2014/main" id="{9A94D318-A281-BEFF-5E7E-B94873815E35}"/>
              </a:ext>
            </a:extLst>
          </p:cNvPr>
          <p:cNvGrpSpPr/>
          <p:nvPr/>
        </p:nvGrpSpPr>
        <p:grpSpPr>
          <a:xfrm>
            <a:off x="5287549" y="1813551"/>
            <a:ext cx="4325882" cy="3054148"/>
            <a:chOff x="441531" y="1897755"/>
            <a:chExt cx="5104986" cy="3409559"/>
          </a:xfrm>
        </p:grpSpPr>
        <p:pic>
          <p:nvPicPr>
            <p:cNvPr id="3" name="图片 153">
              <a:extLst>
                <a:ext uri="{FF2B5EF4-FFF2-40B4-BE49-F238E27FC236}">
                  <a16:creationId xmlns:a16="http://schemas.microsoft.com/office/drawing/2014/main" id="{BCB33D78-D5F8-D266-8EBD-B30D625A0A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286000"/>
              <a:ext cx="4860717" cy="3021314"/>
            </a:xfrm>
            <a:prstGeom prst="rect">
              <a:avLst/>
            </a:prstGeom>
          </p:spPr>
        </p:pic>
        <p:sp>
          <p:nvSpPr>
            <p:cNvPr id="4" name="矩形 154">
              <a:extLst>
                <a:ext uri="{FF2B5EF4-FFF2-40B4-BE49-F238E27FC236}">
                  <a16:creationId xmlns:a16="http://schemas.microsoft.com/office/drawing/2014/main" id="{7BD82811-0C14-ED5F-058B-651EDF5A78DF}"/>
                </a:ext>
              </a:extLst>
            </p:cNvPr>
            <p:cNvSpPr/>
            <p:nvPr/>
          </p:nvSpPr>
          <p:spPr>
            <a:xfrm>
              <a:off x="2270331" y="1897755"/>
              <a:ext cx="965528" cy="309233"/>
            </a:xfrm>
            <a:prstGeom prst="rect">
              <a:avLst/>
            </a:prstGeom>
          </p:spPr>
          <p:txBody>
            <a:bodyPr wrap="none">
              <a:spAutoFit/>
            </a:bodyPr>
            <a:lstStyle/>
            <a:p>
              <a:pPr marR="42545" algn="ctr">
                <a:spcBef>
                  <a:spcPts val="540"/>
                </a:spcBef>
              </a:pPr>
              <a:r>
                <a:rPr lang="en-US" altLang="zh-CN" sz="1200" dirty="0" err="1">
                  <a:cs typeface="Calibri"/>
                </a:rPr>
                <a:t>BTNod</a:t>
              </a:r>
              <a:r>
                <a:rPr lang="en-US" altLang="zh-CN" sz="1200" spc="-10" dirty="0" err="1">
                  <a:cs typeface="Calibri"/>
                </a:rPr>
                <a:t>e</a:t>
              </a:r>
              <a:endParaRPr lang="en-US" altLang="zh-CN" sz="1200" dirty="0">
                <a:cs typeface="Calibri"/>
              </a:endParaRPr>
            </a:p>
          </p:txBody>
        </p:sp>
        <p:sp>
          <p:nvSpPr>
            <p:cNvPr id="5" name="矩形 155">
              <a:extLst>
                <a:ext uri="{FF2B5EF4-FFF2-40B4-BE49-F238E27FC236}">
                  <a16:creationId xmlns:a16="http://schemas.microsoft.com/office/drawing/2014/main" id="{85B62300-51D8-08D7-4B3C-EDFC154D2B6A}"/>
                </a:ext>
              </a:extLst>
            </p:cNvPr>
            <p:cNvSpPr/>
            <p:nvPr/>
          </p:nvSpPr>
          <p:spPr>
            <a:xfrm>
              <a:off x="1051131" y="2773607"/>
              <a:ext cx="965528" cy="309233"/>
            </a:xfrm>
            <a:prstGeom prst="rect">
              <a:avLst/>
            </a:prstGeom>
          </p:spPr>
          <p:txBody>
            <a:bodyPr wrap="none">
              <a:spAutoFit/>
            </a:bodyPr>
            <a:lstStyle/>
            <a:p>
              <a:pPr marR="42545" algn="ctr">
                <a:spcBef>
                  <a:spcPts val="540"/>
                </a:spcBef>
              </a:pPr>
              <a:r>
                <a:rPr lang="en-US" altLang="zh-CN" sz="1200" dirty="0" err="1">
                  <a:cs typeface="Calibri"/>
                </a:rPr>
                <a:t>BTNod</a:t>
              </a:r>
              <a:r>
                <a:rPr lang="en-US" altLang="zh-CN" sz="1200" spc="-10" dirty="0" err="1">
                  <a:cs typeface="Calibri"/>
                </a:rPr>
                <a:t>e</a:t>
              </a:r>
              <a:endParaRPr lang="en-US" altLang="zh-CN" sz="1200" dirty="0">
                <a:cs typeface="Calibri"/>
              </a:endParaRPr>
            </a:p>
          </p:txBody>
        </p:sp>
        <p:sp>
          <p:nvSpPr>
            <p:cNvPr id="6" name="矩形 156">
              <a:extLst>
                <a:ext uri="{FF2B5EF4-FFF2-40B4-BE49-F238E27FC236}">
                  <a16:creationId xmlns:a16="http://schemas.microsoft.com/office/drawing/2014/main" id="{0CE37052-8689-0138-F434-B221786EA4FD}"/>
                </a:ext>
              </a:extLst>
            </p:cNvPr>
            <p:cNvSpPr/>
            <p:nvPr/>
          </p:nvSpPr>
          <p:spPr>
            <a:xfrm>
              <a:off x="2571240" y="2773607"/>
              <a:ext cx="965528" cy="309233"/>
            </a:xfrm>
            <a:prstGeom prst="rect">
              <a:avLst/>
            </a:prstGeom>
          </p:spPr>
          <p:txBody>
            <a:bodyPr wrap="none">
              <a:spAutoFit/>
            </a:bodyPr>
            <a:lstStyle/>
            <a:p>
              <a:pPr marR="42545" algn="ctr">
                <a:spcBef>
                  <a:spcPts val="540"/>
                </a:spcBef>
              </a:pPr>
              <a:r>
                <a:rPr lang="en-US" altLang="zh-CN" sz="1200" dirty="0" err="1">
                  <a:cs typeface="Calibri"/>
                </a:rPr>
                <a:t>BTNod</a:t>
              </a:r>
              <a:r>
                <a:rPr lang="en-US" altLang="zh-CN" sz="1200" spc="-10" dirty="0" err="1">
                  <a:cs typeface="Calibri"/>
                </a:rPr>
                <a:t>e</a:t>
              </a:r>
              <a:endParaRPr lang="en-US" altLang="zh-CN" sz="1200" dirty="0">
                <a:cs typeface="Calibri"/>
              </a:endParaRPr>
            </a:p>
          </p:txBody>
        </p:sp>
        <p:sp>
          <p:nvSpPr>
            <p:cNvPr id="7" name="矩形 157">
              <a:extLst>
                <a:ext uri="{FF2B5EF4-FFF2-40B4-BE49-F238E27FC236}">
                  <a16:creationId xmlns:a16="http://schemas.microsoft.com/office/drawing/2014/main" id="{1F3E7735-5BD3-45AC-B953-B95F9CF75F77}"/>
                </a:ext>
              </a:extLst>
            </p:cNvPr>
            <p:cNvSpPr/>
            <p:nvPr/>
          </p:nvSpPr>
          <p:spPr>
            <a:xfrm>
              <a:off x="2194131" y="3699677"/>
              <a:ext cx="965528" cy="309233"/>
            </a:xfrm>
            <a:prstGeom prst="rect">
              <a:avLst/>
            </a:prstGeom>
          </p:spPr>
          <p:txBody>
            <a:bodyPr wrap="none">
              <a:spAutoFit/>
            </a:bodyPr>
            <a:lstStyle/>
            <a:p>
              <a:pPr marR="42545" algn="ctr">
                <a:spcBef>
                  <a:spcPts val="540"/>
                </a:spcBef>
              </a:pPr>
              <a:r>
                <a:rPr lang="en-US" altLang="zh-CN" sz="1200" dirty="0" err="1">
                  <a:cs typeface="Calibri"/>
                </a:rPr>
                <a:t>BTNod</a:t>
              </a:r>
              <a:r>
                <a:rPr lang="en-US" altLang="zh-CN" sz="1200" spc="-10" dirty="0" err="1">
                  <a:cs typeface="Calibri"/>
                </a:rPr>
                <a:t>e</a:t>
              </a:r>
              <a:endParaRPr lang="en-US" altLang="zh-CN" sz="1200" dirty="0">
                <a:cs typeface="Calibri"/>
              </a:endParaRPr>
            </a:p>
          </p:txBody>
        </p:sp>
        <p:sp>
          <p:nvSpPr>
            <p:cNvPr id="8" name="矩形 158">
              <a:extLst>
                <a:ext uri="{FF2B5EF4-FFF2-40B4-BE49-F238E27FC236}">
                  <a16:creationId xmlns:a16="http://schemas.microsoft.com/office/drawing/2014/main" id="{18E89E3C-0CB3-5E22-8F05-BE1F1F3297AE}"/>
                </a:ext>
              </a:extLst>
            </p:cNvPr>
            <p:cNvSpPr/>
            <p:nvPr/>
          </p:nvSpPr>
          <p:spPr>
            <a:xfrm>
              <a:off x="441531" y="3699677"/>
              <a:ext cx="965528" cy="309233"/>
            </a:xfrm>
            <a:prstGeom prst="rect">
              <a:avLst/>
            </a:prstGeom>
          </p:spPr>
          <p:txBody>
            <a:bodyPr wrap="none">
              <a:spAutoFit/>
            </a:bodyPr>
            <a:lstStyle/>
            <a:p>
              <a:pPr marR="42545" algn="ctr">
                <a:spcBef>
                  <a:spcPts val="540"/>
                </a:spcBef>
              </a:pPr>
              <a:r>
                <a:rPr lang="en-US" altLang="zh-CN" sz="1200" dirty="0" err="1">
                  <a:cs typeface="Calibri"/>
                </a:rPr>
                <a:t>BTNod</a:t>
              </a:r>
              <a:r>
                <a:rPr lang="en-US" altLang="zh-CN" sz="1200" spc="-10" dirty="0" err="1">
                  <a:cs typeface="Calibri"/>
                </a:rPr>
                <a:t>e</a:t>
              </a:r>
              <a:endParaRPr lang="en-US" altLang="zh-CN" sz="1200" dirty="0">
                <a:cs typeface="Calibri"/>
              </a:endParaRPr>
            </a:p>
          </p:txBody>
        </p:sp>
        <p:sp>
          <p:nvSpPr>
            <p:cNvPr id="9" name="矩形 159">
              <a:extLst>
                <a:ext uri="{FF2B5EF4-FFF2-40B4-BE49-F238E27FC236}">
                  <a16:creationId xmlns:a16="http://schemas.microsoft.com/office/drawing/2014/main" id="{8252E27F-11C7-157C-EC75-43FE502C69E3}"/>
                </a:ext>
              </a:extLst>
            </p:cNvPr>
            <p:cNvSpPr/>
            <p:nvPr/>
          </p:nvSpPr>
          <p:spPr>
            <a:xfrm>
              <a:off x="926867" y="4571872"/>
              <a:ext cx="965528" cy="309233"/>
            </a:xfrm>
            <a:prstGeom prst="rect">
              <a:avLst/>
            </a:prstGeom>
          </p:spPr>
          <p:txBody>
            <a:bodyPr wrap="none">
              <a:spAutoFit/>
            </a:bodyPr>
            <a:lstStyle/>
            <a:p>
              <a:pPr marR="42545" algn="ctr">
                <a:spcBef>
                  <a:spcPts val="540"/>
                </a:spcBef>
              </a:pPr>
              <a:r>
                <a:rPr lang="en-US" altLang="zh-CN" sz="1200" dirty="0" err="1">
                  <a:cs typeface="Calibri"/>
                </a:rPr>
                <a:t>BTNod</a:t>
              </a:r>
              <a:r>
                <a:rPr lang="en-US" altLang="zh-CN" sz="1200" spc="-10" dirty="0" err="1">
                  <a:cs typeface="Calibri"/>
                </a:rPr>
                <a:t>e</a:t>
              </a:r>
              <a:endParaRPr lang="en-US" altLang="zh-CN" sz="1200" dirty="0">
                <a:cs typeface="Calibri"/>
              </a:endParaRPr>
            </a:p>
          </p:txBody>
        </p:sp>
        <p:sp>
          <p:nvSpPr>
            <p:cNvPr id="10" name="矩形 160">
              <a:extLst>
                <a:ext uri="{FF2B5EF4-FFF2-40B4-BE49-F238E27FC236}">
                  <a16:creationId xmlns:a16="http://schemas.microsoft.com/office/drawing/2014/main" id="{655954B3-F813-3798-D21E-87658B930A12}"/>
                </a:ext>
              </a:extLst>
            </p:cNvPr>
            <p:cNvSpPr/>
            <p:nvPr/>
          </p:nvSpPr>
          <p:spPr>
            <a:xfrm>
              <a:off x="3666176" y="3685608"/>
              <a:ext cx="965528" cy="309233"/>
            </a:xfrm>
            <a:prstGeom prst="rect">
              <a:avLst/>
            </a:prstGeom>
          </p:spPr>
          <p:txBody>
            <a:bodyPr wrap="none">
              <a:spAutoFit/>
            </a:bodyPr>
            <a:lstStyle/>
            <a:p>
              <a:pPr marR="42545" algn="ctr">
                <a:spcBef>
                  <a:spcPts val="540"/>
                </a:spcBef>
              </a:pPr>
              <a:r>
                <a:rPr lang="en-US" altLang="zh-CN" sz="1200" dirty="0" err="1">
                  <a:cs typeface="Calibri"/>
                </a:rPr>
                <a:t>BTNod</a:t>
              </a:r>
              <a:r>
                <a:rPr lang="en-US" altLang="zh-CN" sz="1200" spc="-10" dirty="0" err="1">
                  <a:cs typeface="Calibri"/>
                </a:rPr>
                <a:t>e</a:t>
              </a:r>
              <a:endParaRPr lang="en-US" altLang="zh-CN" sz="1200" dirty="0">
                <a:cs typeface="Calibri"/>
              </a:endParaRPr>
            </a:p>
          </p:txBody>
        </p:sp>
      </p:grpSp>
      <p:grpSp>
        <p:nvGrpSpPr>
          <p:cNvPr id="11" name="组合 2">
            <a:extLst>
              <a:ext uri="{FF2B5EF4-FFF2-40B4-BE49-F238E27FC236}">
                <a16:creationId xmlns:a16="http://schemas.microsoft.com/office/drawing/2014/main" id="{9376762C-D983-76CB-A19A-32A064530560}"/>
              </a:ext>
            </a:extLst>
          </p:cNvPr>
          <p:cNvGrpSpPr/>
          <p:nvPr/>
        </p:nvGrpSpPr>
        <p:grpSpPr>
          <a:xfrm>
            <a:off x="2499361" y="2052414"/>
            <a:ext cx="2365059" cy="1941425"/>
            <a:chOff x="6034113" y="1707602"/>
            <a:chExt cx="2791013" cy="2167348"/>
          </a:xfrm>
        </p:grpSpPr>
        <p:sp>
          <p:nvSpPr>
            <p:cNvPr id="12" name="object 6">
              <a:extLst>
                <a:ext uri="{FF2B5EF4-FFF2-40B4-BE49-F238E27FC236}">
                  <a16:creationId xmlns:a16="http://schemas.microsoft.com/office/drawing/2014/main" id="{E7EE1846-9B89-41FA-389A-30EA76BBABC1}"/>
                </a:ext>
              </a:extLst>
            </p:cNvPr>
            <p:cNvSpPr/>
            <p:nvPr/>
          </p:nvSpPr>
          <p:spPr>
            <a:xfrm>
              <a:off x="7230229" y="1707602"/>
              <a:ext cx="398780" cy="297180"/>
            </a:xfrm>
            <a:prstGeom prst="ellipse">
              <a:avLst/>
            </a:prstGeom>
            <a:solidFill>
              <a:schemeClr val="bg1"/>
            </a:solidFill>
          </p:spPr>
          <p:txBody>
            <a:bodyPr wrap="square" lIns="0" tIns="0" rIns="0" bIns="0" rtlCol="0"/>
            <a:lstStyle/>
            <a:p>
              <a:r>
                <a:rPr lang="en-US" sz="1400" dirty="0"/>
                <a:t>70</a:t>
              </a:r>
              <a:endParaRPr sz="1400" dirty="0"/>
            </a:p>
          </p:txBody>
        </p:sp>
        <p:sp>
          <p:nvSpPr>
            <p:cNvPr id="13" name="object 7">
              <a:extLst>
                <a:ext uri="{FF2B5EF4-FFF2-40B4-BE49-F238E27FC236}">
                  <a16:creationId xmlns:a16="http://schemas.microsoft.com/office/drawing/2014/main" id="{5F90E7A7-F8A7-4476-FDD2-4D7D8677220F}"/>
                </a:ext>
              </a:extLst>
            </p:cNvPr>
            <p:cNvSpPr/>
            <p:nvPr/>
          </p:nvSpPr>
          <p:spPr>
            <a:xfrm>
              <a:off x="7230229" y="1707602"/>
              <a:ext cx="398780" cy="297180"/>
            </a:xfrm>
            <a:prstGeom prst="ellipse">
              <a:avLst/>
            </a:prstGeom>
            <a:ln w="25399">
              <a:solidFill>
                <a:srgbClr val="839950"/>
              </a:solidFill>
            </a:ln>
          </p:spPr>
          <p:txBody>
            <a:bodyPr wrap="square" lIns="0" tIns="0" rIns="0" bIns="0" rtlCol="0"/>
            <a:lstStyle/>
            <a:p>
              <a:endParaRPr sz="1400"/>
            </a:p>
          </p:txBody>
        </p:sp>
        <p:sp>
          <p:nvSpPr>
            <p:cNvPr id="14" name="object 8">
              <a:extLst>
                <a:ext uri="{FF2B5EF4-FFF2-40B4-BE49-F238E27FC236}">
                  <a16:creationId xmlns:a16="http://schemas.microsoft.com/office/drawing/2014/main" id="{7DDA0B1C-6A8C-F15B-052B-78C7BE32D95C}"/>
                </a:ext>
              </a:extLst>
            </p:cNvPr>
            <p:cNvSpPr/>
            <p:nvPr/>
          </p:nvSpPr>
          <p:spPr>
            <a:xfrm>
              <a:off x="6432817" y="2258150"/>
              <a:ext cx="398780" cy="297180"/>
            </a:xfrm>
            <a:prstGeom prst="ellipse">
              <a:avLst/>
            </a:prstGeom>
            <a:solidFill>
              <a:schemeClr val="bg1"/>
            </a:solidFill>
          </p:spPr>
          <p:txBody>
            <a:bodyPr wrap="square" lIns="0" tIns="0" rIns="0" bIns="0" rtlCol="0"/>
            <a:lstStyle/>
            <a:p>
              <a:endParaRPr sz="1400"/>
            </a:p>
          </p:txBody>
        </p:sp>
        <p:sp>
          <p:nvSpPr>
            <p:cNvPr id="15" name="object 9">
              <a:extLst>
                <a:ext uri="{FF2B5EF4-FFF2-40B4-BE49-F238E27FC236}">
                  <a16:creationId xmlns:a16="http://schemas.microsoft.com/office/drawing/2014/main" id="{EC9AB597-276A-11FA-57FC-752A1850B4A6}"/>
                </a:ext>
              </a:extLst>
            </p:cNvPr>
            <p:cNvSpPr/>
            <p:nvPr/>
          </p:nvSpPr>
          <p:spPr>
            <a:xfrm>
              <a:off x="6432817" y="2258149"/>
              <a:ext cx="398780" cy="297180"/>
            </a:xfrm>
            <a:prstGeom prst="ellipse">
              <a:avLst/>
            </a:prstGeom>
            <a:solidFill>
              <a:schemeClr val="bg1"/>
            </a:solidFill>
            <a:ln w="25399">
              <a:solidFill>
                <a:srgbClr val="839950"/>
              </a:solidFill>
            </a:ln>
          </p:spPr>
          <p:txBody>
            <a:bodyPr wrap="square" lIns="0" tIns="0" rIns="0" bIns="0" rtlCol="0"/>
            <a:lstStyle/>
            <a:p>
              <a:r>
                <a:rPr lang="en-US" sz="1400" dirty="0"/>
                <a:t>31</a:t>
              </a:r>
              <a:endParaRPr sz="1400" dirty="0"/>
            </a:p>
          </p:txBody>
        </p:sp>
        <p:sp>
          <p:nvSpPr>
            <p:cNvPr id="16" name="object 10">
              <a:extLst>
                <a:ext uri="{FF2B5EF4-FFF2-40B4-BE49-F238E27FC236}">
                  <a16:creationId xmlns:a16="http://schemas.microsoft.com/office/drawing/2014/main" id="{B0113BA7-1B06-E3C7-5C59-C56880510AB8}"/>
                </a:ext>
              </a:extLst>
            </p:cNvPr>
            <p:cNvSpPr/>
            <p:nvPr/>
          </p:nvSpPr>
          <p:spPr>
            <a:xfrm>
              <a:off x="6034113" y="2895441"/>
              <a:ext cx="398780" cy="297180"/>
            </a:xfrm>
            <a:prstGeom prst="ellipse">
              <a:avLst/>
            </a:prstGeom>
            <a:solidFill>
              <a:schemeClr val="bg1"/>
            </a:solidFill>
          </p:spPr>
          <p:txBody>
            <a:bodyPr wrap="square" lIns="0" tIns="0" rIns="0" bIns="0" rtlCol="0"/>
            <a:lstStyle/>
            <a:p>
              <a:endParaRPr sz="1400"/>
            </a:p>
          </p:txBody>
        </p:sp>
        <p:sp>
          <p:nvSpPr>
            <p:cNvPr id="17" name="object 11">
              <a:extLst>
                <a:ext uri="{FF2B5EF4-FFF2-40B4-BE49-F238E27FC236}">
                  <a16:creationId xmlns:a16="http://schemas.microsoft.com/office/drawing/2014/main" id="{E02D9309-0E03-22E5-E872-ABB621EC117A}"/>
                </a:ext>
              </a:extLst>
            </p:cNvPr>
            <p:cNvSpPr/>
            <p:nvPr/>
          </p:nvSpPr>
          <p:spPr>
            <a:xfrm>
              <a:off x="6034113" y="2895441"/>
              <a:ext cx="398780" cy="297180"/>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18" name="object 14">
              <a:extLst>
                <a:ext uri="{FF2B5EF4-FFF2-40B4-BE49-F238E27FC236}">
                  <a16:creationId xmlns:a16="http://schemas.microsoft.com/office/drawing/2014/main" id="{55C1DFE2-7AB4-36F5-08C8-7D712903083F}"/>
                </a:ext>
              </a:extLst>
            </p:cNvPr>
            <p:cNvSpPr/>
            <p:nvPr/>
          </p:nvSpPr>
          <p:spPr>
            <a:xfrm>
              <a:off x="8027639" y="2258150"/>
              <a:ext cx="398780" cy="297180"/>
            </a:xfrm>
            <a:prstGeom prst="ellipse">
              <a:avLst/>
            </a:prstGeom>
            <a:solidFill>
              <a:schemeClr val="bg1"/>
            </a:solidFill>
          </p:spPr>
          <p:txBody>
            <a:bodyPr wrap="square" lIns="0" tIns="0" rIns="0" bIns="0" rtlCol="0"/>
            <a:lstStyle/>
            <a:p>
              <a:endParaRPr sz="1400"/>
            </a:p>
          </p:txBody>
        </p:sp>
        <p:sp>
          <p:nvSpPr>
            <p:cNvPr id="19" name="object 15">
              <a:extLst>
                <a:ext uri="{FF2B5EF4-FFF2-40B4-BE49-F238E27FC236}">
                  <a16:creationId xmlns:a16="http://schemas.microsoft.com/office/drawing/2014/main" id="{E9AAC436-3A5F-CC2B-670A-28D637CB626D}"/>
                </a:ext>
              </a:extLst>
            </p:cNvPr>
            <p:cNvSpPr/>
            <p:nvPr/>
          </p:nvSpPr>
          <p:spPr>
            <a:xfrm>
              <a:off x="8027639" y="2258149"/>
              <a:ext cx="398780" cy="297180"/>
            </a:xfrm>
            <a:prstGeom prst="ellipse">
              <a:avLst/>
            </a:prstGeom>
            <a:solidFill>
              <a:schemeClr val="bg1"/>
            </a:solidFill>
            <a:ln w="25399">
              <a:solidFill>
                <a:srgbClr val="839950"/>
              </a:solidFill>
            </a:ln>
          </p:spPr>
          <p:txBody>
            <a:bodyPr wrap="square" lIns="0" tIns="0" rIns="0" bIns="0" rtlCol="0"/>
            <a:lstStyle/>
            <a:p>
              <a:r>
                <a:rPr lang="en-US" sz="1400" dirty="0"/>
                <a:t>93</a:t>
              </a:r>
              <a:endParaRPr sz="1400" dirty="0"/>
            </a:p>
          </p:txBody>
        </p:sp>
        <p:sp>
          <p:nvSpPr>
            <p:cNvPr id="20" name="object 16">
              <a:extLst>
                <a:ext uri="{FF2B5EF4-FFF2-40B4-BE49-F238E27FC236}">
                  <a16:creationId xmlns:a16="http://schemas.microsoft.com/office/drawing/2014/main" id="{7F980479-7A1F-1447-D527-233CFF5BEDF6}"/>
                </a:ext>
              </a:extLst>
            </p:cNvPr>
            <p:cNvSpPr/>
            <p:nvPr/>
          </p:nvSpPr>
          <p:spPr>
            <a:xfrm>
              <a:off x="7628935" y="2900260"/>
              <a:ext cx="398780" cy="297180"/>
            </a:xfrm>
            <a:prstGeom prst="ellipse">
              <a:avLst/>
            </a:prstGeom>
            <a:solidFill>
              <a:schemeClr val="bg1"/>
            </a:solidFill>
          </p:spPr>
          <p:txBody>
            <a:bodyPr wrap="square" lIns="0" tIns="0" rIns="0" bIns="0" rtlCol="0"/>
            <a:lstStyle/>
            <a:p>
              <a:endParaRPr sz="1400"/>
            </a:p>
          </p:txBody>
        </p:sp>
        <p:sp>
          <p:nvSpPr>
            <p:cNvPr id="21" name="object 17">
              <a:extLst>
                <a:ext uri="{FF2B5EF4-FFF2-40B4-BE49-F238E27FC236}">
                  <a16:creationId xmlns:a16="http://schemas.microsoft.com/office/drawing/2014/main" id="{6670FBCC-DB0F-4E05-A902-6440107D7D9E}"/>
                </a:ext>
              </a:extLst>
            </p:cNvPr>
            <p:cNvSpPr/>
            <p:nvPr/>
          </p:nvSpPr>
          <p:spPr>
            <a:xfrm>
              <a:off x="7628935" y="2900260"/>
              <a:ext cx="398780" cy="297180"/>
            </a:xfrm>
            <a:prstGeom prst="ellipse">
              <a:avLst/>
            </a:prstGeom>
            <a:solidFill>
              <a:schemeClr val="bg1"/>
            </a:solidFill>
            <a:ln w="25399">
              <a:solidFill>
                <a:srgbClr val="839950"/>
              </a:solidFill>
            </a:ln>
          </p:spPr>
          <p:txBody>
            <a:bodyPr wrap="square" lIns="0" tIns="0" rIns="0" bIns="0" rtlCol="0"/>
            <a:lstStyle/>
            <a:p>
              <a:r>
                <a:rPr lang="en-US" sz="1400" dirty="0"/>
                <a:t>73</a:t>
              </a:r>
              <a:endParaRPr sz="1400" dirty="0"/>
            </a:p>
          </p:txBody>
        </p:sp>
        <p:sp>
          <p:nvSpPr>
            <p:cNvPr id="22" name="object 18">
              <a:extLst>
                <a:ext uri="{FF2B5EF4-FFF2-40B4-BE49-F238E27FC236}">
                  <a16:creationId xmlns:a16="http://schemas.microsoft.com/office/drawing/2014/main" id="{E7412CCC-B974-2A06-9CEF-89653FFF6D08}"/>
                </a:ext>
              </a:extLst>
            </p:cNvPr>
            <p:cNvSpPr/>
            <p:nvPr/>
          </p:nvSpPr>
          <p:spPr>
            <a:xfrm>
              <a:off x="8426346" y="2900260"/>
              <a:ext cx="398780" cy="297180"/>
            </a:xfrm>
            <a:prstGeom prst="ellipse">
              <a:avLst/>
            </a:prstGeom>
            <a:solidFill>
              <a:schemeClr val="bg1"/>
            </a:solidFill>
          </p:spPr>
          <p:txBody>
            <a:bodyPr wrap="square" lIns="0" tIns="0" rIns="0" bIns="0" rtlCol="0"/>
            <a:lstStyle/>
            <a:p>
              <a:endParaRPr sz="1400"/>
            </a:p>
          </p:txBody>
        </p:sp>
        <p:sp>
          <p:nvSpPr>
            <p:cNvPr id="23" name="object 19">
              <a:extLst>
                <a:ext uri="{FF2B5EF4-FFF2-40B4-BE49-F238E27FC236}">
                  <a16:creationId xmlns:a16="http://schemas.microsoft.com/office/drawing/2014/main" id="{29C65807-6832-E873-42BB-69B7B0F62F9A}"/>
                </a:ext>
              </a:extLst>
            </p:cNvPr>
            <p:cNvSpPr/>
            <p:nvPr/>
          </p:nvSpPr>
          <p:spPr>
            <a:xfrm>
              <a:off x="8426345" y="2900260"/>
              <a:ext cx="398780" cy="297180"/>
            </a:xfrm>
            <a:prstGeom prst="ellipse">
              <a:avLst/>
            </a:prstGeom>
            <a:solidFill>
              <a:schemeClr val="bg1"/>
            </a:solidFill>
            <a:ln w="25399">
              <a:solidFill>
                <a:srgbClr val="839950"/>
              </a:solidFill>
            </a:ln>
          </p:spPr>
          <p:txBody>
            <a:bodyPr wrap="square" lIns="0" tIns="0" rIns="0" bIns="0" rtlCol="0"/>
            <a:lstStyle/>
            <a:p>
              <a:r>
                <a:rPr lang="en-US" sz="1400" dirty="0"/>
                <a:t>94</a:t>
              </a:r>
              <a:endParaRPr sz="1400" dirty="0"/>
            </a:p>
          </p:txBody>
        </p:sp>
        <p:sp>
          <p:nvSpPr>
            <p:cNvPr id="24" name="object 38">
              <a:extLst>
                <a:ext uri="{FF2B5EF4-FFF2-40B4-BE49-F238E27FC236}">
                  <a16:creationId xmlns:a16="http://schemas.microsoft.com/office/drawing/2014/main" id="{AE5B4C85-9A63-1CF5-EBA6-61920A55587F}"/>
                </a:ext>
              </a:extLst>
            </p:cNvPr>
            <p:cNvSpPr/>
            <p:nvPr/>
          </p:nvSpPr>
          <p:spPr>
            <a:xfrm>
              <a:off x="6340959" y="3577770"/>
              <a:ext cx="398780" cy="297180"/>
            </a:xfrm>
            <a:prstGeom prst="ellipse">
              <a:avLst/>
            </a:prstGeom>
            <a:solidFill>
              <a:schemeClr val="bg1"/>
            </a:solidFill>
          </p:spPr>
          <p:txBody>
            <a:bodyPr wrap="square" lIns="0" tIns="0" rIns="0" bIns="0" rtlCol="0"/>
            <a:lstStyle/>
            <a:p>
              <a:endParaRPr sz="1400"/>
            </a:p>
          </p:txBody>
        </p:sp>
        <p:sp>
          <p:nvSpPr>
            <p:cNvPr id="25" name="object 39">
              <a:extLst>
                <a:ext uri="{FF2B5EF4-FFF2-40B4-BE49-F238E27FC236}">
                  <a16:creationId xmlns:a16="http://schemas.microsoft.com/office/drawing/2014/main" id="{96AE58BC-4BDB-04E0-E78D-6AF4EDB38667}"/>
                </a:ext>
              </a:extLst>
            </p:cNvPr>
            <p:cNvSpPr/>
            <p:nvPr/>
          </p:nvSpPr>
          <p:spPr>
            <a:xfrm>
              <a:off x="6340959" y="3577770"/>
              <a:ext cx="398780" cy="297180"/>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cxnSp>
          <p:nvCxnSpPr>
            <p:cNvPr id="26" name="直接箭头连接符 32">
              <a:extLst>
                <a:ext uri="{FF2B5EF4-FFF2-40B4-BE49-F238E27FC236}">
                  <a16:creationId xmlns:a16="http://schemas.microsoft.com/office/drawing/2014/main" id="{2F85CBB1-4EBE-4737-F523-9E47647E7EC3}"/>
                </a:ext>
              </a:extLst>
            </p:cNvPr>
            <p:cNvCxnSpPr>
              <a:stCxn id="13" idx="5"/>
              <a:endCxn id="19" idx="1"/>
            </p:cNvCxnSpPr>
            <p:nvPr/>
          </p:nvCxnSpPr>
          <p:spPr>
            <a:xfrm>
              <a:off x="7570609" y="1961261"/>
              <a:ext cx="515430" cy="3404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33">
              <a:extLst>
                <a:ext uri="{FF2B5EF4-FFF2-40B4-BE49-F238E27FC236}">
                  <a16:creationId xmlns:a16="http://schemas.microsoft.com/office/drawing/2014/main" id="{3294C581-6AE5-BF59-EDF4-434935A83C0D}"/>
                </a:ext>
              </a:extLst>
            </p:cNvPr>
            <p:cNvCxnSpPr>
              <a:stCxn id="13" idx="3"/>
              <a:endCxn id="14" idx="7"/>
            </p:cNvCxnSpPr>
            <p:nvPr/>
          </p:nvCxnSpPr>
          <p:spPr>
            <a:xfrm flipH="1">
              <a:off x="6773197" y="1961261"/>
              <a:ext cx="515432" cy="340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34">
              <a:extLst>
                <a:ext uri="{FF2B5EF4-FFF2-40B4-BE49-F238E27FC236}">
                  <a16:creationId xmlns:a16="http://schemas.microsoft.com/office/drawing/2014/main" id="{2D75BDED-E0F6-8A6B-66F0-8D851F85597B}"/>
                </a:ext>
              </a:extLst>
            </p:cNvPr>
            <p:cNvCxnSpPr>
              <a:stCxn id="14" idx="3"/>
              <a:endCxn id="17" idx="0"/>
            </p:cNvCxnSpPr>
            <p:nvPr/>
          </p:nvCxnSpPr>
          <p:spPr>
            <a:xfrm flipH="1">
              <a:off x="6233503" y="2511809"/>
              <a:ext cx="257714" cy="3836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35">
              <a:extLst>
                <a:ext uri="{FF2B5EF4-FFF2-40B4-BE49-F238E27FC236}">
                  <a16:creationId xmlns:a16="http://schemas.microsoft.com/office/drawing/2014/main" id="{5BFD3736-077D-45F4-72EA-8A3F753C8031}"/>
                </a:ext>
              </a:extLst>
            </p:cNvPr>
            <p:cNvCxnSpPr>
              <a:stCxn id="19" idx="3"/>
              <a:endCxn id="20" idx="0"/>
            </p:cNvCxnSpPr>
            <p:nvPr/>
          </p:nvCxnSpPr>
          <p:spPr>
            <a:xfrm flipH="1">
              <a:off x="7828325" y="2511808"/>
              <a:ext cx="257714" cy="3884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37">
              <a:extLst>
                <a:ext uri="{FF2B5EF4-FFF2-40B4-BE49-F238E27FC236}">
                  <a16:creationId xmlns:a16="http://schemas.microsoft.com/office/drawing/2014/main" id="{918BD695-C0D5-87B0-05B7-D8EAE5D67441}"/>
                </a:ext>
              </a:extLst>
            </p:cNvPr>
            <p:cNvCxnSpPr>
              <a:stCxn id="19" idx="5"/>
              <a:endCxn id="22" idx="0"/>
            </p:cNvCxnSpPr>
            <p:nvPr/>
          </p:nvCxnSpPr>
          <p:spPr>
            <a:xfrm>
              <a:off x="8368019" y="2511808"/>
              <a:ext cx="257717" cy="3884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8">
              <a:extLst>
                <a:ext uri="{FF2B5EF4-FFF2-40B4-BE49-F238E27FC236}">
                  <a16:creationId xmlns:a16="http://schemas.microsoft.com/office/drawing/2014/main" id="{C6C81FEE-9A73-AB1F-BCB9-2D8228D9F524}"/>
                </a:ext>
              </a:extLst>
            </p:cNvPr>
            <p:cNvCxnSpPr>
              <a:endCxn id="24" idx="0"/>
            </p:cNvCxnSpPr>
            <p:nvPr/>
          </p:nvCxnSpPr>
          <p:spPr>
            <a:xfrm>
              <a:off x="6340996" y="3192621"/>
              <a:ext cx="199353" cy="3851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32" name="右箭头 3">
            <a:extLst>
              <a:ext uri="{FF2B5EF4-FFF2-40B4-BE49-F238E27FC236}">
                <a16:creationId xmlns:a16="http://schemas.microsoft.com/office/drawing/2014/main" id="{3D339D6B-C238-EFB4-1DA2-9A4A872C3794}"/>
              </a:ext>
            </a:extLst>
          </p:cNvPr>
          <p:cNvSpPr/>
          <p:nvPr/>
        </p:nvSpPr>
        <p:spPr>
          <a:xfrm>
            <a:off x="4982875" y="2866657"/>
            <a:ext cx="598243" cy="3793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cxnSp>
        <p:nvCxnSpPr>
          <p:cNvPr id="33" name="直接箭头连接符 5">
            <a:extLst>
              <a:ext uri="{FF2B5EF4-FFF2-40B4-BE49-F238E27FC236}">
                <a16:creationId xmlns:a16="http://schemas.microsoft.com/office/drawing/2014/main" id="{39061B48-C6D2-1142-8332-F21F279EFE02}"/>
              </a:ext>
            </a:extLst>
          </p:cNvPr>
          <p:cNvCxnSpPr/>
          <p:nvPr/>
        </p:nvCxnSpPr>
        <p:spPr>
          <a:xfrm>
            <a:off x="5624598" y="3892149"/>
            <a:ext cx="0" cy="369278"/>
          </a:xfrm>
          <a:prstGeom prst="straightConnector1">
            <a:avLst/>
          </a:prstGeom>
          <a:ln w="38100">
            <a:headEnd type="none"/>
            <a:tailEnd type="oval"/>
          </a:ln>
        </p:spPr>
        <p:style>
          <a:lnRef idx="1">
            <a:schemeClr val="accent1"/>
          </a:lnRef>
          <a:fillRef idx="0">
            <a:schemeClr val="accent1"/>
          </a:fillRef>
          <a:effectRef idx="0">
            <a:schemeClr val="accent1"/>
          </a:effectRef>
          <a:fontRef idx="minor">
            <a:schemeClr val="tx1"/>
          </a:fontRef>
        </p:style>
      </p:cxnSp>
      <p:sp>
        <p:nvSpPr>
          <p:cNvPr id="34" name="文本框 6">
            <a:extLst>
              <a:ext uri="{FF2B5EF4-FFF2-40B4-BE49-F238E27FC236}">
                <a16:creationId xmlns:a16="http://schemas.microsoft.com/office/drawing/2014/main" id="{C7AFC635-79C6-0859-2E19-EE00A1A51FA6}"/>
              </a:ext>
            </a:extLst>
          </p:cNvPr>
          <p:cNvSpPr txBox="1"/>
          <p:nvPr/>
        </p:nvSpPr>
        <p:spPr>
          <a:xfrm>
            <a:off x="5271756" y="4279695"/>
            <a:ext cx="803641" cy="276999"/>
          </a:xfrm>
          <a:prstGeom prst="rect">
            <a:avLst/>
          </a:prstGeom>
          <a:noFill/>
        </p:spPr>
        <p:txBody>
          <a:bodyPr wrap="square" rtlCol="0">
            <a:spAutoFit/>
          </a:bodyPr>
          <a:lstStyle/>
          <a:p>
            <a:r>
              <a:rPr lang="en-US" altLang="zh-CN" sz="1200" dirty="0">
                <a:solidFill>
                  <a:schemeClr val="accent5">
                    <a:lumMod val="75000"/>
                  </a:schemeClr>
                </a:solidFill>
              </a:rPr>
              <a:t>None</a:t>
            </a:r>
            <a:endParaRPr lang="zh-CN" altLang="en-US" sz="1200" dirty="0">
              <a:solidFill>
                <a:schemeClr val="accent5">
                  <a:lumMod val="75000"/>
                </a:schemeClr>
              </a:solidFill>
            </a:endParaRPr>
          </a:p>
        </p:txBody>
      </p:sp>
      <p:cxnSp>
        <p:nvCxnSpPr>
          <p:cNvPr id="35" name="直接箭头连接符 40">
            <a:extLst>
              <a:ext uri="{FF2B5EF4-FFF2-40B4-BE49-F238E27FC236}">
                <a16:creationId xmlns:a16="http://schemas.microsoft.com/office/drawing/2014/main" id="{5FBF5439-8156-273B-0FBC-07CA0E2B39C1}"/>
              </a:ext>
            </a:extLst>
          </p:cNvPr>
          <p:cNvCxnSpPr/>
          <p:nvPr/>
        </p:nvCxnSpPr>
        <p:spPr>
          <a:xfrm>
            <a:off x="7139865" y="3892149"/>
            <a:ext cx="0" cy="365028"/>
          </a:xfrm>
          <a:prstGeom prst="straightConnector1">
            <a:avLst/>
          </a:prstGeom>
          <a:ln w="38100">
            <a:headEnd type="none"/>
            <a:tailEnd type="oval"/>
          </a:ln>
        </p:spPr>
        <p:style>
          <a:lnRef idx="1">
            <a:schemeClr val="accent1"/>
          </a:lnRef>
          <a:fillRef idx="0">
            <a:schemeClr val="accent1"/>
          </a:fillRef>
          <a:effectRef idx="0">
            <a:schemeClr val="accent1"/>
          </a:effectRef>
          <a:fontRef idx="minor">
            <a:schemeClr val="tx1"/>
          </a:fontRef>
        </p:style>
      </p:cxnSp>
      <p:sp>
        <p:nvSpPr>
          <p:cNvPr id="36" name="文本框 41">
            <a:extLst>
              <a:ext uri="{FF2B5EF4-FFF2-40B4-BE49-F238E27FC236}">
                <a16:creationId xmlns:a16="http://schemas.microsoft.com/office/drawing/2014/main" id="{F0A9AAAC-61A0-0790-F9B4-D00C6DF2384B}"/>
              </a:ext>
            </a:extLst>
          </p:cNvPr>
          <p:cNvSpPr txBox="1"/>
          <p:nvPr/>
        </p:nvSpPr>
        <p:spPr>
          <a:xfrm>
            <a:off x="6798998" y="4255536"/>
            <a:ext cx="803641" cy="276999"/>
          </a:xfrm>
          <a:prstGeom prst="rect">
            <a:avLst/>
          </a:prstGeom>
          <a:noFill/>
        </p:spPr>
        <p:txBody>
          <a:bodyPr wrap="square" rtlCol="0">
            <a:spAutoFit/>
          </a:bodyPr>
          <a:lstStyle/>
          <a:p>
            <a:r>
              <a:rPr lang="en-US" altLang="zh-CN" sz="1200" dirty="0">
                <a:solidFill>
                  <a:schemeClr val="accent5">
                    <a:lumMod val="75000"/>
                  </a:schemeClr>
                </a:solidFill>
              </a:rPr>
              <a:t>None</a:t>
            </a:r>
            <a:endParaRPr lang="zh-CN" altLang="en-US" sz="1200" dirty="0">
              <a:solidFill>
                <a:schemeClr val="accent5">
                  <a:lumMod val="75000"/>
                </a:schemeClr>
              </a:solidFill>
            </a:endParaRPr>
          </a:p>
        </p:txBody>
      </p:sp>
      <p:cxnSp>
        <p:nvCxnSpPr>
          <p:cNvPr id="37" name="直接箭头连接符 42">
            <a:extLst>
              <a:ext uri="{FF2B5EF4-FFF2-40B4-BE49-F238E27FC236}">
                <a16:creationId xmlns:a16="http://schemas.microsoft.com/office/drawing/2014/main" id="{A4FD6CEC-7B9C-A967-3D3A-B3A3E8CA5FE9}"/>
              </a:ext>
            </a:extLst>
          </p:cNvPr>
          <p:cNvCxnSpPr/>
          <p:nvPr/>
        </p:nvCxnSpPr>
        <p:spPr>
          <a:xfrm>
            <a:off x="8604768" y="3892149"/>
            <a:ext cx="0" cy="365028"/>
          </a:xfrm>
          <a:prstGeom prst="straightConnector1">
            <a:avLst/>
          </a:prstGeom>
          <a:ln w="38100">
            <a:headEnd type="none"/>
            <a:tailEnd type="oval"/>
          </a:ln>
        </p:spPr>
        <p:style>
          <a:lnRef idx="1">
            <a:schemeClr val="accent1"/>
          </a:lnRef>
          <a:fillRef idx="0">
            <a:schemeClr val="accent1"/>
          </a:fillRef>
          <a:effectRef idx="0">
            <a:schemeClr val="accent1"/>
          </a:effectRef>
          <a:fontRef idx="minor">
            <a:schemeClr val="tx1"/>
          </a:fontRef>
        </p:style>
      </p:cxnSp>
      <p:sp>
        <p:nvSpPr>
          <p:cNvPr id="38" name="文本框 43">
            <a:extLst>
              <a:ext uri="{FF2B5EF4-FFF2-40B4-BE49-F238E27FC236}">
                <a16:creationId xmlns:a16="http://schemas.microsoft.com/office/drawing/2014/main" id="{B64A8538-771E-76F5-FBFE-FD33885ABF01}"/>
              </a:ext>
            </a:extLst>
          </p:cNvPr>
          <p:cNvSpPr txBox="1"/>
          <p:nvPr/>
        </p:nvSpPr>
        <p:spPr>
          <a:xfrm>
            <a:off x="8317056" y="4263857"/>
            <a:ext cx="803641" cy="276999"/>
          </a:xfrm>
          <a:prstGeom prst="rect">
            <a:avLst/>
          </a:prstGeom>
          <a:noFill/>
        </p:spPr>
        <p:txBody>
          <a:bodyPr wrap="square" rtlCol="0">
            <a:spAutoFit/>
          </a:bodyPr>
          <a:lstStyle/>
          <a:p>
            <a:r>
              <a:rPr lang="en-US" altLang="zh-CN" sz="1200" dirty="0">
                <a:solidFill>
                  <a:schemeClr val="accent5">
                    <a:lumMod val="75000"/>
                  </a:schemeClr>
                </a:solidFill>
              </a:rPr>
              <a:t>None</a:t>
            </a:r>
            <a:endParaRPr lang="zh-CN" altLang="en-US" sz="1200" dirty="0">
              <a:solidFill>
                <a:schemeClr val="accent5">
                  <a:lumMod val="75000"/>
                </a:schemeClr>
              </a:solidFill>
            </a:endParaRPr>
          </a:p>
        </p:txBody>
      </p:sp>
      <p:cxnSp>
        <p:nvCxnSpPr>
          <p:cNvPr id="39" name="直接箭头连接符 44">
            <a:extLst>
              <a:ext uri="{FF2B5EF4-FFF2-40B4-BE49-F238E27FC236}">
                <a16:creationId xmlns:a16="http://schemas.microsoft.com/office/drawing/2014/main" id="{B86BFA01-4402-78D7-A473-13F640AE819E}"/>
              </a:ext>
            </a:extLst>
          </p:cNvPr>
          <p:cNvCxnSpPr/>
          <p:nvPr/>
        </p:nvCxnSpPr>
        <p:spPr>
          <a:xfrm>
            <a:off x="6036478" y="4659144"/>
            <a:ext cx="0" cy="454822"/>
          </a:xfrm>
          <a:prstGeom prst="straightConnector1">
            <a:avLst/>
          </a:prstGeom>
          <a:ln w="38100">
            <a:headEnd type="none"/>
            <a:tailEnd type="oval"/>
          </a:ln>
        </p:spPr>
        <p:style>
          <a:lnRef idx="1">
            <a:schemeClr val="accent1"/>
          </a:lnRef>
          <a:fillRef idx="0">
            <a:schemeClr val="accent1"/>
          </a:fillRef>
          <a:effectRef idx="0">
            <a:schemeClr val="accent1"/>
          </a:effectRef>
          <a:fontRef idx="minor">
            <a:schemeClr val="tx1"/>
          </a:fontRef>
        </p:style>
      </p:cxnSp>
      <p:sp>
        <p:nvSpPr>
          <p:cNvPr id="40" name="文本框 45">
            <a:extLst>
              <a:ext uri="{FF2B5EF4-FFF2-40B4-BE49-F238E27FC236}">
                <a16:creationId xmlns:a16="http://schemas.microsoft.com/office/drawing/2014/main" id="{64E03336-A0EC-34F3-D750-40715AF82AA0}"/>
              </a:ext>
            </a:extLst>
          </p:cNvPr>
          <p:cNvSpPr txBox="1"/>
          <p:nvPr/>
        </p:nvSpPr>
        <p:spPr>
          <a:xfrm>
            <a:off x="5713347" y="5143237"/>
            <a:ext cx="803641" cy="276999"/>
          </a:xfrm>
          <a:prstGeom prst="rect">
            <a:avLst/>
          </a:prstGeom>
          <a:noFill/>
        </p:spPr>
        <p:txBody>
          <a:bodyPr wrap="square" rtlCol="0">
            <a:spAutoFit/>
          </a:bodyPr>
          <a:lstStyle/>
          <a:p>
            <a:r>
              <a:rPr lang="en-US" altLang="zh-CN" sz="1200" dirty="0">
                <a:solidFill>
                  <a:schemeClr val="accent5">
                    <a:lumMod val="75000"/>
                  </a:schemeClr>
                </a:solidFill>
              </a:rPr>
              <a:t>None</a:t>
            </a:r>
            <a:endParaRPr lang="zh-CN" altLang="en-US" sz="1200" dirty="0">
              <a:solidFill>
                <a:schemeClr val="accent5">
                  <a:lumMod val="75000"/>
                </a:schemeClr>
              </a:solidFill>
            </a:endParaRPr>
          </a:p>
        </p:txBody>
      </p:sp>
      <p:cxnSp>
        <p:nvCxnSpPr>
          <p:cNvPr id="41" name="直接箭头连接符 46">
            <a:extLst>
              <a:ext uri="{FF2B5EF4-FFF2-40B4-BE49-F238E27FC236}">
                <a16:creationId xmlns:a16="http://schemas.microsoft.com/office/drawing/2014/main" id="{853AEAE5-6631-82BA-7CDD-813409D81663}"/>
              </a:ext>
            </a:extLst>
          </p:cNvPr>
          <p:cNvCxnSpPr/>
          <p:nvPr/>
        </p:nvCxnSpPr>
        <p:spPr>
          <a:xfrm>
            <a:off x="6912044" y="4663204"/>
            <a:ext cx="0" cy="454822"/>
          </a:xfrm>
          <a:prstGeom prst="straightConnector1">
            <a:avLst/>
          </a:prstGeom>
          <a:ln w="38100">
            <a:headEnd type="none"/>
            <a:tailEnd type="oval"/>
          </a:ln>
        </p:spPr>
        <p:style>
          <a:lnRef idx="1">
            <a:schemeClr val="accent1"/>
          </a:lnRef>
          <a:fillRef idx="0">
            <a:schemeClr val="accent1"/>
          </a:fillRef>
          <a:effectRef idx="0">
            <a:schemeClr val="accent1"/>
          </a:effectRef>
          <a:fontRef idx="minor">
            <a:schemeClr val="tx1"/>
          </a:fontRef>
        </p:style>
      </p:cxnSp>
      <p:sp>
        <p:nvSpPr>
          <p:cNvPr id="42" name="文本框 47">
            <a:extLst>
              <a:ext uri="{FF2B5EF4-FFF2-40B4-BE49-F238E27FC236}">
                <a16:creationId xmlns:a16="http://schemas.microsoft.com/office/drawing/2014/main" id="{B4B10F84-92E2-361A-127D-573729D72181}"/>
              </a:ext>
            </a:extLst>
          </p:cNvPr>
          <p:cNvSpPr txBox="1"/>
          <p:nvPr/>
        </p:nvSpPr>
        <p:spPr>
          <a:xfrm>
            <a:off x="6622287" y="5147000"/>
            <a:ext cx="803641" cy="276999"/>
          </a:xfrm>
          <a:prstGeom prst="rect">
            <a:avLst/>
          </a:prstGeom>
          <a:noFill/>
        </p:spPr>
        <p:txBody>
          <a:bodyPr wrap="square" rtlCol="0">
            <a:spAutoFit/>
          </a:bodyPr>
          <a:lstStyle/>
          <a:p>
            <a:r>
              <a:rPr lang="en-US" altLang="zh-CN" sz="1200" dirty="0">
                <a:solidFill>
                  <a:schemeClr val="accent5">
                    <a:lumMod val="75000"/>
                  </a:schemeClr>
                </a:solidFill>
              </a:rPr>
              <a:t>None</a:t>
            </a:r>
            <a:endParaRPr lang="zh-CN" altLang="en-US" sz="1200" dirty="0">
              <a:solidFill>
                <a:schemeClr val="accent5">
                  <a:lumMod val="75000"/>
                </a:schemeClr>
              </a:solidFill>
            </a:endParaRPr>
          </a:p>
        </p:txBody>
      </p:sp>
      <p:cxnSp>
        <p:nvCxnSpPr>
          <p:cNvPr id="43" name="直接箭头连接符 48">
            <a:extLst>
              <a:ext uri="{FF2B5EF4-FFF2-40B4-BE49-F238E27FC236}">
                <a16:creationId xmlns:a16="http://schemas.microsoft.com/office/drawing/2014/main" id="{814B337C-E25E-43F6-0EF6-6C4E733EAD01}"/>
              </a:ext>
            </a:extLst>
          </p:cNvPr>
          <p:cNvCxnSpPr/>
          <p:nvPr/>
        </p:nvCxnSpPr>
        <p:spPr>
          <a:xfrm>
            <a:off x="6857215" y="3133406"/>
            <a:ext cx="0" cy="219930"/>
          </a:xfrm>
          <a:prstGeom prst="straightConnector1">
            <a:avLst/>
          </a:prstGeom>
          <a:ln w="38100">
            <a:headEnd type="none"/>
            <a:tailEnd type="oval"/>
          </a:ln>
        </p:spPr>
        <p:style>
          <a:lnRef idx="1">
            <a:schemeClr val="accent1"/>
          </a:lnRef>
          <a:fillRef idx="0">
            <a:schemeClr val="accent1"/>
          </a:fillRef>
          <a:effectRef idx="0">
            <a:schemeClr val="accent1"/>
          </a:effectRef>
          <a:fontRef idx="minor">
            <a:schemeClr val="tx1"/>
          </a:fontRef>
        </p:style>
      </p:cxnSp>
      <p:sp>
        <p:nvSpPr>
          <p:cNvPr id="44" name="文本框 49">
            <a:extLst>
              <a:ext uri="{FF2B5EF4-FFF2-40B4-BE49-F238E27FC236}">
                <a16:creationId xmlns:a16="http://schemas.microsoft.com/office/drawing/2014/main" id="{6602B1D2-3B87-B4F2-6E91-CBB89F2C8F60}"/>
              </a:ext>
            </a:extLst>
          </p:cNvPr>
          <p:cNvSpPr txBox="1"/>
          <p:nvPr/>
        </p:nvSpPr>
        <p:spPr>
          <a:xfrm>
            <a:off x="6382850" y="3332177"/>
            <a:ext cx="662758" cy="276999"/>
          </a:xfrm>
          <a:prstGeom prst="rect">
            <a:avLst/>
          </a:prstGeom>
          <a:noFill/>
        </p:spPr>
        <p:txBody>
          <a:bodyPr wrap="square" rtlCol="0">
            <a:spAutoFit/>
          </a:bodyPr>
          <a:lstStyle/>
          <a:p>
            <a:r>
              <a:rPr lang="en-US" altLang="zh-CN" sz="1200" dirty="0">
                <a:solidFill>
                  <a:schemeClr val="accent5">
                    <a:lumMod val="75000"/>
                  </a:schemeClr>
                </a:solidFill>
              </a:rPr>
              <a:t>None</a:t>
            </a:r>
            <a:endParaRPr lang="zh-CN" altLang="en-US" sz="1200" dirty="0">
              <a:solidFill>
                <a:schemeClr val="accent5">
                  <a:lumMod val="75000"/>
                </a:schemeClr>
              </a:solidFill>
            </a:endParaRPr>
          </a:p>
        </p:txBody>
      </p:sp>
      <p:cxnSp>
        <p:nvCxnSpPr>
          <p:cNvPr id="45" name="直接箭头连接符 42">
            <a:extLst>
              <a:ext uri="{FF2B5EF4-FFF2-40B4-BE49-F238E27FC236}">
                <a16:creationId xmlns:a16="http://schemas.microsoft.com/office/drawing/2014/main" id="{08E17A6F-1763-5AEC-AB46-95FA97805F5C}"/>
              </a:ext>
            </a:extLst>
          </p:cNvPr>
          <p:cNvCxnSpPr/>
          <p:nvPr/>
        </p:nvCxnSpPr>
        <p:spPr>
          <a:xfrm>
            <a:off x="7943467" y="3898829"/>
            <a:ext cx="0" cy="358348"/>
          </a:xfrm>
          <a:prstGeom prst="straightConnector1">
            <a:avLst/>
          </a:prstGeom>
          <a:ln w="38100">
            <a:headEnd type="none"/>
            <a:tailEnd type="oval"/>
          </a:ln>
        </p:spPr>
        <p:style>
          <a:lnRef idx="1">
            <a:schemeClr val="accent1"/>
          </a:lnRef>
          <a:fillRef idx="0">
            <a:schemeClr val="accent1"/>
          </a:fillRef>
          <a:effectRef idx="0">
            <a:schemeClr val="accent1"/>
          </a:effectRef>
          <a:fontRef idx="minor">
            <a:schemeClr val="tx1"/>
          </a:fontRef>
        </p:style>
      </p:cxnSp>
      <p:sp>
        <p:nvSpPr>
          <p:cNvPr id="46" name="文本框 43">
            <a:extLst>
              <a:ext uri="{FF2B5EF4-FFF2-40B4-BE49-F238E27FC236}">
                <a16:creationId xmlns:a16="http://schemas.microsoft.com/office/drawing/2014/main" id="{792EB269-3635-F920-3A20-F80CE0D15F46}"/>
              </a:ext>
            </a:extLst>
          </p:cNvPr>
          <p:cNvSpPr txBox="1"/>
          <p:nvPr/>
        </p:nvSpPr>
        <p:spPr>
          <a:xfrm>
            <a:off x="7598077" y="4289194"/>
            <a:ext cx="803641" cy="276999"/>
          </a:xfrm>
          <a:prstGeom prst="rect">
            <a:avLst/>
          </a:prstGeom>
          <a:noFill/>
        </p:spPr>
        <p:txBody>
          <a:bodyPr wrap="square" rtlCol="0">
            <a:spAutoFit/>
          </a:bodyPr>
          <a:lstStyle/>
          <a:p>
            <a:r>
              <a:rPr lang="en-US" altLang="zh-CN" sz="1200" dirty="0">
                <a:solidFill>
                  <a:schemeClr val="accent5">
                    <a:lumMod val="75000"/>
                  </a:schemeClr>
                </a:solidFill>
              </a:rPr>
              <a:t>None</a:t>
            </a:r>
            <a:endParaRPr lang="zh-CN" altLang="en-US" sz="1200" dirty="0">
              <a:solidFill>
                <a:schemeClr val="accent5">
                  <a:lumMod val="75000"/>
                </a:schemeClr>
              </a:solidFill>
            </a:endParaRPr>
          </a:p>
        </p:txBody>
      </p:sp>
      <p:cxnSp>
        <p:nvCxnSpPr>
          <p:cNvPr id="47" name="直接箭头连接符 42">
            <a:extLst>
              <a:ext uri="{FF2B5EF4-FFF2-40B4-BE49-F238E27FC236}">
                <a16:creationId xmlns:a16="http://schemas.microsoft.com/office/drawing/2014/main" id="{CAEDF927-2E79-7385-DA37-FFD37A9C3848}"/>
              </a:ext>
            </a:extLst>
          </p:cNvPr>
          <p:cNvCxnSpPr/>
          <p:nvPr/>
        </p:nvCxnSpPr>
        <p:spPr>
          <a:xfrm>
            <a:off x="9431603" y="3898829"/>
            <a:ext cx="0" cy="365028"/>
          </a:xfrm>
          <a:prstGeom prst="straightConnector1">
            <a:avLst/>
          </a:prstGeom>
          <a:ln w="38100">
            <a:headEnd type="none"/>
            <a:tailEnd type="oval"/>
          </a:ln>
        </p:spPr>
        <p:style>
          <a:lnRef idx="1">
            <a:schemeClr val="accent1"/>
          </a:lnRef>
          <a:fillRef idx="0">
            <a:schemeClr val="accent1"/>
          </a:fillRef>
          <a:effectRef idx="0">
            <a:schemeClr val="accent1"/>
          </a:effectRef>
          <a:fontRef idx="minor">
            <a:schemeClr val="tx1"/>
          </a:fontRef>
        </p:style>
      </p:cxnSp>
      <p:sp>
        <p:nvSpPr>
          <p:cNvPr id="48" name="文本框 43">
            <a:extLst>
              <a:ext uri="{FF2B5EF4-FFF2-40B4-BE49-F238E27FC236}">
                <a16:creationId xmlns:a16="http://schemas.microsoft.com/office/drawing/2014/main" id="{6450696D-9EEE-826A-B6ED-85FAB2DB4E92}"/>
              </a:ext>
            </a:extLst>
          </p:cNvPr>
          <p:cNvSpPr txBox="1"/>
          <p:nvPr/>
        </p:nvSpPr>
        <p:spPr>
          <a:xfrm>
            <a:off x="9167423" y="4263127"/>
            <a:ext cx="803641" cy="276999"/>
          </a:xfrm>
          <a:prstGeom prst="rect">
            <a:avLst/>
          </a:prstGeom>
          <a:noFill/>
        </p:spPr>
        <p:txBody>
          <a:bodyPr wrap="square" rtlCol="0">
            <a:spAutoFit/>
          </a:bodyPr>
          <a:lstStyle/>
          <a:p>
            <a:r>
              <a:rPr lang="en-US" altLang="zh-CN" sz="1200" dirty="0">
                <a:solidFill>
                  <a:schemeClr val="accent5">
                    <a:lumMod val="75000"/>
                  </a:schemeClr>
                </a:solidFill>
              </a:rPr>
              <a:t>None</a:t>
            </a:r>
            <a:endParaRPr lang="zh-CN" altLang="en-US" sz="1200" dirty="0">
              <a:solidFill>
                <a:schemeClr val="accent5">
                  <a:lumMod val="75000"/>
                </a:schemeClr>
              </a:solidFill>
            </a:endParaRPr>
          </a:p>
        </p:txBody>
      </p:sp>
    </p:spTree>
    <p:extLst>
      <p:ext uri="{BB962C8B-B14F-4D97-AF65-F5344CB8AC3E}">
        <p14:creationId xmlns:p14="http://schemas.microsoft.com/office/powerpoint/2010/main" val="3992488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p:bldP spid="38" grpId="0"/>
      <p:bldP spid="40" grpId="0"/>
      <p:bldP spid="42" grpId="0"/>
      <p:bldP spid="44" grpId="0"/>
      <p:bldP spid="46" grpId="0"/>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FAA1C-AB97-AD94-A71C-1D1DB4FDE915}"/>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652898B9-3D98-69D9-5CAE-49765020EEBA}"/>
              </a:ext>
            </a:extLst>
          </p:cNvPr>
          <p:cNvSpPr>
            <a:spLocks noGrp="1"/>
          </p:cNvSpPr>
          <p:nvPr>
            <p:ph type="title"/>
          </p:nvPr>
        </p:nvSpPr>
        <p:spPr/>
        <p:txBody>
          <a:bodyPr/>
          <a:lstStyle/>
          <a:p>
            <a:pPr eaLnBrk="1" hangingPunct="1"/>
            <a:r>
              <a:rPr lang="en-US" dirty="0"/>
              <a:t>Binary Tree</a:t>
            </a:r>
            <a:endParaRPr lang="en-US" altLang="en-US" dirty="0"/>
          </a:p>
        </p:txBody>
      </p:sp>
      <p:sp>
        <p:nvSpPr>
          <p:cNvPr id="5123" name="Rectangle 3">
            <a:extLst>
              <a:ext uri="{FF2B5EF4-FFF2-40B4-BE49-F238E27FC236}">
                <a16:creationId xmlns:a16="http://schemas.microsoft.com/office/drawing/2014/main" id="{248F8B48-93E4-247D-7B93-8545034ED673}"/>
              </a:ext>
            </a:extLst>
          </p:cNvPr>
          <p:cNvSpPr>
            <a:spLocks noGrp="1" noChangeArrowheads="1"/>
          </p:cNvSpPr>
          <p:nvPr>
            <p:ph idx="1"/>
          </p:nvPr>
        </p:nvSpPr>
        <p:spPr/>
        <p:txBody>
          <a:bodyPr rtlCol="0">
            <a:normAutofit/>
          </a:bodyPr>
          <a:lstStyle/>
          <a:p>
            <a:r>
              <a:rPr lang="en-US" dirty="0"/>
              <a:t>The operations for a binary tree :</a:t>
            </a:r>
          </a:p>
          <a:p>
            <a:pPr lvl="1"/>
            <a:r>
              <a:rPr lang="en-US" sz="2800" dirty="0"/>
              <a:t>Insert a node</a:t>
            </a:r>
          </a:p>
          <a:p>
            <a:pPr lvl="1"/>
            <a:r>
              <a:rPr lang="en-US" sz="2800" dirty="0"/>
              <a:t>Delete a node</a:t>
            </a:r>
          </a:p>
          <a:p>
            <a:pPr lvl="1"/>
            <a:r>
              <a:rPr lang="en-US" sz="2800" dirty="0"/>
              <a:t>Search a node</a:t>
            </a:r>
          </a:p>
          <a:p>
            <a:pPr lvl="1"/>
            <a:r>
              <a:rPr lang="en-US" sz="2800" dirty="0">
                <a:solidFill>
                  <a:srgbClr val="FF0000"/>
                </a:solidFill>
              </a:rPr>
              <a:t>Traversal (display all nodes in a certain order)</a:t>
            </a:r>
          </a:p>
          <a:p>
            <a:pPr lvl="2"/>
            <a:r>
              <a:rPr lang="en-US" sz="2800" dirty="0" err="1">
                <a:solidFill>
                  <a:srgbClr val="FF0000"/>
                </a:solidFill>
              </a:rPr>
              <a:t>Inorder</a:t>
            </a:r>
            <a:endParaRPr lang="en-US" sz="2800" dirty="0">
              <a:solidFill>
                <a:srgbClr val="FF0000"/>
              </a:solidFill>
            </a:endParaRPr>
          </a:p>
          <a:p>
            <a:pPr lvl="2"/>
            <a:r>
              <a:rPr lang="en-US" sz="2800" dirty="0">
                <a:solidFill>
                  <a:srgbClr val="FF0000"/>
                </a:solidFill>
              </a:rPr>
              <a:t>Preorder</a:t>
            </a:r>
          </a:p>
          <a:p>
            <a:pPr lvl="2"/>
            <a:r>
              <a:rPr lang="en-US" sz="2800" dirty="0" err="1">
                <a:solidFill>
                  <a:srgbClr val="FF0000"/>
                </a:solidFill>
              </a:rPr>
              <a:t>Postorder</a:t>
            </a:r>
            <a:endParaRPr lang="en-US" sz="2800" dirty="0">
              <a:solidFill>
                <a:srgbClr val="FF0000"/>
              </a:solidFill>
            </a:endParaRPr>
          </a:p>
          <a:p>
            <a:pPr lvl="2"/>
            <a:r>
              <a:rPr lang="en-US" sz="2800" dirty="0">
                <a:solidFill>
                  <a:srgbClr val="FF0000"/>
                </a:solidFill>
              </a:rPr>
              <a:t>Level-by-level</a:t>
            </a:r>
          </a:p>
          <a:p>
            <a:pPr lvl="2"/>
            <a:r>
              <a:rPr lang="en-US" sz="2800" dirty="0"/>
              <a:t>How do we systematically travel each node once in a tree?</a:t>
            </a:r>
            <a:endParaRPr lang="en-SG" sz="2800" dirty="0"/>
          </a:p>
          <a:p>
            <a:pPr marL="457200" lvl="1" indent="0">
              <a:buNone/>
              <a:defRPr/>
            </a:pPr>
            <a:endParaRPr lang="en-US" dirty="0">
              <a:ea typeface="+mn-ea"/>
            </a:endParaRPr>
          </a:p>
        </p:txBody>
      </p:sp>
    </p:spTree>
    <p:extLst>
      <p:ext uri="{BB962C8B-B14F-4D97-AF65-F5344CB8AC3E}">
        <p14:creationId xmlns:p14="http://schemas.microsoft.com/office/powerpoint/2010/main" val="171038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EF510-ECB2-B2F4-E6FC-632F31653B4D}"/>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FE5A041E-ABE5-A3E5-12D8-04D87756F526}"/>
              </a:ext>
            </a:extLst>
          </p:cNvPr>
          <p:cNvSpPr>
            <a:spLocks noGrp="1"/>
          </p:cNvSpPr>
          <p:nvPr>
            <p:ph type="title"/>
          </p:nvPr>
        </p:nvSpPr>
        <p:spPr/>
        <p:txBody>
          <a:bodyPr/>
          <a:lstStyle/>
          <a:p>
            <a:pPr eaLnBrk="1" hangingPunct="1"/>
            <a:r>
              <a:rPr lang="en-US" dirty="0"/>
              <a:t>Binary Tree Node Class</a:t>
            </a:r>
            <a:endParaRPr lang="en-US" altLang="en-US" dirty="0"/>
          </a:p>
        </p:txBody>
      </p:sp>
      <p:sp>
        <p:nvSpPr>
          <p:cNvPr id="5123" name="Rectangle 3">
            <a:extLst>
              <a:ext uri="{FF2B5EF4-FFF2-40B4-BE49-F238E27FC236}">
                <a16:creationId xmlns:a16="http://schemas.microsoft.com/office/drawing/2014/main" id="{32933FF3-F450-6E20-565E-F7DCF955874C}"/>
              </a:ext>
            </a:extLst>
          </p:cNvPr>
          <p:cNvSpPr>
            <a:spLocks noGrp="1" noChangeArrowheads="1"/>
          </p:cNvSpPr>
          <p:nvPr>
            <p:ph idx="1"/>
          </p:nvPr>
        </p:nvSpPr>
        <p:spPr/>
        <p:txBody>
          <a:bodyPr rtlCol="0">
            <a:normAutofit/>
          </a:bodyPr>
          <a:lstStyle/>
          <a:p>
            <a:pPr marL="0" indent="0">
              <a:buNone/>
            </a:pPr>
            <a:r>
              <a:rPr lang="en-SG" dirty="0">
                <a:latin typeface="Courier New" panose="02070309020205020404" pitchFamily="49" charset="0"/>
                <a:cs typeface="Courier New" panose="02070309020205020404" pitchFamily="49" charset="0"/>
              </a:rPr>
              <a:t>class Node:    </a:t>
            </a:r>
          </a:p>
          <a:p>
            <a:pPr marL="0" indent="0">
              <a:buNone/>
            </a:pPr>
            <a:r>
              <a:rPr lang="en-SG" dirty="0">
                <a:latin typeface="Courier New" panose="02070309020205020404" pitchFamily="49" charset="0"/>
                <a:cs typeface="Courier New" panose="02070309020205020404" pitchFamily="49" charset="0"/>
              </a:rPr>
              <a:t>	def __</a:t>
            </a:r>
            <a:r>
              <a:rPr lang="en-SG" dirty="0" err="1">
                <a:latin typeface="Courier New" panose="02070309020205020404" pitchFamily="49" charset="0"/>
                <a:cs typeface="Courier New" panose="02070309020205020404" pitchFamily="49" charset="0"/>
              </a:rPr>
              <a:t>init</a:t>
            </a:r>
            <a:r>
              <a:rPr lang="en-SG" dirty="0">
                <a:latin typeface="Courier New" panose="02070309020205020404" pitchFamily="49" charset="0"/>
                <a:cs typeface="Courier New" panose="02070309020205020404" pitchFamily="49" charset="0"/>
              </a:rPr>
              <a:t>__(self, data):        </a:t>
            </a:r>
          </a:p>
          <a:p>
            <a:pPr marL="0" indent="0">
              <a:buNone/>
            </a:pPr>
            <a:r>
              <a:rPr lang="en-SG" dirty="0">
                <a:latin typeface="Courier New" panose="02070309020205020404" pitchFamily="49" charset="0"/>
                <a:cs typeface="Courier New" panose="02070309020205020404" pitchFamily="49" charset="0"/>
              </a:rPr>
              <a:t>		</a:t>
            </a:r>
            <a:r>
              <a:rPr lang="en-SG" dirty="0" err="1">
                <a:latin typeface="Courier New" panose="02070309020205020404" pitchFamily="49" charset="0"/>
                <a:cs typeface="Courier New" panose="02070309020205020404" pitchFamily="49" charset="0"/>
              </a:rPr>
              <a:t>self.data</a:t>
            </a:r>
            <a:r>
              <a:rPr lang="en-SG" dirty="0">
                <a:latin typeface="Courier New" panose="02070309020205020404" pitchFamily="49" charset="0"/>
                <a:cs typeface="Courier New" panose="02070309020205020404" pitchFamily="49" charset="0"/>
              </a:rPr>
              <a:t> = data        </a:t>
            </a:r>
          </a:p>
          <a:p>
            <a:pPr marL="0" indent="0">
              <a:buNone/>
            </a:pPr>
            <a:r>
              <a:rPr lang="en-SG" dirty="0">
                <a:latin typeface="Courier New" panose="02070309020205020404" pitchFamily="49" charset="0"/>
                <a:cs typeface="Courier New" panose="02070309020205020404" pitchFamily="49" charset="0"/>
              </a:rPr>
              <a:t>		</a:t>
            </a:r>
            <a:r>
              <a:rPr lang="en-SG" dirty="0" err="1">
                <a:latin typeface="Courier New" panose="02070309020205020404" pitchFamily="49" charset="0"/>
                <a:cs typeface="Courier New" panose="02070309020205020404" pitchFamily="49" charset="0"/>
              </a:rPr>
              <a:t>self.left</a:t>
            </a:r>
            <a:r>
              <a:rPr lang="en-SG" dirty="0">
                <a:latin typeface="Courier New" panose="02070309020205020404" pitchFamily="49" charset="0"/>
                <a:cs typeface="Courier New" panose="02070309020205020404" pitchFamily="49" charset="0"/>
              </a:rPr>
              <a:t> = None        </a:t>
            </a:r>
          </a:p>
          <a:p>
            <a:pPr marL="0" indent="0">
              <a:buNone/>
            </a:pPr>
            <a:r>
              <a:rPr lang="en-SG" dirty="0">
                <a:latin typeface="Courier New" panose="02070309020205020404" pitchFamily="49" charset="0"/>
                <a:cs typeface="Courier New" panose="02070309020205020404" pitchFamily="49" charset="0"/>
              </a:rPr>
              <a:t>		</a:t>
            </a:r>
            <a:r>
              <a:rPr lang="en-SG" dirty="0" err="1">
                <a:latin typeface="Courier New" panose="02070309020205020404" pitchFamily="49" charset="0"/>
                <a:cs typeface="Courier New" panose="02070309020205020404" pitchFamily="49" charset="0"/>
              </a:rPr>
              <a:t>self.right</a:t>
            </a:r>
            <a:r>
              <a:rPr lang="en-SG" dirty="0">
                <a:latin typeface="Courier New" panose="02070309020205020404" pitchFamily="49" charset="0"/>
                <a:cs typeface="Courier New" panose="02070309020205020404" pitchFamily="49" charset="0"/>
              </a:rPr>
              <a:t> = None</a:t>
            </a:r>
          </a:p>
          <a:p>
            <a:pPr marL="457200" lvl="1" indent="0">
              <a:buNone/>
              <a:defRPr/>
            </a:pPr>
            <a:endParaRPr lang="en-US" dirty="0">
              <a:ea typeface="+mn-ea"/>
            </a:endParaRPr>
          </a:p>
        </p:txBody>
      </p:sp>
      <p:grpSp>
        <p:nvGrpSpPr>
          <p:cNvPr id="2" name="Group 1">
            <a:extLst>
              <a:ext uri="{FF2B5EF4-FFF2-40B4-BE49-F238E27FC236}">
                <a16:creationId xmlns:a16="http://schemas.microsoft.com/office/drawing/2014/main" id="{35AA03CB-FDBF-A1A9-A57F-462137D9EA6C}"/>
              </a:ext>
            </a:extLst>
          </p:cNvPr>
          <p:cNvGrpSpPr/>
          <p:nvPr/>
        </p:nvGrpSpPr>
        <p:grpSpPr>
          <a:xfrm>
            <a:off x="9313102" y="1676400"/>
            <a:ext cx="1926398" cy="818973"/>
            <a:chOff x="1534817" y="4895086"/>
            <a:chExt cx="1926398" cy="818973"/>
          </a:xfrm>
        </p:grpSpPr>
        <p:sp>
          <p:nvSpPr>
            <p:cNvPr id="3" name="object 6">
              <a:extLst>
                <a:ext uri="{FF2B5EF4-FFF2-40B4-BE49-F238E27FC236}">
                  <a16:creationId xmlns:a16="http://schemas.microsoft.com/office/drawing/2014/main" id="{ADFA026A-8632-5343-A012-952520E62644}"/>
                </a:ext>
              </a:extLst>
            </p:cNvPr>
            <p:cNvSpPr/>
            <p:nvPr/>
          </p:nvSpPr>
          <p:spPr>
            <a:xfrm>
              <a:off x="2305293" y="4895086"/>
              <a:ext cx="385445" cy="287020"/>
            </a:xfrm>
            <a:custGeom>
              <a:avLst/>
              <a:gdLst/>
              <a:ahLst/>
              <a:cxnLst/>
              <a:rect l="l" t="t" r="r" b="b"/>
              <a:pathLst>
                <a:path w="385444" h="287020">
                  <a:moveTo>
                    <a:pt x="0" y="0"/>
                  </a:moveTo>
                  <a:lnTo>
                    <a:pt x="385237" y="0"/>
                  </a:lnTo>
                  <a:lnTo>
                    <a:pt x="385237" y="287005"/>
                  </a:lnTo>
                  <a:lnTo>
                    <a:pt x="0" y="287005"/>
                  </a:lnTo>
                  <a:lnTo>
                    <a:pt x="0" y="0"/>
                  </a:lnTo>
                  <a:close/>
                </a:path>
              </a:pathLst>
            </a:custGeom>
            <a:ln w="25399">
              <a:solidFill>
                <a:srgbClr val="839950"/>
              </a:solidFill>
            </a:ln>
          </p:spPr>
          <p:txBody>
            <a:bodyPr wrap="square" lIns="0" tIns="0" rIns="0" bIns="0" rtlCol="0"/>
            <a:lstStyle/>
            <a:p>
              <a:endParaRPr sz="1200"/>
            </a:p>
          </p:txBody>
        </p:sp>
        <p:sp>
          <p:nvSpPr>
            <p:cNvPr id="4" name="object 9">
              <a:extLst>
                <a:ext uri="{FF2B5EF4-FFF2-40B4-BE49-F238E27FC236}">
                  <a16:creationId xmlns:a16="http://schemas.microsoft.com/office/drawing/2014/main" id="{04B0AA33-3E8E-BF8D-2C91-2D17FA7A86F2}"/>
                </a:ext>
              </a:extLst>
            </p:cNvPr>
            <p:cNvSpPr/>
            <p:nvPr/>
          </p:nvSpPr>
          <p:spPr>
            <a:xfrm>
              <a:off x="1534817" y="5427039"/>
              <a:ext cx="385445" cy="287020"/>
            </a:xfrm>
            <a:custGeom>
              <a:avLst/>
              <a:gdLst/>
              <a:ahLst/>
              <a:cxnLst/>
              <a:rect l="l" t="t" r="r" b="b"/>
              <a:pathLst>
                <a:path w="385444" h="287020">
                  <a:moveTo>
                    <a:pt x="0" y="0"/>
                  </a:moveTo>
                  <a:lnTo>
                    <a:pt x="385237" y="0"/>
                  </a:lnTo>
                  <a:lnTo>
                    <a:pt x="385237" y="287005"/>
                  </a:lnTo>
                  <a:lnTo>
                    <a:pt x="0" y="287005"/>
                  </a:lnTo>
                  <a:lnTo>
                    <a:pt x="0" y="0"/>
                  </a:lnTo>
                  <a:close/>
                </a:path>
              </a:pathLst>
            </a:custGeom>
            <a:ln w="25399">
              <a:solidFill>
                <a:srgbClr val="839950"/>
              </a:solidFill>
            </a:ln>
          </p:spPr>
          <p:txBody>
            <a:bodyPr wrap="square" lIns="0" tIns="0" rIns="0" bIns="0" rtlCol="0"/>
            <a:lstStyle/>
            <a:p>
              <a:endParaRPr sz="1200"/>
            </a:p>
          </p:txBody>
        </p:sp>
        <p:sp>
          <p:nvSpPr>
            <p:cNvPr id="5" name="object 11">
              <a:extLst>
                <a:ext uri="{FF2B5EF4-FFF2-40B4-BE49-F238E27FC236}">
                  <a16:creationId xmlns:a16="http://schemas.microsoft.com/office/drawing/2014/main" id="{92C3473D-B396-3FEC-682D-F0AAF32E3F1E}"/>
                </a:ext>
              </a:extLst>
            </p:cNvPr>
            <p:cNvSpPr/>
            <p:nvPr/>
          </p:nvSpPr>
          <p:spPr>
            <a:xfrm>
              <a:off x="3075770" y="5427039"/>
              <a:ext cx="385445" cy="287020"/>
            </a:xfrm>
            <a:custGeom>
              <a:avLst/>
              <a:gdLst/>
              <a:ahLst/>
              <a:cxnLst/>
              <a:rect l="l" t="t" r="r" b="b"/>
              <a:pathLst>
                <a:path w="385445" h="287020">
                  <a:moveTo>
                    <a:pt x="0" y="0"/>
                  </a:moveTo>
                  <a:lnTo>
                    <a:pt x="385238" y="0"/>
                  </a:lnTo>
                  <a:lnTo>
                    <a:pt x="385238" y="287004"/>
                  </a:lnTo>
                  <a:lnTo>
                    <a:pt x="0" y="287004"/>
                  </a:lnTo>
                  <a:lnTo>
                    <a:pt x="0" y="0"/>
                  </a:lnTo>
                  <a:close/>
                </a:path>
              </a:pathLst>
            </a:custGeom>
            <a:ln w="25399">
              <a:solidFill>
                <a:srgbClr val="839950"/>
              </a:solidFill>
            </a:ln>
          </p:spPr>
          <p:txBody>
            <a:bodyPr wrap="square" lIns="0" tIns="0" rIns="0" bIns="0" rtlCol="0"/>
            <a:lstStyle/>
            <a:p>
              <a:endParaRPr sz="1200"/>
            </a:p>
          </p:txBody>
        </p:sp>
        <p:sp>
          <p:nvSpPr>
            <p:cNvPr id="6" name="object 13">
              <a:extLst>
                <a:ext uri="{FF2B5EF4-FFF2-40B4-BE49-F238E27FC236}">
                  <a16:creationId xmlns:a16="http://schemas.microsoft.com/office/drawing/2014/main" id="{913A9CCB-2178-5CAC-DED3-E0F815EDDF8E}"/>
                </a:ext>
              </a:extLst>
            </p:cNvPr>
            <p:cNvSpPr/>
            <p:nvPr/>
          </p:nvSpPr>
          <p:spPr>
            <a:xfrm>
              <a:off x="1763466" y="5182092"/>
              <a:ext cx="734695" cy="233679"/>
            </a:xfrm>
            <a:custGeom>
              <a:avLst/>
              <a:gdLst/>
              <a:ahLst/>
              <a:cxnLst/>
              <a:rect l="l" t="t" r="r" b="b"/>
              <a:pathLst>
                <a:path w="734694" h="233679">
                  <a:moveTo>
                    <a:pt x="734445" y="0"/>
                  </a:moveTo>
                  <a:lnTo>
                    <a:pt x="0" y="233491"/>
                  </a:lnTo>
                </a:path>
              </a:pathLst>
            </a:custGeom>
            <a:ln w="38099">
              <a:solidFill>
                <a:srgbClr val="000000"/>
              </a:solidFill>
              <a:headEnd type="none" w="med" len="med"/>
              <a:tailEnd type="triangle" w="med" len="med"/>
            </a:ln>
          </p:spPr>
          <p:txBody>
            <a:bodyPr wrap="square" lIns="0" tIns="0" rIns="0" bIns="0" rtlCol="0"/>
            <a:lstStyle/>
            <a:p>
              <a:endParaRPr sz="1200"/>
            </a:p>
          </p:txBody>
        </p:sp>
        <p:sp>
          <p:nvSpPr>
            <p:cNvPr id="7" name="object 16">
              <a:extLst>
                <a:ext uri="{FF2B5EF4-FFF2-40B4-BE49-F238E27FC236}">
                  <a16:creationId xmlns:a16="http://schemas.microsoft.com/office/drawing/2014/main" id="{5BFE2000-7AE9-1F03-911F-768829E312B6}"/>
                </a:ext>
              </a:extLst>
            </p:cNvPr>
            <p:cNvSpPr/>
            <p:nvPr/>
          </p:nvSpPr>
          <p:spPr>
            <a:xfrm>
              <a:off x="2497913" y="5182092"/>
              <a:ext cx="734695" cy="234315"/>
            </a:xfrm>
            <a:custGeom>
              <a:avLst/>
              <a:gdLst/>
              <a:ahLst/>
              <a:cxnLst/>
              <a:rect l="l" t="t" r="r" b="b"/>
              <a:pathLst>
                <a:path w="734695" h="234314">
                  <a:moveTo>
                    <a:pt x="0" y="0"/>
                  </a:moveTo>
                  <a:lnTo>
                    <a:pt x="734704" y="233803"/>
                  </a:lnTo>
                </a:path>
              </a:pathLst>
            </a:custGeom>
            <a:ln w="38099">
              <a:solidFill>
                <a:srgbClr val="000000"/>
              </a:solidFill>
              <a:headEnd type="none" w="med" len="med"/>
              <a:tailEnd type="triangle" w="med" len="med"/>
            </a:ln>
          </p:spPr>
          <p:txBody>
            <a:bodyPr wrap="square" lIns="0" tIns="0" rIns="0" bIns="0" rtlCol="0"/>
            <a:lstStyle/>
            <a:p>
              <a:endParaRPr sz="1200"/>
            </a:p>
          </p:txBody>
        </p:sp>
      </p:grpSp>
    </p:spTree>
    <p:extLst>
      <p:ext uri="{BB962C8B-B14F-4D97-AF65-F5344CB8AC3E}">
        <p14:creationId xmlns:p14="http://schemas.microsoft.com/office/powerpoint/2010/main" val="308667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79D33-1DB8-44D6-9769-E6BC2FC14511}"/>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E9E070C7-4B5B-8469-7052-F46A12759A4B}"/>
              </a:ext>
            </a:extLst>
          </p:cNvPr>
          <p:cNvSpPr>
            <a:spLocks noGrp="1"/>
          </p:cNvSpPr>
          <p:nvPr>
            <p:ph type="title"/>
          </p:nvPr>
        </p:nvSpPr>
        <p:spPr/>
        <p:txBody>
          <a:bodyPr/>
          <a:lstStyle/>
          <a:p>
            <a:pPr eaLnBrk="1" hangingPunct="1"/>
            <a:r>
              <a:rPr lang="en-US" dirty="0"/>
              <a:t>Binary Tree Traversal</a:t>
            </a:r>
            <a:endParaRPr lang="en-US" altLang="en-US" dirty="0"/>
          </a:p>
        </p:txBody>
      </p:sp>
      <p:sp>
        <p:nvSpPr>
          <p:cNvPr id="5123" name="Rectangle 3">
            <a:extLst>
              <a:ext uri="{FF2B5EF4-FFF2-40B4-BE49-F238E27FC236}">
                <a16:creationId xmlns:a16="http://schemas.microsoft.com/office/drawing/2014/main" id="{BD275BBC-D99B-E975-FBC4-553AEE928562}"/>
              </a:ext>
            </a:extLst>
          </p:cNvPr>
          <p:cNvSpPr>
            <a:spLocks noGrp="1" noChangeArrowheads="1"/>
          </p:cNvSpPr>
          <p:nvPr>
            <p:ph idx="1"/>
          </p:nvPr>
        </p:nvSpPr>
        <p:spPr/>
        <p:txBody>
          <a:bodyPr rtlCol="0">
            <a:normAutofit/>
          </a:bodyPr>
          <a:lstStyle/>
          <a:p>
            <a:r>
              <a:rPr lang="en-US" dirty="0"/>
              <a:t>Assume that we have a binary tree (constructing the tree will be discussed later)</a:t>
            </a:r>
          </a:p>
          <a:p>
            <a:r>
              <a:rPr lang="en-US" dirty="0"/>
              <a:t>How do you systematically visit every nodes once only?</a:t>
            </a:r>
          </a:p>
          <a:p>
            <a:pPr lvl="1"/>
            <a:r>
              <a:rPr lang="en-US" sz="2800" dirty="0"/>
              <a:t>Print all contents of a tree</a:t>
            </a:r>
          </a:p>
          <a:p>
            <a:pPr lvl="1"/>
            <a:r>
              <a:rPr lang="en-US" sz="2800" dirty="0"/>
              <a:t>Search a node in a tree</a:t>
            </a:r>
          </a:p>
          <a:p>
            <a:pPr lvl="1"/>
            <a:r>
              <a:rPr lang="en-US" sz="2800" dirty="0"/>
              <a:t>Find the size of a tree</a:t>
            </a:r>
          </a:p>
          <a:p>
            <a:pPr lvl="1"/>
            <a:r>
              <a:rPr lang="en-US" sz="2800" dirty="0"/>
              <a:t>Etc.</a:t>
            </a:r>
          </a:p>
          <a:p>
            <a:r>
              <a:rPr lang="en-US" dirty="0"/>
              <a:t>Types of Traversal</a:t>
            </a:r>
          </a:p>
          <a:p>
            <a:pPr lvl="1"/>
            <a:r>
              <a:rPr lang="en-US" sz="2800" b="1" dirty="0">
                <a:solidFill>
                  <a:srgbClr val="002060"/>
                </a:solidFill>
              </a:rPr>
              <a:t>Depth-first Traversal</a:t>
            </a:r>
          </a:p>
          <a:p>
            <a:pPr lvl="1"/>
            <a:r>
              <a:rPr lang="en-US" sz="2800" b="1" dirty="0">
                <a:solidFill>
                  <a:srgbClr val="002060"/>
                </a:solidFill>
              </a:rPr>
              <a:t>Breath-first Traversal</a:t>
            </a:r>
            <a:endParaRPr lang="en-SG" sz="2800" b="1" dirty="0">
              <a:solidFill>
                <a:srgbClr val="002060"/>
              </a:solidFill>
            </a:endParaRPr>
          </a:p>
        </p:txBody>
      </p:sp>
      <p:sp>
        <p:nvSpPr>
          <p:cNvPr id="8" name="object 6">
            <a:extLst>
              <a:ext uri="{FF2B5EF4-FFF2-40B4-BE49-F238E27FC236}">
                <a16:creationId xmlns:a16="http://schemas.microsoft.com/office/drawing/2014/main" id="{CC8EE37E-6870-EC7F-3133-1873280A2C9C}"/>
              </a:ext>
            </a:extLst>
          </p:cNvPr>
          <p:cNvSpPr/>
          <p:nvPr/>
        </p:nvSpPr>
        <p:spPr>
          <a:xfrm>
            <a:off x="9339990" y="3124200"/>
            <a:ext cx="337920" cy="266202"/>
          </a:xfrm>
          <a:prstGeom prst="ellipse">
            <a:avLst/>
          </a:prstGeom>
          <a:solidFill>
            <a:schemeClr val="bg1"/>
          </a:solidFill>
        </p:spPr>
        <p:txBody>
          <a:bodyPr wrap="square" lIns="0" tIns="0" rIns="0" bIns="0" rtlCol="0"/>
          <a:lstStyle/>
          <a:p>
            <a:r>
              <a:rPr lang="en-US" sz="1400" dirty="0"/>
              <a:t>70</a:t>
            </a:r>
            <a:endParaRPr sz="1400" dirty="0"/>
          </a:p>
        </p:txBody>
      </p:sp>
      <p:sp>
        <p:nvSpPr>
          <p:cNvPr id="9" name="object 7">
            <a:extLst>
              <a:ext uri="{FF2B5EF4-FFF2-40B4-BE49-F238E27FC236}">
                <a16:creationId xmlns:a16="http://schemas.microsoft.com/office/drawing/2014/main" id="{78E3EDB4-0034-48D6-4455-88B21731698B}"/>
              </a:ext>
            </a:extLst>
          </p:cNvPr>
          <p:cNvSpPr/>
          <p:nvPr/>
        </p:nvSpPr>
        <p:spPr>
          <a:xfrm>
            <a:off x="9339990" y="3124200"/>
            <a:ext cx="337920" cy="266202"/>
          </a:xfrm>
          <a:prstGeom prst="ellipse">
            <a:avLst/>
          </a:prstGeom>
          <a:ln w="25399">
            <a:solidFill>
              <a:srgbClr val="839950"/>
            </a:solidFill>
          </a:ln>
        </p:spPr>
        <p:txBody>
          <a:bodyPr wrap="square" lIns="0" tIns="0" rIns="0" bIns="0" rtlCol="0"/>
          <a:lstStyle/>
          <a:p>
            <a:endParaRPr sz="1400"/>
          </a:p>
        </p:txBody>
      </p:sp>
      <p:sp>
        <p:nvSpPr>
          <p:cNvPr id="10" name="object 8">
            <a:extLst>
              <a:ext uri="{FF2B5EF4-FFF2-40B4-BE49-F238E27FC236}">
                <a16:creationId xmlns:a16="http://schemas.microsoft.com/office/drawing/2014/main" id="{068F851F-89A2-93B9-B0A8-04FBD9441C59}"/>
              </a:ext>
            </a:extLst>
          </p:cNvPr>
          <p:cNvSpPr/>
          <p:nvPr/>
        </p:nvSpPr>
        <p:spPr>
          <a:xfrm>
            <a:off x="8664276" y="3617359"/>
            <a:ext cx="337920" cy="266202"/>
          </a:xfrm>
          <a:prstGeom prst="ellipse">
            <a:avLst/>
          </a:prstGeom>
          <a:solidFill>
            <a:schemeClr val="bg1"/>
          </a:solidFill>
        </p:spPr>
        <p:txBody>
          <a:bodyPr wrap="square" lIns="0" tIns="0" rIns="0" bIns="0" rtlCol="0"/>
          <a:lstStyle/>
          <a:p>
            <a:endParaRPr sz="1400"/>
          </a:p>
        </p:txBody>
      </p:sp>
      <p:sp>
        <p:nvSpPr>
          <p:cNvPr id="11" name="object 9">
            <a:extLst>
              <a:ext uri="{FF2B5EF4-FFF2-40B4-BE49-F238E27FC236}">
                <a16:creationId xmlns:a16="http://schemas.microsoft.com/office/drawing/2014/main" id="{92899DAB-C5CC-28A6-C692-4A0708D998ED}"/>
              </a:ext>
            </a:extLst>
          </p:cNvPr>
          <p:cNvSpPr/>
          <p:nvPr/>
        </p:nvSpPr>
        <p:spPr>
          <a:xfrm>
            <a:off x="8664276" y="3617358"/>
            <a:ext cx="337920" cy="266202"/>
          </a:xfrm>
          <a:prstGeom prst="ellipse">
            <a:avLst/>
          </a:prstGeom>
          <a:solidFill>
            <a:schemeClr val="bg1"/>
          </a:solidFill>
          <a:ln w="25399">
            <a:solidFill>
              <a:srgbClr val="839950"/>
            </a:solidFill>
          </a:ln>
        </p:spPr>
        <p:txBody>
          <a:bodyPr wrap="square" lIns="0" tIns="0" rIns="0" bIns="0" rtlCol="0"/>
          <a:lstStyle/>
          <a:p>
            <a:r>
              <a:rPr lang="en-US" sz="1400" dirty="0"/>
              <a:t>31</a:t>
            </a:r>
            <a:endParaRPr sz="1400" dirty="0"/>
          </a:p>
        </p:txBody>
      </p:sp>
      <p:sp>
        <p:nvSpPr>
          <p:cNvPr id="12" name="object 10">
            <a:extLst>
              <a:ext uri="{FF2B5EF4-FFF2-40B4-BE49-F238E27FC236}">
                <a16:creationId xmlns:a16="http://schemas.microsoft.com/office/drawing/2014/main" id="{5107BE2A-3646-8402-3957-8BE7D2CBDF66}"/>
              </a:ext>
            </a:extLst>
          </p:cNvPr>
          <p:cNvSpPr/>
          <p:nvPr/>
        </p:nvSpPr>
        <p:spPr>
          <a:xfrm>
            <a:off x="8326421" y="4188219"/>
            <a:ext cx="337920" cy="266202"/>
          </a:xfrm>
          <a:prstGeom prst="ellipse">
            <a:avLst/>
          </a:prstGeom>
          <a:solidFill>
            <a:schemeClr val="bg1"/>
          </a:solidFill>
        </p:spPr>
        <p:txBody>
          <a:bodyPr wrap="square" lIns="0" tIns="0" rIns="0" bIns="0" rtlCol="0"/>
          <a:lstStyle/>
          <a:p>
            <a:endParaRPr sz="1400"/>
          </a:p>
        </p:txBody>
      </p:sp>
      <p:sp>
        <p:nvSpPr>
          <p:cNvPr id="13" name="object 11">
            <a:extLst>
              <a:ext uri="{FF2B5EF4-FFF2-40B4-BE49-F238E27FC236}">
                <a16:creationId xmlns:a16="http://schemas.microsoft.com/office/drawing/2014/main" id="{5E322F37-3BE1-63C1-3C04-FF916CF4630A}"/>
              </a:ext>
            </a:extLst>
          </p:cNvPr>
          <p:cNvSpPr/>
          <p:nvPr/>
        </p:nvSpPr>
        <p:spPr>
          <a:xfrm>
            <a:off x="8326421" y="4188219"/>
            <a:ext cx="337920" cy="266202"/>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14" name="object 14">
            <a:extLst>
              <a:ext uri="{FF2B5EF4-FFF2-40B4-BE49-F238E27FC236}">
                <a16:creationId xmlns:a16="http://schemas.microsoft.com/office/drawing/2014/main" id="{8DAB97C6-9D81-61F4-2764-730F6AE33150}"/>
              </a:ext>
            </a:extLst>
          </p:cNvPr>
          <p:cNvSpPr/>
          <p:nvPr/>
        </p:nvSpPr>
        <p:spPr>
          <a:xfrm>
            <a:off x="10015702" y="3617359"/>
            <a:ext cx="337920" cy="266202"/>
          </a:xfrm>
          <a:prstGeom prst="ellipse">
            <a:avLst/>
          </a:prstGeom>
          <a:solidFill>
            <a:schemeClr val="bg1"/>
          </a:solidFill>
        </p:spPr>
        <p:txBody>
          <a:bodyPr wrap="square" lIns="0" tIns="0" rIns="0" bIns="0" rtlCol="0"/>
          <a:lstStyle/>
          <a:p>
            <a:endParaRPr sz="1400"/>
          </a:p>
        </p:txBody>
      </p:sp>
      <p:sp>
        <p:nvSpPr>
          <p:cNvPr id="15" name="object 15">
            <a:extLst>
              <a:ext uri="{FF2B5EF4-FFF2-40B4-BE49-F238E27FC236}">
                <a16:creationId xmlns:a16="http://schemas.microsoft.com/office/drawing/2014/main" id="{7A6CC1DD-579B-A3F7-3ECA-710FCBD10C1A}"/>
              </a:ext>
            </a:extLst>
          </p:cNvPr>
          <p:cNvSpPr/>
          <p:nvPr/>
        </p:nvSpPr>
        <p:spPr>
          <a:xfrm>
            <a:off x="10015702" y="3617358"/>
            <a:ext cx="337920" cy="266202"/>
          </a:xfrm>
          <a:prstGeom prst="ellipse">
            <a:avLst/>
          </a:prstGeom>
          <a:solidFill>
            <a:schemeClr val="bg1"/>
          </a:solidFill>
          <a:ln w="25399">
            <a:solidFill>
              <a:srgbClr val="839950"/>
            </a:solidFill>
          </a:ln>
        </p:spPr>
        <p:txBody>
          <a:bodyPr wrap="square" lIns="0" tIns="0" rIns="0" bIns="0" rtlCol="0"/>
          <a:lstStyle/>
          <a:p>
            <a:r>
              <a:rPr lang="en-US" sz="1400" dirty="0"/>
              <a:t>93</a:t>
            </a:r>
            <a:endParaRPr sz="1400" dirty="0"/>
          </a:p>
        </p:txBody>
      </p:sp>
      <p:sp>
        <p:nvSpPr>
          <p:cNvPr id="16" name="object 16">
            <a:extLst>
              <a:ext uri="{FF2B5EF4-FFF2-40B4-BE49-F238E27FC236}">
                <a16:creationId xmlns:a16="http://schemas.microsoft.com/office/drawing/2014/main" id="{E74A7F8C-6F57-1B56-1933-91F279079C34}"/>
              </a:ext>
            </a:extLst>
          </p:cNvPr>
          <p:cNvSpPr/>
          <p:nvPr/>
        </p:nvSpPr>
        <p:spPr>
          <a:xfrm>
            <a:off x="9677847" y="4192536"/>
            <a:ext cx="337920" cy="266202"/>
          </a:xfrm>
          <a:prstGeom prst="ellipse">
            <a:avLst/>
          </a:prstGeom>
          <a:solidFill>
            <a:schemeClr val="bg1"/>
          </a:solidFill>
        </p:spPr>
        <p:txBody>
          <a:bodyPr wrap="square" lIns="0" tIns="0" rIns="0" bIns="0" rtlCol="0"/>
          <a:lstStyle/>
          <a:p>
            <a:endParaRPr sz="1400"/>
          </a:p>
        </p:txBody>
      </p:sp>
      <p:sp>
        <p:nvSpPr>
          <p:cNvPr id="17" name="object 17">
            <a:extLst>
              <a:ext uri="{FF2B5EF4-FFF2-40B4-BE49-F238E27FC236}">
                <a16:creationId xmlns:a16="http://schemas.microsoft.com/office/drawing/2014/main" id="{3480EE82-B30E-50F8-11B1-209B99285E9F}"/>
              </a:ext>
            </a:extLst>
          </p:cNvPr>
          <p:cNvSpPr/>
          <p:nvPr/>
        </p:nvSpPr>
        <p:spPr>
          <a:xfrm>
            <a:off x="9677847" y="4192536"/>
            <a:ext cx="337920" cy="266202"/>
          </a:xfrm>
          <a:prstGeom prst="ellipse">
            <a:avLst/>
          </a:prstGeom>
          <a:solidFill>
            <a:schemeClr val="bg1"/>
          </a:solidFill>
          <a:ln w="25399">
            <a:solidFill>
              <a:srgbClr val="839950"/>
            </a:solidFill>
          </a:ln>
        </p:spPr>
        <p:txBody>
          <a:bodyPr wrap="square" lIns="0" tIns="0" rIns="0" bIns="0" rtlCol="0"/>
          <a:lstStyle/>
          <a:p>
            <a:r>
              <a:rPr lang="en-US" sz="1400" dirty="0"/>
              <a:t>73</a:t>
            </a:r>
            <a:endParaRPr sz="1400" dirty="0"/>
          </a:p>
        </p:txBody>
      </p:sp>
      <p:sp>
        <p:nvSpPr>
          <p:cNvPr id="18" name="object 18">
            <a:extLst>
              <a:ext uri="{FF2B5EF4-FFF2-40B4-BE49-F238E27FC236}">
                <a16:creationId xmlns:a16="http://schemas.microsoft.com/office/drawing/2014/main" id="{2E6F899F-61CE-92B7-A6E1-361E01825B31}"/>
              </a:ext>
            </a:extLst>
          </p:cNvPr>
          <p:cNvSpPr/>
          <p:nvPr/>
        </p:nvSpPr>
        <p:spPr>
          <a:xfrm>
            <a:off x="10353560" y="4192536"/>
            <a:ext cx="337920" cy="266202"/>
          </a:xfrm>
          <a:prstGeom prst="ellipse">
            <a:avLst/>
          </a:prstGeom>
          <a:solidFill>
            <a:schemeClr val="bg1"/>
          </a:solidFill>
        </p:spPr>
        <p:txBody>
          <a:bodyPr wrap="square" lIns="0" tIns="0" rIns="0" bIns="0" rtlCol="0"/>
          <a:lstStyle/>
          <a:p>
            <a:endParaRPr sz="1400"/>
          </a:p>
        </p:txBody>
      </p:sp>
      <p:sp>
        <p:nvSpPr>
          <p:cNvPr id="19" name="object 19">
            <a:extLst>
              <a:ext uri="{FF2B5EF4-FFF2-40B4-BE49-F238E27FC236}">
                <a16:creationId xmlns:a16="http://schemas.microsoft.com/office/drawing/2014/main" id="{5FD83253-5530-43D9-CD57-CE28B7BB8D23}"/>
              </a:ext>
            </a:extLst>
          </p:cNvPr>
          <p:cNvSpPr/>
          <p:nvPr/>
        </p:nvSpPr>
        <p:spPr>
          <a:xfrm>
            <a:off x="10353559" y="4192536"/>
            <a:ext cx="337920" cy="266202"/>
          </a:xfrm>
          <a:prstGeom prst="ellipse">
            <a:avLst/>
          </a:prstGeom>
          <a:solidFill>
            <a:schemeClr val="bg1"/>
          </a:solidFill>
          <a:ln w="25399">
            <a:solidFill>
              <a:srgbClr val="839950"/>
            </a:solidFill>
          </a:ln>
        </p:spPr>
        <p:txBody>
          <a:bodyPr wrap="square" lIns="0" tIns="0" rIns="0" bIns="0" rtlCol="0"/>
          <a:lstStyle/>
          <a:p>
            <a:r>
              <a:rPr lang="en-US" sz="1400" dirty="0"/>
              <a:t>94</a:t>
            </a:r>
            <a:endParaRPr sz="1400" dirty="0"/>
          </a:p>
        </p:txBody>
      </p:sp>
      <p:sp>
        <p:nvSpPr>
          <p:cNvPr id="20" name="object 38">
            <a:extLst>
              <a:ext uri="{FF2B5EF4-FFF2-40B4-BE49-F238E27FC236}">
                <a16:creationId xmlns:a16="http://schemas.microsoft.com/office/drawing/2014/main" id="{2D2CFD7F-AF22-45DC-90CF-FBD80130F8AE}"/>
              </a:ext>
            </a:extLst>
          </p:cNvPr>
          <p:cNvSpPr/>
          <p:nvPr/>
        </p:nvSpPr>
        <p:spPr>
          <a:xfrm>
            <a:off x="8586437" y="4799423"/>
            <a:ext cx="337920" cy="266202"/>
          </a:xfrm>
          <a:prstGeom prst="ellipse">
            <a:avLst/>
          </a:prstGeom>
          <a:solidFill>
            <a:schemeClr val="bg1"/>
          </a:solidFill>
        </p:spPr>
        <p:txBody>
          <a:bodyPr wrap="square" lIns="0" tIns="0" rIns="0" bIns="0" rtlCol="0"/>
          <a:lstStyle/>
          <a:p>
            <a:endParaRPr sz="1400"/>
          </a:p>
        </p:txBody>
      </p:sp>
      <p:sp>
        <p:nvSpPr>
          <p:cNvPr id="21" name="object 39">
            <a:extLst>
              <a:ext uri="{FF2B5EF4-FFF2-40B4-BE49-F238E27FC236}">
                <a16:creationId xmlns:a16="http://schemas.microsoft.com/office/drawing/2014/main" id="{11CF9705-C3D9-87BC-615B-050A8077E33C}"/>
              </a:ext>
            </a:extLst>
          </p:cNvPr>
          <p:cNvSpPr/>
          <p:nvPr/>
        </p:nvSpPr>
        <p:spPr>
          <a:xfrm>
            <a:off x="8586437" y="4799423"/>
            <a:ext cx="337920" cy="266202"/>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cxnSp>
        <p:nvCxnSpPr>
          <p:cNvPr id="22" name="直接箭头连接符 32">
            <a:extLst>
              <a:ext uri="{FF2B5EF4-FFF2-40B4-BE49-F238E27FC236}">
                <a16:creationId xmlns:a16="http://schemas.microsoft.com/office/drawing/2014/main" id="{F951C541-9279-6E02-423E-0A2E6CDDCFBB}"/>
              </a:ext>
            </a:extLst>
          </p:cNvPr>
          <p:cNvCxnSpPr>
            <a:stCxn id="9" idx="5"/>
            <a:endCxn id="15" idx="1"/>
          </p:cNvCxnSpPr>
          <p:nvPr/>
        </p:nvCxnSpPr>
        <p:spPr>
          <a:xfrm>
            <a:off x="9628423" y="3351418"/>
            <a:ext cx="436767" cy="304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33">
            <a:extLst>
              <a:ext uri="{FF2B5EF4-FFF2-40B4-BE49-F238E27FC236}">
                <a16:creationId xmlns:a16="http://schemas.microsoft.com/office/drawing/2014/main" id="{2D5DFA9E-BB15-64E3-E328-40F8FBC30E1C}"/>
              </a:ext>
            </a:extLst>
          </p:cNvPr>
          <p:cNvCxnSpPr>
            <a:stCxn id="9" idx="3"/>
            <a:endCxn id="10" idx="7"/>
          </p:cNvCxnSpPr>
          <p:nvPr/>
        </p:nvCxnSpPr>
        <p:spPr>
          <a:xfrm flipH="1">
            <a:off x="8952709" y="3351418"/>
            <a:ext cx="436769" cy="3049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34">
            <a:extLst>
              <a:ext uri="{FF2B5EF4-FFF2-40B4-BE49-F238E27FC236}">
                <a16:creationId xmlns:a16="http://schemas.microsoft.com/office/drawing/2014/main" id="{87211849-2E13-41F7-0E1A-2DDA80FE7D1F}"/>
              </a:ext>
            </a:extLst>
          </p:cNvPr>
          <p:cNvCxnSpPr>
            <a:stCxn id="10" idx="3"/>
            <a:endCxn id="13" idx="0"/>
          </p:cNvCxnSpPr>
          <p:nvPr/>
        </p:nvCxnSpPr>
        <p:spPr>
          <a:xfrm flipH="1">
            <a:off x="8495381" y="3844577"/>
            <a:ext cx="218383" cy="3436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35">
            <a:extLst>
              <a:ext uri="{FF2B5EF4-FFF2-40B4-BE49-F238E27FC236}">
                <a16:creationId xmlns:a16="http://schemas.microsoft.com/office/drawing/2014/main" id="{0FEE658B-ADB7-C732-0183-5C1E4B01F895}"/>
              </a:ext>
            </a:extLst>
          </p:cNvPr>
          <p:cNvCxnSpPr>
            <a:stCxn id="15" idx="3"/>
            <a:endCxn id="16" idx="0"/>
          </p:cNvCxnSpPr>
          <p:nvPr/>
        </p:nvCxnSpPr>
        <p:spPr>
          <a:xfrm flipH="1">
            <a:off x="9846807" y="3844576"/>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37">
            <a:extLst>
              <a:ext uri="{FF2B5EF4-FFF2-40B4-BE49-F238E27FC236}">
                <a16:creationId xmlns:a16="http://schemas.microsoft.com/office/drawing/2014/main" id="{2F0FFA52-3534-20D2-8BD9-2B9CF13ED2FB}"/>
              </a:ext>
            </a:extLst>
          </p:cNvPr>
          <p:cNvCxnSpPr>
            <a:stCxn id="15" idx="5"/>
            <a:endCxn id="18" idx="0"/>
          </p:cNvCxnSpPr>
          <p:nvPr/>
        </p:nvCxnSpPr>
        <p:spPr>
          <a:xfrm>
            <a:off x="10304135" y="3844576"/>
            <a:ext cx="218385"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38">
            <a:extLst>
              <a:ext uri="{FF2B5EF4-FFF2-40B4-BE49-F238E27FC236}">
                <a16:creationId xmlns:a16="http://schemas.microsoft.com/office/drawing/2014/main" id="{0C29FA3B-3C35-AA56-5463-59766009DB59}"/>
              </a:ext>
            </a:extLst>
          </p:cNvPr>
          <p:cNvCxnSpPr>
            <a:endCxn id="20" idx="0"/>
          </p:cNvCxnSpPr>
          <p:nvPr/>
        </p:nvCxnSpPr>
        <p:spPr>
          <a:xfrm>
            <a:off x="8586469" y="4454422"/>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8" name="object 17">
            <a:extLst>
              <a:ext uri="{FF2B5EF4-FFF2-40B4-BE49-F238E27FC236}">
                <a16:creationId xmlns:a16="http://schemas.microsoft.com/office/drawing/2014/main" id="{5DFBD224-CF8E-0F7D-5357-29C824184DAA}"/>
              </a:ext>
            </a:extLst>
          </p:cNvPr>
          <p:cNvSpPr/>
          <p:nvPr/>
        </p:nvSpPr>
        <p:spPr>
          <a:xfrm>
            <a:off x="7970279" y="4799423"/>
            <a:ext cx="337920" cy="266202"/>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cxnSp>
        <p:nvCxnSpPr>
          <p:cNvPr id="29" name="直接箭头连接符 35">
            <a:extLst>
              <a:ext uri="{FF2B5EF4-FFF2-40B4-BE49-F238E27FC236}">
                <a16:creationId xmlns:a16="http://schemas.microsoft.com/office/drawing/2014/main" id="{3914EA74-759F-D3AA-B777-CCC3ABE71875}"/>
              </a:ext>
            </a:extLst>
          </p:cNvPr>
          <p:cNvCxnSpPr/>
          <p:nvPr/>
        </p:nvCxnSpPr>
        <p:spPr>
          <a:xfrm flipH="1">
            <a:off x="8139239" y="4451463"/>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object 17">
            <a:extLst>
              <a:ext uri="{FF2B5EF4-FFF2-40B4-BE49-F238E27FC236}">
                <a16:creationId xmlns:a16="http://schemas.microsoft.com/office/drawing/2014/main" id="{5ADB1B03-7C19-3D9B-A08E-586A4C9E8A69}"/>
              </a:ext>
            </a:extLst>
          </p:cNvPr>
          <p:cNvSpPr/>
          <p:nvPr/>
        </p:nvSpPr>
        <p:spPr>
          <a:xfrm>
            <a:off x="9251615" y="4799423"/>
            <a:ext cx="337920" cy="266202"/>
          </a:xfrm>
          <a:prstGeom prst="ellipse">
            <a:avLst/>
          </a:prstGeom>
          <a:solidFill>
            <a:schemeClr val="bg1"/>
          </a:solidFill>
          <a:ln w="25399">
            <a:solidFill>
              <a:srgbClr val="839950"/>
            </a:solidFill>
          </a:ln>
        </p:spPr>
        <p:txBody>
          <a:bodyPr wrap="square" lIns="0" tIns="0" rIns="0" bIns="0" rtlCol="0"/>
          <a:lstStyle/>
          <a:p>
            <a:r>
              <a:rPr lang="en-US" sz="1400" dirty="0"/>
              <a:t>67</a:t>
            </a:r>
            <a:endParaRPr sz="1400" dirty="0"/>
          </a:p>
        </p:txBody>
      </p:sp>
      <p:cxnSp>
        <p:nvCxnSpPr>
          <p:cNvPr id="31" name="直接箭头连接符 35">
            <a:extLst>
              <a:ext uri="{FF2B5EF4-FFF2-40B4-BE49-F238E27FC236}">
                <a16:creationId xmlns:a16="http://schemas.microsoft.com/office/drawing/2014/main" id="{CFF40486-4460-8492-6E38-DA433EE06A12}"/>
              </a:ext>
            </a:extLst>
          </p:cNvPr>
          <p:cNvCxnSpPr/>
          <p:nvPr/>
        </p:nvCxnSpPr>
        <p:spPr>
          <a:xfrm flipH="1">
            <a:off x="9463607" y="4451463"/>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object 39">
            <a:extLst>
              <a:ext uri="{FF2B5EF4-FFF2-40B4-BE49-F238E27FC236}">
                <a16:creationId xmlns:a16="http://schemas.microsoft.com/office/drawing/2014/main" id="{256786F7-BE3D-D5AF-D16E-91A8350E593D}"/>
              </a:ext>
            </a:extLst>
          </p:cNvPr>
          <p:cNvSpPr/>
          <p:nvPr/>
        </p:nvSpPr>
        <p:spPr>
          <a:xfrm>
            <a:off x="10670399" y="4767713"/>
            <a:ext cx="337920" cy="266202"/>
          </a:xfrm>
          <a:prstGeom prst="ellipse">
            <a:avLst/>
          </a:prstGeom>
          <a:solidFill>
            <a:schemeClr val="bg1"/>
          </a:solidFill>
          <a:ln w="25399">
            <a:solidFill>
              <a:srgbClr val="839950"/>
            </a:solidFill>
          </a:ln>
        </p:spPr>
        <p:txBody>
          <a:bodyPr wrap="square" lIns="0" tIns="0" rIns="0" bIns="0" rtlCol="0"/>
          <a:lstStyle/>
          <a:p>
            <a:r>
              <a:rPr lang="en-US" sz="1400" dirty="0"/>
              <a:t>99</a:t>
            </a:r>
            <a:endParaRPr sz="1400" dirty="0"/>
          </a:p>
        </p:txBody>
      </p:sp>
      <p:cxnSp>
        <p:nvCxnSpPr>
          <p:cNvPr id="33" name="直接箭头连接符 38">
            <a:extLst>
              <a:ext uri="{FF2B5EF4-FFF2-40B4-BE49-F238E27FC236}">
                <a16:creationId xmlns:a16="http://schemas.microsoft.com/office/drawing/2014/main" id="{EB562D77-D7E6-DA40-A114-3D9855A09028}"/>
              </a:ext>
            </a:extLst>
          </p:cNvPr>
          <p:cNvCxnSpPr/>
          <p:nvPr/>
        </p:nvCxnSpPr>
        <p:spPr>
          <a:xfrm>
            <a:off x="10670431" y="4422712"/>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1170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47FCB-8A2C-C0F7-1152-ADA7A39B6129}"/>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DEAC8FC1-1984-555A-72B2-326FCE80805F}"/>
              </a:ext>
            </a:extLst>
          </p:cNvPr>
          <p:cNvSpPr>
            <a:spLocks noGrp="1"/>
          </p:cNvSpPr>
          <p:nvPr>
            <p:ph type="title"/>
          </p:nvPr>
        </p:nvSpPr>
        <p:spPr/>
        <p:txBody>
          <a:bodyPr/>
          <a:lstStyle/>
          <a:p>
            <a:pPr eaLnBrk="1" hangingPunct="1"/>
            <a:r>
              <a:rPr lang="en-US" dirty="0"/>
              <a:t>Traversal Approaches on A Binary Tree</a:t>
            </a:r>
            <a:endParaRPr lang="en-US" altLang="en-US" dirty="0"/>
          </a:p>
        </p:txBody>
      </p:sp>
      <p:sp>
        <p:nvSpPr>
          <p:cNvPr id="5123" name="Rectangle 3">
            <a:extLst>
              <a:ext uri="{FF2B5EF4-FFF2-40B4-BE49-F238E27FC236}">
                <a16:creationId xmlns:a16="http://schemas.microsoft.com/office/drawing/2014/main" id="{1594B111-01C8-B31D-D878-4C7A76DDB0FE}"/>
              </a:ext>
            </a:extLst>
          </p:cNvPr>
          <p:cNvSpPr>
            <a:spLocks noGrp="1" noChangeArrowheads="1"/>
          </p:cNvSpPr>
          <p:nvPr>
            <p:ph idx="1"/>
          </p:nvPr>
        </p:nvSpPr>
        <p:spPr>
          <a:xfrm>
            <a:off x="952500" y="1130530"/>
            <a:ext cx="6667500" cy="5041669"/>
          </a:xfrm>
        </p:spPr>
        <p:txBody>
          <a:bodyPr rtlCol="0">
            <a:normAutofit/>
          </a:bodyPr>
          <a:lstStyle/>
          <a:p>
            <a:r>
              <a:rPr lang="en-US" sz="2400" b="1" dirty="0">
                <a:solidFill>
                  <a:srgbClr val="002060"/>
                </a:solidFill>
              </a:rPr>
              <a:t>Depth-First Traversal</a:t>
            </a:r>
            <a:r>
              <a:rPr lang="en-US" sz="2400" dirty="0"/>
              <a:t>: From the root of a tree, it explores as far as possible. Then it will do the backtracking. There are three traversal orders:   </a:t>
            </a:r>
          </a:p>
          <a:p>
            <a:pPr lvl="1"/>
            <a:r>
              <a:rPr lang="en-US" b="1" dirty="0">
                <a:solidFill>
                  <a:srgbClr val="005684"/>
                </a:solidFill>
              </a:rPr>
              <a:t>Pre-order </a:t>
            </a:r>
          </a:p>
          <a:p>
            <a:pPr lvl="1"/>
            <a:r>
              <a:rPr lang="en-US" b="1" dirty="0">
                <a:solidFill>
                  <a:srgbClr val="005684"/>
                </a:solidFill>
              </a:rPr>
              <a:t>In-order</a:t>
            </a:r>
          </a:p>
          <a:p>
            <a:pPr lvl="1"/>
            <a:r>
              <a:rPr lang="en-US" b="1" dirty="0">
                <a:solidFill>
                  <a:srgbClr val="005684"/>
                </a:solidFill>
              </a:rPr>
              <a:t>Post-order</a:t>
            </a:r>
          </a:p>
          <a:p>
            <a:endParaRPr lang="en-US" sz="2400" b="1" dirty="0"/>
          </a:p>
          <a:p>
            <a:r>
              <a:rPr lang="en-US" sz="2400" b="1" dirty="0"/>
              <a:t>Breadth-First Traversal</a:t>
            </a:r>
            <a:r>
              <a:rPr lang="en-US" sz="2400" dirty="0"/>
              <a:t>: From the root of a tree, it explores each node in level by level.</a:t>
            </a:r>
          </a:p>
          <a:p>
            <a:pPr lvl="1"/>
            <a:r>
              <a:rPr lang="en-US" b="1" dirty="0">
                <a:solidFill>
                  <a:srgbClr val="0070C0"/>
                </a:solidFill>
              </a:rPr>
              <a:t>Level-order</a:t>
            </a:r>
          </a:p>
        </p:txBody>
      </p:sp>
      <p:grpSp>
        <p:nvGrpSpPr>
          <p:cNvPr id="3" name="Group 2">
            <a:extLst>
              <a:ext uri="{FF2B5EF4-FFF2-40B4-BE49-F238E27FC236}">
                <a16:creationId xmlns:a16="http://schemas.microsoft.com/office/drawing/2014/main" id="{CFE6E093-50E4-B1EC-E2B4-2460F99733AD}"/>
              </a:ext>
            </a:extLst>
          </p:cNvPr>
          <p:cNvGrpSpPr/>
          <p:nvPr/>
        </p:nvGrpSpPr>
        <p:grpSpPr>
          <a:xfrm>
            <a:off x="8284277" y="1676400"/>
            <a:ext cx="2957721" cy="3156207"/>
            <a:chOff x="685800" y="1923225"/>
            <a:chExt cx="3281412" cy="3501620"/>
          </a:xfrm>
        </p:grpSpPr>
        <p:pic>
          <p:nvPicPr>
            <p:cNvPr id="4" name="图片 5">
              <a:extLst>
                <a:ext uri="{FF2B5EF4-FFF2-40B4-BE49-F238E27FC236}">
                  <a16:creationId xmlns:a16="http://schemas.microsoft.com/office/drawing/2014/main" id="{F0C0566E-A59B-48CB-6ECF-67BEDD317A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3784283"/>
              <a:ext cx="3124200" cy="1381125"/>
            </a:xfrm>
            <a:prstGeom prst="rect">
              <a:avLst/>
            </a:prstGeom>
          </p:spPr>
        </p:pic>
        <p:pic>
          <p:nvPicPr>
            <p:cNvPr id="5" name="图片 6">
              <a:extLst>
                <a:ext uri="{FF2B5EF4-FFF2-40B4-BE49-F238E27FC236}">
                  <a16:creationId xmlns:a16="http://schemas.microsoft.com/office/drawing/2014/main" id="{489FE532-4BC2-39B7-646F-0D39CEE74D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1784" y="1923225"/>
              <a:ext cx="3124200" cy="1381125"/>
            </a:xfrm>
            <a:prstGeom prst="rect">
              <a:avLst/>
            </a:prstGeom>
          </p:spPr>
        </p:pic>
        <p:sp>
          <p:nvSpPr>
            <p:cNvPr id="6" name="文本框 7">
              <a:extLst>
                <a:ext uri="{FF2B5EF4-FFF2-40B4-BE49-F238E27FC236}">
                  <a16:creationId xmlns:a16="http://schemas.microsoft.com/office/drawing/2014/main" id="{277D9C4F-EA5B-0292-3EF2-569452567843}"/>
                </a:ext>
              </a:extLst>
            </p:cNvPr>
            <p:cNvSpPr txBox="1"/>
            <p:nvPr/>
          </p:nvSpPr>
          <p:spPr>
            <a:xfrm>
              <a:off x="1300212" y="3304350"/>
              <a:ext cx="2667000" cy="307777"/>
            </a:xfrm>
            <a:prstGeom prst="rect">
              <a:avLst/>
            </a:prstGeom>
            <a:noFill/>
          </p:spPr>
          <p:txBody>
            <a:bodyPr wrap="square" rtlCol="0">
              <a:spAutoFit/>
            </a:bodyPr>
            <a:lstStyle/>
            <a:p>
              <a:r>
                <a:rPr lang="en-US" altLang="zh-CN" sz="1200" dirty="0">
                  <a:solidFill>
                    <a:prstClr val="black"/>
                  </a:solidFill>
                </a:rPr>
                <a:t>Depth-first search</a:t>
              </a:r>
              <a:endParaRPr lang="zh-CN" altLang="en-US" sz="1200" dirty="0">
                <a:solidFill>
                  <a:prstClr val="black"/>
                </a:solidFill>
              </a:endParaRPr>
            </a:p>
          </p:txBody>
        </p:sp>
        <p:sp>
          <p:nvSpPr>
            <p:cNvPr id="7" name="文本框 8">
              <a:extLst>
                <a:ext uri="{FF2B5EF4-FFF2-40B4-BE49-F238E27FC236}">
                  <a16:creationId xmlns:a16="http://schemas.microsoft.com/office/drawing/2014/main" id="{E497FB18-077C-E710-8C39-68C33D382B6B}"/>
                </a:ext>
              </a:extLst>
            </p:cNvPr>
            <p:cNvSpPr txBox="1"/>
            <p:nvPr/>
          </p:nvSpPr>
          <p:spPr>
            <a:xfrm>
              <a:off x="1224012" y="5117068"/>
              <a:ext cx="2667000" cy="307777"/>
            </a:xfrm>
            <a:prstGeom prst="rect">
              <a:avLst/>
            </a:prstGeom>
            <a:noFill/>
          </p:spPr>
          <p:txBody>
            <a:bodyPr wrap="square" rtlCol="0">
              <a:spAutoFit/>
            </a:bodyPr>
            <a:lstStyle/>
            <a:p>
              <a:r>
                <a:rPr lang="en-US" altLang="zh-CN" sz="1200" dirty="0">
                  <a:solidFill>
                    <a:prstClr val="black"/>
                  </a:solidFill>
                </a:rPr>
                <a:t>Breadth-first search</a:t>
              </a:r>
              <a:endParaRPr lang="zh-CN" altLang="en-US" sz="1200" dirty="0">
                <a:solidFill>
                  <a:prstClr val="black"/>
                </a:solidFill>
              </a:endParaRPr>
            </a:p>
          </p:txBody>
        </p:sp>
      </p:grpSp>
    </p:spTree>
    <p:extLst>
      <p:ext uri="{BB962C8B-B14F-4D97-AF65-F5344CB8AC3E}">
        <p14:creationId xmlns:p14="http://schemas.microsoft.com/office/powerpoint/2010/main" val="1123680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67848-CA7E-87B8-9A3D-36B0C6BFB396}"/>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DD0EB9B6-2494-8219-A9F7-29C38FA6B9E2}"/>
              </a:ext>
            </a:extLst>
          </p:cNvPr>
          <p:cNvSpPr>
            <a:spLocks noGrp="1"/>
          </p:cNvSpPr>
          <p:nvPr>
            <p:ph type="title"/>
          </p:nvPr>
        </p:nvSpPr>
        <p:spPr/>
        <p:txBody>
          <a:bodyPr/>
          <a:lstStyle/>
          <a:p>
            <a:pPr eaLnBrk="1" hangingPunct="1"/>
            <a:r>
              <a:rPr lang="en-US" dirty="0"/>
              <a:t>Binary Tree Traversal – Depth-first Traversals</a:t>
            </a:r>
            <a:endParaRPr lang="en-US" altLang="en-US" dirty="0"/>
          </a:p>
        </p:txBody>
      </p:sp>
      <p:sp>
        <p:nvSpPr>
          <p:cNvPr id="5123" name="Rectangle 3">
            <a:extLst>
              <a:ext uri="{FF2B5EF4-FFF2-40B4-BE49-F238E27FC236}">
                <a16:creationId xmlns:a16="http://schemas.microsoft.com/office/drawing/2014/main" id="{D04C7EF1-0AD8-E924-8B94-2738D6F163E6}"/>
              </a:ext>
            </a:extLst>
          </p:cNvPr>
          <p:cNvSpPr>
            <a:spLocks noGrp="1" noChangeArrowheads="1"/>
          </p:cNvSpPr>
          <p:nvPr>
            <p:ph idx="1"/>
          </p:nvPr>
        </p:nvSpPr>
        <p:spPr/>
        <p:txBody>
          <a:bodyPr rtlCol="0">
            <a:normAutofit/>
          </a:bodyPr>
          <a:lstStyle/>
          <a:p>
            <a:pPr marL="0" indent="0">
              <a:buNone/>
            </a:pPr>
            <a:r>
              <a:rPr lang="en-US" dirty="0"/>
              <a:t>Traversal Problem:</a:t>
            </a:r>
          </a:p>
          <a:p>
            <a:r>
              <a:rPr lang="en-US" dirty="0"/>
              <a:t>Visit root + right subtree +  left subtree</a:t>
            </a:r>
          </a:p>
          <a:p>
            <a:r>
              <a:rPr lang="en-US" dirty="0"/>
              <a:t>Each subtree repeat the same procedure</a:t>
            </a:r>
          </a:p>
          <a:p>
            <a:pPr marL="0" indent="0">
              <a:buNone/>
            </a:pPr>
            <a:r>
              <a:rPr lang="en-US" dirty="0"/>
              <a:t>	visit root + right subtree + left subtree</a:t>
            </a:r>
          </a:p>
          <a:p>
            <a:r>
              <a:rPr lang="en-US" dirty="0"/>
              <a:t>Until reach the leave</a:t>
            </a:r>
          </a:p>
          <a:p>
            <a:pPr marL="0" indent="0">
              <a:buNone/>
            </a:pPr>
            <a:r>
              <a:rPr lang="en-US" dirty="0"/>
              <a:t>	visit the root (leaf only)</a:t>
            </a:r>
          </a:p>
          <a:p>
            <a:r>
              <a:rPr lang="en-US" dirty="0"/>
              <a:t>It is a recursive problem </a:t>
            </a:r>
          </a:p>
          <a:p>
            <a:pPr marL="457200" lvl="1" indent="0">
              <a:buNone/>
              <a:defRPr/>
            </a:pPr>
            <a:endParaRPr lang="en-US" dirty="0">
              <a:ea typeface="+mn-ea"/>
            </a:endParaRPr>
          </a:p>
        </p:txBody>
      </p:sp>
      <p:sp>
        <p:nvSpPr>
          <p:cNvPr id="8" name="object 6">
            <a:extLst>
              <a:ext uri="{FF2B5EF4-FFF2-40B4-BE49-F238E27FC236}">
                <a16:creationId xmlns:a16="http://schemas.microsoft.com/office/drawing/2014/main" id="{33CDDE20-DEEA-7F1B-F9AA-129739D357AA}"/>
              </a:ext>
            </a:extLst>
          </p:cNvPr>
          <p:cNvSpPr/>
          <p:nvPr/>
        </p:nvSpPr>
        <p:spPr>
          <a:xfrm>
            <a:off x="9638649" y="2741874"/>
            <a:ext cx="429296" cy="330835"/>
          </a:xfrm>
          <a:prstGeom prst="ellipse">
            <a:avLst/>
          </a:prstGeom>
          <a:solidFill>
            <a:schemeClr val="bg1"/>
          </a:solidFill>
        </p:spPr>
        <p:txBody>
          <a:bodyPr wrap="square" lIns="0" tIns="0" rIns="0" bIns="0" rtlCol="0"/>
          <a:lstStyle/>
          <a:p>
            <a:r>
              <a:rPr lang="en-US" sz="1400" dirty="0"/>
              <a:t>70</a:t>
            </a:r>
            <a:endParaRPr sz="1400" dirty="0"/>
          </a:p>
        </p:txBody>
      </p:sp>
      <p:sp>
        <p:nvSpPr>
          <p:cNvPr id="9" name="object 7">
            <a:extLst>
              <a:ext uri="{FF2B5EF4-FFF2-40B4-BE49-F238E27FC236}">
                <a16:creationId xmlns:a16="http://schemas.microsoft.com/office/drawing/2014/main" id="{D53C48A9-848F-8578-593B-B9AE6F335EC0}"/>
              </a:ext>
            </a:extLst>
          </p:cNvPr>
          <p:cNvSpPr/>
          <p:nvPr/>
        </p:nvSpPr>
        <p:spPr>
          <a:xfrm>
            <a:off x="9638649" y="2741874"/>
            <a:ext cx="429296" cy="330835"/>
          </a:xfrm>
          <a:prstGeom prst="ellipse">
            <a:avLst/>
          </a:prstGeom>
          <a:ln w="25399">
            <a:solidFill>
              <a:srgbClr val="839950"/>
            </a:solidFill>
          </a:ln>
        </p:spPr>
        <p:txBody>
          <a:bodyPr wrap="square" lIns="0" tIns="0" rIns="0" bIns="0" rtlCol="0"/>
          <a:lstStyle/>
          <a:p>
            <a:endParaRPr sz="1400"/>
          </a:p>
        </p:txBody>
      </p:sp>
      <p:sp>
        <p:nvSpPr>
          <p:cNvPr id="10" name="object 8">
            <a:extLst>
              <a:ext uri="{FF2B5EF4-FFF2-40B4-BE49-F238E27FC236}">
                <a16:creationId xmlns:a16="http://schemas.microsoft.com/office/drawing/2014/main" id="{832D2EFD-2A38-A6BC-E9F5-EDB8D5EF1AD7}"/>
              </a:ext>
            </a:extLst>
          </p:cNvPr>
          <p:cNvSpPr/>
          <p:nvPr/>
        </p:nvSpPr>
        <p:spPr>
          <a:xfrm>
            <a:off x="8780218" y="3354771"/>
            <a:ext cx="429296" cy="330835"/>
          </a:xfrm>
          <a:prstGeom prst="ellipse">
            <a:avLst/>
          </a:prstGeom>
          <a:solidFill>
            <a:schemeClr val="bg1"/>
          </a:solidFill>
        </p:spPr>
        <p:txBody>
          <a:bodyPr wrap="square" lIns="0" tIns="0" rIns="0" bIns="0" rtlCol="0"/>
          <a:lstStyle/>
          <a:p>
            <a:endParaRPr sz="1400"/>
          </a:p>
        </p:txBody>
      </p:sp>
      <p:sp>
        <p:nvSpPr>
          <p:cNvPr id="11" name="object 9">
            <a:extLst>
              <a:ext uri="{FF2B5EF4-FFF2-40B4-BE49-F238E27FC236}">
                <a16:creationId xmlns:a16="http://schemas.microsoft.com/office/drawing/2014/main" id="{FEEF740B-9ECE-E6CA-DE67-0F32ECBF8755}"/>
              </a:ext>
            </a:extLst>
          </p:cNvPr>
          <p:cNvSpPr/>
          <p:nvPr/>
        </p:nvSpPr>
        <p:spPr>
          <a:xfrm>
            <a:off x="8780218" y="3354770"/>
            <a:ext cx="429296" cy="330835"/>
          </a:xfrm>
          <a:prstGeom prst="ellipse">
            <a:avLst/>
          </a:prstGeom>
          <a:solidFill>
            <a:schemeClr val="bg1"/>
          </a:solidFill>
          <a:ln w="25399">
            <a:solidFill>
              <a:srgbClr val="839950"/>
            </a:solidFill>
          </a:ln>
        </p:spPr>
        <p:txBody>
          <a:bodyPr wrap="square" lIns="0" tIns="0" rIns="0" bIns="0" rtlCol="0"/>
          <a:lstStyle/>
          <a:p>
            <a:r>
              <a:rPr lang="en-US" sz="1400" dirty="0"/>
              <a:t>31</a:t>
            </a:r>
            <a:endParaRPr sz="1400" dirty="0"/>
          </a:p>
        </p:txBody>
      </p:sp>
      <p:sp>
        <p:nvSpPr>
          <p:cNvPr id="12" name="object 10">
            <a:extLst>
              <a:ext uri="{FF2B5EF4-FFF2-40B4-BE49-F238E27FC236}">
                <a16:creationId xmlns:a16="http://schemas.microsoft.com/office/drawing/2014/main" id="{FD02A3A3-9942-9349-7F97-93CB05DD78FD}"/>
              </a:ext>
            </a:extLst>
          </p:cNvPr>
          <p:cNvSpPr/>
          <p:nvPr/>
        </p:nvSpPr>
        <p:spPr>
          <a:xfrm>
            <a:off x="8351004" y="4064235"/>
            <a:ext cx="429296" cy="330835"/>
          </a:xfrm>
          <a:prstGeom prst="ellipse">
            <a:avLst/>
          </a:prstGeom>
          <a:solidFill>
            <a:schemeClr val="bg1"/>
          </a:solidFill>
        </p:spPr>
        <p:txBody>
          <a:bodyPr wrap="square" lIns="0" tIns="0" rIns="0" bIns="0" rtlCol="0"/>
          <a:lstStyle/>
          <a:p>
            <a:endParaRPr sz="1400"/>
          </a:p>
        </p:txBody>
      </p:sp>
      <p:sp>
        <p:nvSpPr>
          <p:cNvPr id="13" name="object 11">
            <a:extLst>
              <a:ext uri="{FF2B5EF4-FFF2-40B4-BE49-F238E27FC236}">
                <a16:creationId xmlns:a16="http://schemas.microsoft.com/office/drawing/2014/main" id="{18268CB3-C3BD-62B7-A289-620192B37E02}"/>
              </a:ext>
            </a:extLst>
          </p:cNvPr>
          <p:cNvSpPr/>
          <p:nvPr/>
        </p:nvSpPr>
        <p:spPr>
          <a:xfrm>
            <a:off x="8351004" y="4064235"/>
            <a:ext cx="429296" cy="330835"/>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14" name="object 14">
            <a:extLst>
              <a:ext uri="{FF2B5EF4-FFF2-40B4-BE49-F238E27FC236}">
                <a16:creationId xmlns:a16="http://schemas.microsoft.com/office/drawing/2014/main" id="{A0F2C7D0-54EF-C44B-891B-58749B830683}"/>
              </a:ext>
            </a:extLst>
          </p:cNvPr>
          <p:cNvSpPr/>
          <p:nvPr/>
        </p:nvSpPr>
        <p:spPr>
          <a:xfrm>
            <a:off x="10497079" y="3354771"/>
            <a:ext cx="429296" cy="330835"/>
          </a:xfrm>
          <a:prstGeom prst="ellipse">
            <a:avLst/>
          </a:prstGeom>
          <a:solidFill>
            <a:schemeClr val="bg1"/>
          </a:solidFill>
        </p:spPr>
        <p:txBody>
          <a:bodyPr wrap="square" lIns="0" tIns="0" rIns="0" bIns="0" rtlCol="0"/>
          <a:lstStyle/>
          <a:p>
            <a:endParaRPr sz="1400"/>
          </a:p>
        </p:txBody>
      </p:sp>
      <p:sp>
        <p:nvSpPr>
          <p:cNvPr id="15" name="object 15">
            <a:extLst>
              <a:ext uri="{FF2B5EF4-FFF2-40B4-BE49-F238E27FC236}">
                <a16:creationId xmlns:a16="http://schemas.microsoft.com/office/drawing/2014/main" id="{83C83534-21F9-4D3D-F64C-02AD03598B01}"/>
              </a:ext>
            </a:extLst>
          </p:cNvPr>
          <p:cNvSpPr/>
          <p:nvPr/>
        </p:nvSpPr>
        <p:spPr>
          <a:xfrm>
            <a:off x="10497079" y="3354770"/>
            <a:ext cx="429296" cy="330835"/>
          </a:xfrm>
          <a:prstGeom prst="ellipse">
            <a:avLst/>
          </a:prstGeom>
          <a:solidFill>
            <a:schemeClr val="bg1"/>
          </a:solidFill>
          <a:ln w="25399">
            <a:solidFill>
              <a:srgbClr val="839950"/>
            </a:solidFill>
          </a:ln>
        </p:spPr>
        <p:txBody>
          <a:bodyPr wrap="square" lIns="0" tIns="0" rIns="0" bIns="0" rtlCol="0"/>
          <a:lstStyle/>
          <a:p>
            <a:r>
              <a:rPr lang="en-US" sz="1400" dirty="0"/>
              <a:t>93</a:t>
            </a:r>
            <a:endParaRPr sz="1400" dirty="0"/>
          </a:p>
        </p:txBody>
      </p:sp>
      <p:sp>
        <p:nvSpPr>
          <p:cNvPr id="16" name="object 16">
            <a:extLst>
              <a:ext uri="{FF2B5EF4-FFF2-40B4-BE49-F238E27FC236}">
                <a16:creationId xmlns:a16="http://schemas.microsoft.com/office/drawing/2014/main" id="{A261F17F-508F-C283-FB43-BDD469ACB4F3}"/>
              </a:ext>
            </a:extLst>
          </p:cNvPr>
          <p:cNvSpPr/>
          <p:nvPr/>
        </p:nvSpPr>
        <p:spPr>
          <a:xfrm>
            <a:off x="10067865" y="4069600"/>
            <a:ext cx="429296" cy="330835"/>
          </a:xfrm>
          <a:prstGeom prst="ellipse">
            <a:avLst/>
          </a:prstGeom>
          <a:solidFill>
            <a:schemeClr val="bg1"/>
          </a:solidFill>
        </p:spPr>
        <p:txBody>
          <a:bodyPr wrap="square" lIns="0" tIns="0" rIns="0" bIns="0" rtlCol="0"/>
          <a:lstStyle/>
          <a:p>
            <a:endParaRPr sz="1400"/>
          </a:p>
        </p:txBody>
      </p:sp>
      <p:sp>
        <p:nvSpPr>
          <p:cNvPr id="17" name="object 17">
            <a:extLst>
              <a:ext uri="{FF2B5EF4-FFF2-40B4-BE49-F238E27FC236}">
                <a16:creationId xmlns:a16="http://schemas.microsoft.com/office/drawing/2014/main" id="{493D04F0-8C03-FD8A-B59E-110008749841}"/>
              </a:ext>
            </a:extLst>
          </p:cNvPr>
          <p:cNvSpPr/>
          <p:nvPr/>
        </p:nvSpPr>
        <p:spPr>
          <a:xfrm>
            <a:off x="10067865" y="4069600"/>
            <a:ext cx="429296" cy="330835"/>
          </a:xfrm>
          <a:prstGeom prst="ellipse">
            <a:avLst/>
          </a:prstGeom>
          <a:solidFill>
            <a:schemeClr val="bg1"/>
          </a:solidFill>
          <a:ln w="25399">
            <a:solidFill>
              <a:srgbClr val="839950"/>
            </a:solidFill>
          </a:ln>
        </p:spPr>
        <p:txBody>
          <a:bodyPr wrap="square" lIns="0" tIns="0" rIns="0" bIns="0" rtlCol="0"/>
          <a:lstStyle/>
          <a:p>
            <a:r>
              <a:rPr lang="en-US" sz="1400" dirty="0"/>
              <a:t>73</a:t>
            </a:r>
            <a:endParaRPr sz="1400" dirty="0"/>
          </a:p>
        </p:txBody>
      </p:sp>
      <p:sp>
        <p:nvSpPr>
          <p:cNvPr id="18" name="object 18">
            <a:extLst>
              <a:ext uri="{FF2B5EF4-FFF2-40B4-BE49-F238E27FC236}">
                <a16:creationId xmlns:a16="http://schemas.microsoft.com/office/drawing/2014/main" id="{6648B314-3F92-954A-436D-27029B97854A}"/>
              </a:ext>
            </a:extLst>
          </p:cNvPr>
          <p:cNvSpPr/>
          <p:nvPr/>
        </p:nvSpPr>
        <p:spPr>
          <a:xfrm>
            <a:off x="10926296" y="4069600"/>
            <a:ext cx="429296" cy="330835"/>
          </a:xfrm>
          <a:prstGeom prst="ellipse">
            <a:avLst/>
          </a:prstGeom>
          <a:solidFill>
            <a:schemeClr val="bg1"/>
          </a:solidFill>
        </p:spPr>
        <p:txBody>
          <a:bodyPr wrap="square" lIns="0" tIns="0" rIns="0" bIns="0" rtlCol="0"/>
          <a:lstStyle/>
          <a:p>
            <a:endParaRPr sz="1400"/>
          </a:p>
        </p:txBody>
      </p:sp>
      <p:sp>
        <p:nvSpPr>
          <p:cNvPr id="19" name="object 19">
            <a:extLst>
              <a:ext uri="{FF2B5EF4-FFF2-40B4-BE49-F238E27FC236}">
                <a16:creationId xmlns:a16="http://schemas.microsoft.com/office/drawing/2014/main" id="{622F37F6-27B2-16E6-2E18-C2E6A2445072}"/>
              </a:ext>
            </a:extLst>
          </p:cNvPr>
          <p:cNvSpPr/>
          <p:nvPr/>
        </p:nvSpPr>
        <p:spPr>
          <a:xfrm>
            <a:off x="10926294" y="4069600"/>
            <a:ext cx="429296" cy="330835"/>
          </a:xfrm>
          <a:prstGeom prst="ellipse">
            <a:avLst/>
          </a:prstGeom>
          <a:solidFill>
            <a:schemeClr val="bg1"/>
          </a:solidFill>
          <a:ln w="25399">
            <a:solidFill>
              <a:srgbClr val="839950"/>
            </a:solidFill>
          </a:ln>
        </p:spPr>
        <p:txBody>
          <a:bodyPr wrap="square" lIns="0" tIns="0" rIns="0" bIns="0" rtlCol="0"/>
          <a:lstStyle/>
          <a:p>
            <a:r>
              <a:rPr lang="en-US" sz="1400" dirty="0"/>
              <a:t>94</a:t>
            </a:r>
            <a:endParaRPr sz="1400" dirty="0"/>
          </a:p>
        </p:txBody>
      </p:sp>
      <p:sp>
        <p:nvSpPr>
          <p:cNvPr id="20" name="object 38">
            <a:extLst>
              <a:ext uri="{FF2B5EF4-FFF2-40B4-BE49-F238E27FC236}">
                <a16:creationId xmlns:a16="http://schemas.microsoft.com/office/drawing/2014/main" id="{2432C900-0AB5-0D14-AB50-899FB79DDB15}"/>
              </a:ext>
            </a:extLst>
          </p:cNvPr>
          <p:cNvSpPr/>
          <p:nvPr/>
        </p:nvSpPr>
        <p:spPr>
          <a:xfrm>
            <a:off x="8681330" y="4823838"/>
            <a:ext cx="429296" cy="330835"/>
          </a:xfrm>
          <a:prstGeom prst="ellipse">
            <a:avLst/>
          </a:prstGeom>
          <a:solidFill>
            <a:schemeClr val="bg1"/>
          </a:solidFill>
        </p:spPr>
        <p:txBody>
          <a:bodyPr wrap="square" lIns="0" tIns="0" rIns="0" bIns="0" rtlCol="0"/>
          <a:lstStyle/>
          <a:p>
            <a:endParaRPr sz="1400"/>
          </a:p>
        </p:txBody>
      </p:sp>
      <p:sp>
        <p:nvSpPr>
          <p:cNvPr id="21" name="object 39">
            <a:extLst>
              <a:ext uri="{FF2B5EF4-FFF2-40B4-BE49-F238E27FC236}">
                <a16:creationId xmlns:a16="http://schemas.microsoft.com/office/drawing/2014/main" id="{E1385C48-7BD5-9656-6D71-680ED129FB5D}"/>
              </a:ext>
            </a:extLst>
          </p:cNvPr>
          <p:cNvSpPr/>
          <p:nvPr/>
        </p:nvSpPr>
        <p:spPr>
          <a:xfrm>
            <a:off x="8681330" y="4823838"/>
            <a:ext cx="429296" cy="330835"/>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cxnSp>
        <p:nvCxnSpPr>
          <p:cNvPr id="22" name="直接箭头连接符 32">
            <a:extLst>
              <a:ext uri="{FF2B5EF4-FFF2-40B4-BE49-F238E27FC236}">
                <a16:creationId xmlns:a16="http://schemas.microsoft.com/office/drawing/2014/main" id="{D61001CB-974D-27C3-83E9-3D46B4C37F5D}"/>
              </a:ext>
            </a:extLst>
          </p:cNvPr>
          <p:cNvCxnSpPr>
            <a:stCxn id="9" idx="5"/>
            <a:endCxn id="15" idx="1"/>
          </p:cNvCxnSpPr>
          <p:nvPr/>
        </p:nvCxnSpPr>
        <p:spPr>
          <a:xfrm>
            <a:off x="10005077" y="3024260"/>
            <a:ext cx="554872" cy="378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33">
            <a:extLst>
              <a:ext uri="{FF2B5EF4-FFF2-40B4-BE49-F238E27FC236}">
                <a16:creationId xmlns:a16="http://schemas.microsoft.com/office/drawing/2014/main" id="{CD9D7F9E-D287-7CE1-3ABC-BB7A92375D90}"/>
              </a:ext>
            </a:extLst>
          </p:cNvPr>
          <p:cNvCxnSpPr>
            <a:stCxn id="9" idx="3"/>
            <a:endCxn id="10" idx="7"/>
          </p:cNvCxnSpPr>
          <p:nvPr/>
        </p:nvCxnSpPr>
        <p:spPr>
          <a:xfrm flipH="1">
            <a:off x="9146645" y="3024260"/>
            <a:ext cx="554874" cy="3789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34">
            <a:extLst>
              <a:ext uri="{FF2B5EF4-FFF2-40B4-BE49-F238E27FC236}">
                <a16:creationId xmlns:a16="http://schemas.microsoft.com/office/drawing/2014/main" id="{7BBE7768-39C7-2C95-DA32-D18B54804ACF}"/>
              </a:ext>
            </a:extLst>
          </p:cNvPr>
          <p:cNvCxnSpPr>
            <a:stCxn id="10" idx="3"/>
            <a:endCxn id="13" idx="0"/>
          </p:cNvCxnSpPr>
          <p:nvPr/>
        </p:nvCxnSpPr>
        <p:spPr>
          <a:xfrm flipH="1">
            <a:off x="8565652" y="3637157"/>
            <a:ext cx="277435" cy="427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35">
            <a:extLst>
              <a:ext uri="{FF2B5EF4-FFF2-40B4-BE49-F238E27FC236}">
                <a16:creationId xmlns:a16="http://schemas.microsoft.com/office/drawing/2014/main" id="{57AE8D40-47A4-978F-72DE-97F3E30D2F20}"/>
              </a:ext>
            </a:extLst>
          </p:cNvPr>
          <p:cNvCxnSpPr>
            <a:stCxn id="15" idx="3"/>
            <a:endCxn id="16" idx="0"/>
          </p:cNvCxnSpPr>
          <p:nvPr/>
        </p:nvCxnSpPr>
        <p:spPr>
          <a:xfrm flipH="1">
            <a:off x="10282513" y="3637156"/>
            <a:ext cx="277435" cy="4324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37">
            <a:extLst>
              <a:ext uri="{FF2B5EF4-FFF2-40B4-BE49-F238E27FC236}">
                <a16:creationId xmlns:a16="http://schemas.microsoft.com/office/drawing/2014/main" id="{D7499958-7E1D-1B51-AA8D-28E894AF92A5}"/>
              </a:ext>
            </a:extLst>
          </p:cNvPr>
          <p:cNvCxnSpPr>
            <a:stCxn id="15" idx="5"/>
            <a:endCxn id="18" idx="0"/>
          </p:cNvCxnSpPr>
          <p:nvPr/>
        </p:nvCxnSpPr>
        <p:spPr>
          <a:xfrm>
            <a:off x="10863506" y="3637156"/>
            <a:ext cx="277438" cy="4324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38">
            <a:extLst>
              <a:ext uri="{FF2B5EF4-FFF2-40B4-BE49-F238E27FC236}">
                <a16:creationId xmlns:a16="http://schemas.microsoft.com/office/drawing/2014/main" id="{50343FF8-8354-C6F9-F8C3-474A5C354155}"/>
              </a:ext>
            </a:extLst>
          </p:cNvPr>
          <p:cNvCxnSpPr>
            <a:endCxn id="20" idx="0"/>
          </p:cNvCxnSpPr>
          <p:nvPr/>
        </p:nvCxnSpPr>
        <p:spPr>
          <a:xfrm>
            <a:off x="8681371" y="4395071"/>
            <a:ext cx="214607" cy="4287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8" name="object 17">
            <a:extLst>
              <a:ext uri="{FF2B5EF4-FFF2-40B4-BE49-F238E27FC236}">
                <a16:creationId xmlns:a16="http://schemas.microsoft.com/office/drawing/2014/main" id="{D5A55FFA-F0AB-84FE-8D28-FE68FB94F51C}"/>
              </a:ext>
            </a:extLst>
          </p:cNvPr>
          <p:cNvSpPr/>
          <p:nvPr/>
        </p:nvSpPr>
        <p:spPr>
          <a:xfrm>
            <a:off x="7898559" y="4823838"/>
            <a:ext cx="429296" cy="330835"/>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cxnSp>
        <p:nvCxnSpPr>
          <p:cNvPr id="29" name="直接箭头连接符 35">
            <a:extLst>
              <a:ext uri="{FF2B5EF4-FFF2-40B4-BE49-F238E27FC236}">
                <a16:creationId xmlns:a16="http://schemas.microsoft.com/office/drawing/2014/main" id="{E60FEBAE-7F72-2378-5A4D-B3DA1DEEE117}"/>
              </a:ext>
            </a:extLst>
          </p:cNvPr>
          <p:cNvCxnSpPr/>
          <p:nvPr/>
        </p:nvCxnSpPr>
        <p:spPr>
          <a:xfrm flipH="1">
            <a:off x="8113207" y="4391394"/>
            <a:ext cx="277435" cy="4324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object 39">
            <a:extLst>
              <a:ext uri="{FF2B5EF4-FFF2-40B4-BE49-F238E27FC236}">
                <a16:creationId xmlns:a16="http://schemas.microsoft.com/office/drawing/2014/main" id="{A44CC824-10DD-8699-124E-F979A712643E}"/>
              </a:ext>
            </a:extLst>
          </p:cNvPr>
          <p:cNvSpPr/>
          <p:nvPr/>
        </p:nvSpPr>
        <p:spPr>
          <a:xfrm>
            <a:off x="11328810" y="4784429"/>
            <a:ext cx="429296" cy="330835"/>
          </a:xfrm>
          <a:prstGeom prst="ellipse">
            <a:avLst/>
          </a:prstGeom>
          <a:solidFill>
            <a:schemeClr val="bg1"/>
          </a:solidFill>
          <a:ln w="25399">
            <a:solidFill>
              <a:srgbClr val="839950"/>
            </a:solidFill>
          </a:ln>
        </p:spPr>
        <p:txBody>
          <a:bodyPr wrap="square" lIns="0" tIns="0" rIns="0" bIns="0" rtlCol="0"/>
          <a:lstStyle/>
          <a:p>
            <a:r>
              <a:rPr lang="en-US" sz="1400" dirty="0"/>
              <a:t>99</a:t>
            </a:r>
            <a:endParaRPr sz="1400" dirty="0"/>
          </a:p>
        </p:txBody>
      </p:sp>
      <p:cxnSp>
        <p:nvCxnSpPr>
          <p:cNvPr id="31" name="直接箭头连接符 38">
            <a:extLst>
              <a:ext uri="{FF2B5EF4-FFF2-40B4-BE49-F238E27FC236}">
                <a16:creationId xmlns:a16="http://schemas.microsoft.com/office/drawing/2014/main" id="{D18BE903-1B36-2DED-B429-D6A7F3D1380D}"/>
              </a:ext>
            </a:extLst>
          </p:cNvPr>
          <p:cNvCxnSpPr/>
          <p:nvPr/>
        </p:nvCxnSpPr>
        <p:spPr>
          <a:xfrm>
            <a:off x="11328851" y="4355662"/>
            <a:ext cx="214607" cy="4287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Down Arrow 27">
            <a:extLst>
              <a:ext uri="{FF2B5EF4-FFF2-40B4-BE49-F238E27FC236}">
                <a16:creationId xmlns:a16="http://schemas.microsoft.com/office/drawing/2014/main" id="{EB8A4F44-EFC1-0AD0-A36F-88FD8078FC72}"/>
              </a:ext>
            </a:extLst>
          </p:cNvPr>
          <p:cNvSpPr/>
          <p:nvPr/>
        </p:nvSpPr>
        <p:spPr>
          <a:xfrm>
            <a:off x="9741025" y="2382633"/>
            <a:ext cx="264052" cy="2689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28">
            <a:extLst>
              <a:ext uri="{FF2B5EF4-FFF2-40B4-BE49-F238E27FC236}">
                <a16:creationId xmlns:a16="http://schemas.microsoft.com/office/drawing/2014/main" id="{E89FCA81-6CEA-5D5F-288A-3F2D335CF065}"/>
              </a:ext>
            </a:extLst>
          </p:cNvPr>
          <p:cNvSpPr/>
          <p:nvPr/>
        </p:nvSpPr>
        <p:spPr>
          <a:xfrm>
            <a:off x="7772399" y="3142146"/>
            <a:ext cx="1968626" cy="2420454"/>
          </a:xfrm>
          <a:custGeom>
            <a:avLst/>
            <a:gdLst>
              <a:gd name="connsiteX0" fmla="*/ 1246094 w 1783976"/>
              <a:gd name="connsiteY0" fmla="*/ 11452 h 2200674"/>
              <a:gd name="connsiteX1" fmla="*/ 663388 w 1783976"/>
              <a:gd name="connsiteY1" fmla="*/ 11452 h 2200674"/>
              <a:gd name="connsiteX2" fmla="*/ 618565 w 1783976"/>
              <a:gd name="connsiteY2" fmla="*/ 29382 h 2200674"/>
              <a:gd name="connsiteX3" fmla="*/ 537882 w 1783976"/>
              <a:gd name="connsiteY3" fmla="*/ 83170 h 2200674"/>
              <a:gd name="connsiteX4" fmla="*/ 430306 w 1783976"/>
              <a:gd name="connsiteY4" fmla="*/ 208676 h 2200674"/>
              <a:gd name="connsiteX5" fmla="*/ 331694 w 1783976"/>
              <a:gd name="connsiteY5" fmla="*/ 316252 h 2200674"/>
              <a:gd name="connsiteX6" fmla="*/ 277906 w 1783976"/>
              <a:gd name="connsiteY6" fmla="*/ 370040 h 2200674"/>
              <a:gd name="connsiteX7" fmla="*/ 206188 w 1783976"/>
              <a:gd name="connsiteY7" fmla="*/ 477617 h 2200674"/>
              <a:gd name="connsiteX8" fmla="*/ 170329 w 1783976"/>
              <a:gd name="connsiteY8" fmla="*/ 522440 h 2200674"/>
              <a:gd name="connsiteX9" fmla="*/ 107576 w 1783976"/>
              <a:gd name="connsiteY9" fmla="*/ 630017 h 2200674"/>
              <a:gd name="connsiteX10" fmla="*/ 80682 w 1783976"/>
              <a:gd name="connsiteY10" fmla="*/ 701734 h 2200674"/>
              <a:gd name="connsiteX11" fmla="*/ 35859 w 1783976"/>
              <a:gd name="connsiteY11" fmla="*/ 809311 h 2200674"/>
              <a:gd name="connsiteX12" fmla="*/ 26894 w 1783976"/>
              <a:gd name="connsiteY12" fmla="*/ 872064 h 2200674"/>
              <a:gd name="connsiteX13" fmla="*/ 8965 w 1783976"/>
              <a:gd name="connsiteY13" fmla="*/ 1302370 h 2200674"/>
              <a:gd name="connsiteX14" fmla="*/ 0 w 1783976"/>
              <a:gd name="connsiteY14" fmla="*/ 1365123 h 2200674"/>
              <a:gd name="connsiteX15" fmla="*/ 8965 w 1783976"/>
              <a:gd name="connsiteY15" fmla="*/ 1723711 h 2200674"/>
              <a:gd name="connsiteX16" fmla="*/ 26894 w 1783976"/>
              <a:gd name="connsiteY16" fmla="*/ 1795429 h 2200674"/>
              <a:gd name="connsiteX17" fmla="*/ 35859 w 1783976"/>
              <a:gd name="connsiteY17" fmla="*/ 1822323 h 2200674"/>
              <a:gd name="connsiteX18" fmla="*/ 71718 w 1783976"/>
              <a:gd name="connsiteY18" fmla="*/ 1876111 h 2200674"/>
              <a:gd name="connsiteX19" fmla="*/ 134471 w 1783976"/>
              <a:gd name="connsiteY19" fmla="*/ 1947829 h 2200674"/>
              <a:gd name="connsiteX20" fmla="*/ 188259 w 1783976"/>
              <a:gd name="connsiteY20" fmla="*/ 1992652 h 2200674"/>
              <a:gd name="connsiteX21" fmla="*/ 197224 w 1783976"/>
              <a:gd name="connsiteY21" fmla="*/ 2019546 h 2200674"/>
              <a:gd name="connsiteX22" fmla="*/ 268941 w 1783976"/>
              <a:gd name="connsiteY22" fmla="*/ 2073334 h 2200674"/>
              <a:gd name="connsiteX23" fmla="*/ 313765 w 1783976"/>
              <a:gd name="connsiteY23" fmla="*/ 2109193 h 2200674"/>
              <a:gd name="connsiteX24" fmla="*/ 340659 w 1783976"/>
              <a:gd name="connsiteY24" fmla="*/ 2118158 h 2200674"/>
              <a:gd name="connsiteX25" fmla="*/ 367553 w 1783976"/>
              <a:gd name="connsiteY25" fmla="*/ 2136087 h 2200674"/>
              <a:gd name="connsiteX26" fmla="*/ 421341 w 1783976"/>
              <a:gd name="connsiteY26" fmla="*/ 2154017 h 2200674"/>
              <a:gd name="connsiteX27" fmla="*/ 475129 w 1783976"/>
              <a:gd name="connsiteY27" fmla="*/ 2171946 h 2200674"/>
              <a:gd name="connsiteX28" fmla="*/ 519953 w 1783976"/>
              <a:gd name="connsiteY28" fmla="*/ 2180911 h 2200674"/>
              <a:gd name="connsiteX29" fmla="*/ 627529 w 1783976"/>
              <a:gd name="connsiteY29" fmla="*/ 2198840 h 2200674"/>
              <a:gd name="connsiteX30" fmla="*/ 1210235 w 1783976"/>
              <a:gd name="connsiteY30" fmla="*/ 2180911 h 2200674"/>
              <a:gd name="connsiteX31" fmla="*/ 1255059 w 1783976"/>
              <a:gd name="connsiteY31" fmla="*/ 2171946 h 2200674"/>
              <a:gd name="connsiteX32" fmla="*/ 1335741 w 1783976"/>
              <a:gd name="connsiteY32" fmla="*/ 2136087 h 2200674"/>
              <a:gd name="connsiteX33" fmla="*/ 1389529 w 1783976"/>
              <a:gd name="connsiteY33" fmla="*/ 2118158 h 2200674"/>
              <a:gd name="connsiteX34" fmla="*/ 1470212 w 1783976"/>
              <a:gd name="connsiteY34" fmla="*/ 2091264 h 2200674"/>
              <a:gd name="connsiteX35" fmla="*/ 1497106 w 1783976"/>
              <a:gd name="connsiteY35" fmla="*/ 2082299 h 2200674"/>
              <a:gd name="connsiteX36" fmla="*/ 1541929 w 1783976"/>
              <a:gd name="connsiteY36" fmla="*/ 2046440 h 2200674"/>
              <a:gd name="connsiteX37" fmla="*/ 1595718 w 1783976"/>
              <a:gd name="connsiteY37" fmla="*/ 1938864 h 2200674"/>
              <a:gd name="connsiteX38" fmla="*/ 1613647 w 1783976"/>
              <a:gd name="connsiteY38" fmla="*/ 1885076 h 2200674"/>
              <a:gd name="connsiteX39" fmla="*/ 1622612 w 1783976"/>
              <a:gd name="connsiteY39" fmla="*/ 1858182 h 2200674"/>
              <a:gd name="connsiteX40" fmla="*/ 1640541 w 1783976"/>
              <a:gd name="connsiteY40" fmla="*/ 1831287 h 2200674"/>
              <a:gd name="connsiteX41" fmla="*/ 1658471 w 1783976"/>
              <a:gd name="connsiteY41" fmla="*/ 1777499 h 2200674"/>
              <a:gd name="connsiteX42" fmla="*/ 1667435 w 1783976"/>
              <a:gd name="connsiteY42" fmla="*/ 1750605 h 2200674"/>
              <a:gd name="connsiteX43" fmla="*/ 1685365 w 1783976"/>
              <a:gd name="connsiteY43" fmla="*/ 1651993 h 2200674"/>
              <a:gd name="connsiteX44" fmla="*/ 1712259 w 1783976"/>
              <a:gd name="connsiteY44" fmla="*/ 1400982 h 2200674"/>
              <a:gd name="connsiteX45" fmla="*/ 1730188 w 1783976"/>
              <a:gd name="connsiteY45" fmla="*/ 1293405 h 2200674"/>
              <a:gd name="connsiteX46" fmla="*/ 1748118 w 1783976"/>
              <a:gd name="connsiteY46" fmla="*/ 1239617 h 2200674"/>
              <a:gd name="connsiteX47" fmla="*/ 1766047 w 1783976"/>
              <a:gd name="connsiteY47" fmla="*/ 1149970 h 2200674"/>
              <a:gd name="connsiteX48" fmla="*/ 1783976 w 1783976"/>
              <a:gd name="connsiteY48" fmla="*/ 1051358 h 2200674"/>
              <a:gd name="connsiteX49" fmla="*/ 1775012 w 1783976"/>
              <a:gd name="connsiteY49" fmla="*/ 692770 h 2200674"/>
              <a:gd name="connsiteX50" fmla="*/ 1766047 w 1783976"/>
              <a:gd name="connsiteY50" fmla="*/ 647946 h 2200674"/>
              <a:gd name="connsiteX51" fmla="*/ 1757082 w 1783976"/>
              <a:gd name="connsiteY51" fmla="*/ 567264 h 2200674"/>
              <a:gd name="connsiteX52" fmla="*/ 1739153 w 1783976"/>
              <a:gd name="connsiteY52" fmla="*/ 486582 h 2200674"/>
              <a:gd name="connsiteX53" fmla="*/ 1730188 w 1783976"/>
              <a:gd name="connsiteY53" fmla="*/ 459687 h 2200674"/>
              <a:gd name="connsiteX54" fmla="*/ 1721224 w 1783976"/>
              <a:gd name="connsiteY54" fmla="*/ 414864 h 2200674"/>
              <a:gd name="connsiteX55" fmla="*/ 1703294 w 1783976"/>
              <a:gd name="connsiteY55" fmla="*/ 352111 h 2200674"/>
              <a:gd name="connsiteX56" fmla="*/ 1685365 w 1783976"/>
              <a:gd name="connsiteY56" fmla="*/ 316252 h 2200674"/>
              <a:gd name="connsiteX57" fmla="*/ 1658471 w 1783976"/>
              <a:gd name="connsiteY57" fmla="*/ 244534 h 2200674"/>
              <a:gd name="connsiteX58" fmla="*/ 1649506 w 1783976"/>
              <a:gd name="connsiteY58" fmla="*/ 199711 h 2200674"/>
              <a:gd name="connsiteX59" fmla="*/ 1613647 w 1783976"/>
              <a:gd name="connsiteY59" fmla="*/ 154887 h 2200674"/>
              <a:gd name="connsiteX60" fmla="*/ 1559859 w 1783976"/>
              <a:gd name="connsiteY60" fmla="*/ 119029 h 2200674"/>
              <a:gd name="connsiteX61" fmla="*/ 1497106 w 1783976"/>
              <a:gd name="connsiteY61" fmla="*/ 101099 h 2200674"/>
              <a:gd name="connsiteX62" fmla="*/ 1407459 w 1783976"/>
              <a:gd name="connsiteY62" fmla="*/ 83170 h 2200674"/>
              <a:gd name="connsiteX63" fmla="*/ 1353671 w 1783976"/>
              <a:gd name="connsiteY63" fmla="*/ 65240 h 2200674"/>
              <a:gd name="connsiteX64" fmla="*/ 1326776 w 1783976"/>
              <a:gd name="connsiteY64" fmla="*/ 56276 h 2200674"/>
              <a:gd name="connsiteX65" fmla="*/ 1299882 w 1783976"/>
              <a:gd name="connsiteY65" fmla="*/ 47311 h 2200674"/>
              <a:gd name="connsiteX66" fmla="*/ 1246094 w 1783976"/>
              <a:gd name="connsiteY66" fmla="*/ 11452 h 220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783976" h="2200674">
                <a:moveTo>
                  <a:pt x="1246094" y="11452"/>
                </a:moveTo>
                <a:cubicBezTo>
                  <a:pt x="1140012" y="5475"/>
                  <a:pt x="1150248" y="-11019"/>
                  <a:pt x="663388" y="11452"/>
                </a:cubicBezTo>
                <a:cubicBezTo>
                  <a:pt x="647313" y="12194"/>
                  <a:pt x="632958" y="22185"/>
                  <a:pt x="618565" y="29382"/>
                </a:cubicBezTo>
                <a:cubicBezTo>
                  <a:pt x="595657" y="40836"/>
                  <a:pt x="557902" y="65652"/>
                  <a:pt x="537882" y="83170"/>
                </a:cubicBezTo>
                <a:cubicBezTo>
                  <a:pt x="465205" y="146763"/>
                  <a:pt x="534678" y="104304"/>
                  <a:pt x="430306" y="208676"/>
                </a:cubicBezTo>
                <a:cubicBezTo>
                  <a:pt x="280416" y="358566"/>
                  <a:pt x="466017" y="169718"/>
                  <a:pt x="331694" y="316252"/>
                </a:cubicBezTo>
                <a:cubicBezTo>
                  <a:pt x="314560" y="334943"/>
                  <a:pt x="293473" y="350025"/>
                  <a:pt x="277906" y="370040"/>
                </a:cubicBezTo>
                <a:cubicBezTo>
                  <a:pt x="251447" y="404059"/>
                  <a:pt x="233111" y="443964"/>
                  <a:pt x="206188" y="477617"/>
                </a:cubicBezTo>
                <a:cubicBezTo>
                  <a:pt x="194235" y="492558"/>
                  <a:pt x="181583" y="506966"/>
                  <a:pt x="170329" y="522440"/>
                </a:cubicBezTo>
                <a:cubicBezTo>
                  <a:pt x="143143" y="559821"/>
                  <a:pt x="125697" y="587735"/>
                  <a:pt x="107576" y="630017"/>
                </a:cubicBezTo>
                <a:cubicBezTo>
                  <a:pt x="97519" y="653484"/>
                  <a:pt x="90164" y="678029"/>
                  <a:pt x="80682" y="701734"/>
                </a:cubicBezTo>
                <a:cubicBezTo>
                  <a:pt x="66255" y="737803"/>
                  <a:pt x="35859" y="809311"/>
                  <a:pt x="35859" y="809311"/>
                </a:cubicBezTo>
                <a:cubicBezTo>
                  <a:pt x="32871" y="830229"/>
                  <a:pt x="28045" y="850965"/>
                  <a:pt x="26894" y="872064"/>
                </a:cubicBezTo>
                <a:cubicBezTo>
                  <a:pt x="19075" y="1015411"/>
                  <a:pt x="29268" y="1160253"/>
                  <a:pt x="8965" y="1302370"/>
                </a:cubicBezTo>
                <a:lnTo>
                  <a:pt x="0" y="1365123"/>
                </a:lnTo>
                <a:cubicBezTo>
                  <a:pt x="2988" y="1484652"/>
                  <a:pt x="1507" y="1604377"/>
                  <a:pt x="8965" y="1723711"/>
                </a:cubicBezTo>
                <a:cubicBezTo>
                  <a:pt x="10502" y="1748305"/>
                  <a:pt x="19101" y="1772052"/>
                  <a:pt x="26894" y="1795429"/>
                </a:cubicBezTo>
                <a:cubicBezTo>
                  <a:pt x="29882" y="1804394"/>
                  <a:pt x="31270" y="1814063"/>
                  <a:pt x="35859" y="1822323"/>
                </a:cubicBezTo>
                <a:cubicBezTo>
                  <a:pt x="46324" y="1841160"/>
                  <a:pt x="59765" y="1858182"/>
                  <a:pt x="71718" y="1876111"/>
                </a:cubicBezTo>
                <a:cubicBezTo>
                  <a:pt x="101369" y="1920588"/>
                  <a:pt x="82025" y="1895383"/>
                  <a:pt x="134471" y="1947829"/>
                </a:cubicBezTo>
                <a:cubicBezTo>
                  <a:pt x="168983" y="1982341"/>
                  <a:pt x="150816" y="1967691"/>
                  <a:pt x="188259" y="1992652"/>
                </a:cubicBezTo>
                <a:cubicBezTo>
                  <a:pt x="191247" y="2001617"/>
                  <a:pt x="192362" y="2011443"/>
                  <a:pt x="197224" y="2019546"/>
                </a:cubicBezTo>
                <a:cubicBezTo>
                  <a:pt x="209155" y="2039431"/>
                  <a:pt x="262258" y="2066651"/>
                  <a:pt x="268941" y="2073334"/>
                </a:cubicBezTo>
                <a:cubicBezTo>
                  <a:pt x="285618" y="2090011"/>
                  <a:pt x="291146" y="2097884"/>
                  <a:pt x="313765" y="2109193"/>
                </a:cubicBezTo>
                <a:cubicBezTo>
                  <a:pt x="322217" y="2113419"/>
                  <a:pt x="332207" y="2113932"/>
                  <a:pt x="340659" y="2118158"/>
                </a:cubicBezTo>
                <a:cubicBezTo>
                  <a:pt x="350296" y="2122976"/>
                  <a:pt x="357707" y="2131711"/>
                  <a:pt x="367553" y="2136087"/>
                </a:cubicBezTo>
                <a:cubicBezTo>
                  <a:pt x="384823" y="2143763"/>
                  <a:pt x="403412" y="2148040"/>
                  <a:pt x="421341" y="2154017"/>
                </a:cubicBezTo>
                <a:lnTo>
                  <a:pt x="475129" y="2171946"/>
                </a:lnTo>
                <a:cubicBezTo>
                  <a:pt x="490070" y="2174934"/>
                  <a:pt x="504948" y="2178263"/>
                  <a:pt x="519953" y="2180911"/>
                </a:cubicBezTo>
                <a:lnTo>
                  <a:pt x="627529" y="2198840"/>
                </a:lnTo>
                <a:cubicBezTo>
                  <a:pt x="862278" y="2194793"/>
                  <a:pt x="1013222" y="2213747"/>
                  <a:pt x="1210235" y="2180911"/>
                </a:cubicBezTo>
                <a:cubicBezTo>
                  <a:pt x="1225265" y="2178406"/>
                  <a:pt x="1240359" y="2175955"/>
                  <a:pt x="1255059" y="2171946"/>
                </a:cubicBezTo>
                <a:cubicBezTo>
                  <a:pt x="1393230" y="2134263"/>
                  <a:pt x="1250843" y="2173820"/>
                  <a:pt x="1335741" y="2136087"/>
                </a:cubicBezTo>
                <a:cubicBezTo>
                  <a:pt x="1353011" y="2128411"/>
                  <a:pt x="1371600" y="2124134"/>
                  <a:pt x="1389529" y="2118158"/>
                </a:cubicBezTo>
                <a:lnTo>
                  <a:pt x="1470212" y="2091264"/>
                </a:lnTo>
                <a:cubicBezTo>
                  <a:pt x="1479177" y="2088276"/>
                  <a:pt x="1489243" y="2087541"/>
                  <a:pt x="1497106" y="2082299"/>
                </a:cubicBezTo>
                <a:cubicBezTo>
                  <a:pt x="1514752" y="2070535"/>
                  <a:pt x="1529153" y="2063475"/>
                  <a:pt x="1541929" y="2046440"/>
                </a:cubicBezTo>
                <a:cubicBezTo>
                  <a:pt x="1583636" y="1990830"/>
                  <a:pt x="1575039" y="2000901"/>
                  <a:pt x="1595718" y="1938864"/>
                </a:cubicBezTo>
                <a:lnTo>
                  <a:pt x="1613647" y="1885076"/>
                </a:lnTo>
                <a:cubicBezTo>
                  <a:pt x="1616635" y="1876111"/>
                  <a:pt x="1617370" y="1866045"/>
                  <a:pt x="1622612" y="1858182"/>
                </a:cubicBezTo>
                <a:cubicBezTo>
                  <a:pt x="1628588" y="1849217"/>
                  <a:pt x="1636165" y="1841133"/>
                  <a:pt x="1640541" y="1831287"/>
                </a:cubicBezTo>
                <a:cubicBezTo>
                  <a:pt x="1648217" y="1814017"/>
                  <a:pt x="1652495" y="1795428"/>
                  <a:pt x="1658471" y="1777499"/>
                </a:cubicBezTo>
                <a:cubicBezTo>
                  <a:pt x="1661459" y="1768534"/>
                  <a:pt x="1665582" y="1759871"/>
                  <a:pt x="1667435" y="1750605"/>
                </a:cubicBezTo>
                <a:cubicBezTo>
                  <a:pt x="1679965" y="1687958"/>
                  <a:pt x="1673895" y="1720812"/>
                  <a:pt x="1685365" y="1651993"/>
                </a:cubicBezTo>
                <a:cubicBezTo>
                  <a:pt x="1716258" y="1296714"/>
                  <a:pt x="1687192" y="1543030"/>
                  <a:pt x="1712259" y="1400982"/>
                </a:cubicBezTo>
                <a:cubicBezTo>
                  <a:pt x="1718577" y="1365182"/>
                  <a:pt x="1718692" y="1327893"/>
                  <a:pt x="1730188" y="1293405"/>
                </a:cubicBezTo>
                <a:cubicBezTo>
                  <a:pt x="1736165" y="1275476"/>
                  <a:pt x="1743534" y="1257952"/>
                  <a:pt x="1748118" y="1239617"/>
                </a:cubicBezTo>
                <a:cubicBezTo>
                  <a:pt x="1755509" y="1210053"/>
                  <a:pt x="1760071" y="1179852"/>
                  <a:pt x="1766047" y="1149970"/>
                </a:cubicBezTo>
                <a:cubicBezTo>
                  <a:pt x="1778579" y="1087311"/>
                  <a:pt x="1772505" y="1120189"/>
                  <a:pt x="1783976" y="1051358"/>
                </a:cubicBezTo>
                <a:cubicBezTo>
                  <a:pt x="1780988" y="931829"/>
                  <a:pt x="1780321" y="812219"/>
                  <a:pt x="1775012" y="692770"/>
                </a:cubicBezTo>
                <a:cubicBezTo>
                  <a:pt x="1774335" y="677548"/>
                  <a:pt x="1768202" y="663030"/>
                  <a:pt x="1766047" y="647946"/>
                </a:cubicBezTo>
                <a:cubicBezTo>
                  <a:pt x="1762220" y="621158"/>
                  <a:pt x="1760909" y="594052"/>
                  <a:pt x="1757082" y="567264"/>
                </a:cubicBezTo>
                <a:cubicBezTo>
                  <a:pt x="1754440" y="548767"/>
                  <a:pt x="1744749" y="506166"/>
                  <a:pt x="1739153" y="486582"/>
                </a:cubicBezTo>
                <a:cubicBezTo>
                  <a:pt x="1736557" y="477496"/>
                  <a:pt x="1732480" y="468855"/>
                  <a:pt x="1730188" y="459687"/>
                </a:cubicBezTo>
                <a:cubicBezTo>
                  <a:pt x="1726493" y="444905"/>
                  <a:pt x="1724529" y="429738"/>
                  <a:pt x="1721224" y="414864"/>
                </a:cubicBezTo>
                <a:cubicBezTo>
                  <a:pt x="1717724" y="399115"/>
                  <a:pt x="1710206" y="368239"/>
                  <a:pt x="1703294" y="352111"/>
                </a:cubicBezTo>
                <a:cubicBezTo>
                  <a:pt x="1698030" y="339828"/>
                  <a:pt x="1690057" y="328765"/>
                  <a:pt x="1685365" y="316252"/>
                </a:cubicBezTo>
                <a:cubicBezTo>
                  <a:pt x="1648748" y="218604"/>
                  <a:pt x="1708387" y="344370"/>
                  <a:pt x="1658471" y="244534"/>
                </a:cubicBezTo>
                <a:cubicBezTo>
                  <a:pt x="1655483" y="229593"/>
                  <a:pt x="1654856" y="213978"/>
                  <a:pt x="1649506" y="199711"/>
                </a:cubicBezTo>
                <a:cubicBezTo>
                  <a:pt x="1644904" y="187441"/>
                  <a:pt x="1625061" y="163447"/>
                  <a:pt x="1613647" y="154887"/>
                </a:cubicBezTo>
                <a:cubicBezTo>
                  <a:pt x="1596408" y="141958"/>
                  <a:pt x="1580301" y="125843"/>
                  <a:pt x="1559859" y="119029"/>
                </a:cubicBezTo>
                <a:cubicBezTo>
                  <a:pt x="1534226" y="110484"/>
                  <a:pt x="1525248" y="106728"/>
                  <a:pt x="1497106" y="101099"/>
                </a:cubicBezTo>
                <a:cubicBezTo>
                  <a:pt x="1448660" y="91409"/>
                  <a:pt x="1449093" y="95660"/>
                  <a:pt x="1407459" y="83170"/>
                </a:cubicBezTo>
                <a:cubicBezTo>
                  <a:pt x="1389357" y="77739"/>
                  <a:pt x="1371600" y="71216"/>
                  <a:pt x="1353671" y="65240"/>
                </a:cubicBezTo>
                <a:lnTo>
                  <a:pt x="1326776" y="56276"/>
                </a:lnTo>
                <a:cubicBezTo>
                  <a:pt x="1317811" y="53288"/>
                  <a:pt x="1307745" y="52553"/>
                  <a:pt x="1299882" y="47311"/>
                </a:cubicBezTo>
                <a:cubicBezTo>
                  <a:pt x="1267428" y="25676"/>
                  <a:pt x="1352176" y="17429"/>
                  <a:pt x="1246094" y="11452"/>
                </a:cubicBez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29">
            <a:extLst>
              <a:ext uri="{FF2B5EF4-FFF2-40B4-BE49-F238E27FC236}">
                <a16:creationId xmlns:a16="http://schemas.microsoft.com/office/drawing/2014/main" id="{8ACDAE5F-954C-5BDC-95DC-08AB2A6665BF}"/>
              </a:ext>
            </a:extLst>
          </p:cNvPr>
          <p:cNvSpPr/>
          <p:nvPr/>
        </p:nvSpPr>
        <p:spPr>
          <a:xfrm>
            <a:off x="9903798" y="3162429"/>
            <a:ext cx="1983402" cy="2163119"/>
          </a:xfrm>
          <a:custGeom>
            <a:avLst/>
            <a:gdLst>
              <a:gd name="connsiteX0" fmla="*/ 1147490 w 2931467"/>
              <a:gd name="connsiteY0" fmla="*/ 134 h 2241310"/>
              <a:gd name="connsiteX1" fmla="*/ 1102667 w 2931467"/>
              <a:gd name="connsiteY1" fmla="*/ 9099 h 2241310"/>
              <a:gd name="connsiteX2" fmla="*/ 1075773 w 2931467"/>
              <a:gd name="connsiteY2" fmla="*/ 27028 h 2241310"/>
              <a:gd name="connsiteX3" fmla="*/ 1048879 w 2931467"/>
              <a:gd name="connsiteY3" fmla="*/ 35993 h 2241310"/>
              <a:gd name="connsiteX4" fmla="*/ 986126 w 2931467"/>
              <a:gd name="connsiteY4" fmla="*/ 62887 h 2241310"/>
              <a:gd name="connsiteX5" fmla="*/ 932337 w 2931467"/>
              <a:gd name="connsiteY5" fmla="*/ 98746 h 2241310"/>
              <a:gd name="connsiteX6" fmla="*/ 770973 w 2931467"/>
              <a:gd name="connsiteY6" fmla="*/ 206322 h 2241310"/>
              <a:gd name="connsiteX7" fmla="*/ 753043 w 2931467"/>
              <a:gd name="connsiteY7" fmla="*/ 224251 h 2241310"/>
              <a:gd name="connsiteX8" fmla="*/ 699255 w 2931467"/>
              <a:gd name="connsiteY8" fmla="*/ 260110 h 2241310"/>
              <a:gd name="connsiteX9" fmla="*/ 681326 w 2931467"/>
              <a:gd name="connsiteY9" fmla="*/ 278040 h 2241310"/>
              <a:gd name="connsiteX10" fmla="*/ 564784 w 2931467"/>
              <a:gd name="connsiteY10" fmla="*/ 385616 h 2241310"/>
              <a:gd name="connsiteX11" fmla="*/ 484102 w 2931467"/>
              <a:gd name="connsiteY11" fmla="*/ 484228 h 2241310"/>
              <a:gd name="connsiteX12" fmla="*/ 448243 w 2931467"/>
              <a:gd name="connsiteY12" fmla="*/ 555946 h 2241310"/>
              <a:gd name="connsiteX13" fmla="*/ 421349 w 2931467"/>
              <a:gd name="connsiteY13" fmla="*/ 609734 h 2241310"/>
              <a:gd name="connsiteX14" fmla="*/ 376526 w 2931467"/>
              <a:gd name="connsiteY14" fmla="*/ 681451 h 2241310"/>
              <a:gd name="connsiteX15" fmla="*/ 322737 w 2931467"/>
              <a:gd name="connsiteY15" fmla="*/ 780063 h 2241310"/>
              <a:gd name="connsiteX16" fmla="*/ 277914 w 2931467"/>
              <a:gd name="connsiteY16" fmla="*/ 851781 h 2241310"/>
              <a:gd name="connsiteX17" fmla="*/ 215161 w 2931467"/>
              <a:gd name="connsiteY17" fmla="*/ 977287 h 2241310"/>
              <a:gd name="connsiteX18" fmla="*/ 170337 w 2931467"/>
              <a:gd name="connsiteY18" fmla="*/ 1102793 h 2241310"/>
              <a:gd name="connsiteX19" fmla="*/ 152408 w 2931467"/>
              <a:gd name="connsiteY19" fmla="*/ 1156581 h 2241310"/>
              <a:gd name="connsiteX20" fmla="*/ 134479 w 2931467"/>
              <a:gd name="connsiteY20" fmla="*/ 1192440 h 2241310"/>
              <a:gd name="connsiteX21" fmla="*/ 98620 w 2931467"/>
              <a:gd name="connsiteY21" fmla="*/ 1273122 h 2241310"/>
              <a:gd name="connsiteX22" fmla="*/ 71726 w 2931467"/>
              <a:gd name="connsiteY22" fmla="*/ 1389663 h 2241310"/>
              <a:gd name="connsiteX23" fmla="*/ 53796 w 2931467"/>
              <a:gd name="connsiteY23" fmla="*/ 1443451 h 2241310"/>
              <a:gd name="connsiteX24" fmla="*/ 44832 w 2931467"/>
              <a:gd name="connsiteY24" fmla="*/ 1497240 h 2241310"/>
              <a:gd name="connsiteX25" fmla="*/ 35867 w 2931467"/>
              <a:gd name="connsiteY25" fmla="*/ 1524134 h 2241310"/>
              <a:gd name="connsiteX26" fmla="*/ 17937 w 2931467"/>
              <a:gd name="connsiteY26" fmla="*/ 1586887 h 2241310"/>
              <a:gd name="connsiteX27" fmla="*/ 8 w 2931467"/>
              <a:gd name="connsiteY27" fmla="*/ 1864793 h 2241310"/>
              <a:gd name="connsiteX28" fmla="*/ 8973 w 2931467"/>
              <a:gd name="connsiteY28" fmla="*/ 2008228 h 2241310"/>
              <a:gd name="connsiteX29" fmla="*/ 17937 w 2931467"/>
              <a:gd name="connsiteY29" fmla="*/ 2035122 h 2241310"/>
              <a:gd name="connsiteX30" fmla="*/ 53796 w 2931467"/>
              <a:gd name="connsiteY30" fmla="*/ 2070981 h 2241310"/>
              <a:gd name="connsiteX31" fmla="*/ 98620 w 2931467"/>
              <a:gd name="connsiteY31" fmla="*/ 2115804 h 2241310"/>
              <a:gd name="connsiteX32" fmla="*/ 170337 w 2931467"/>
              <a:gd name="connsiteY32" fmla="*/ 2169593 h 2241310"/>
              <a:gd name="connsiteX33" fmla="*/ 259984 w 2931467"/>
              <a:gd name="connsiteY33" fmla="*/ 2205451 h 2241310"/>
              <a:gd name="connsiteX34" fmla="*/ 286879 w 2931467"/>
              <a:gd name="connsiteY34" fmla="*/ 2214416 h 2241310"/>
              <a:gd name="connsiteX35" fmla="*/ 313773 w 2931467"/>
              <a:gd name="connsiteY35" fmla="*/ 2223381 h 2241310"/>
              <a:gd name="connsiteX36" fmla="*/ 358596 w 2931467"/>
              <a:gd name="connsiteY36" fmla="*/ 2232346 h 2241310"/>
              <a:gd name="connsiteX37" fmla="*/ 457208 w 2931467"/>
              <a:gd name="connsiteY37" fmla="*/ 2241310 h 2241310"/>
              <a:gd name="connsiteX38" fmla="*/ 842690 w 2931467"/>
              <a:gd name="connsiteY38" fmla="*/ 2232346 h 2241310"/>
              <a:gd name="connsiteX39" fmla="*/ 950267 w 2931467"/>
              <a:gd name="connsiteY39" fmla="*/ 2214416 h 2241310"/>
              <a:gd name="connsiteX40" fmla="*/ 1030949 w 2931467"/>
              <a:gd name="connsiteY40" fmla="*/ 2196487 h 2241310"/>
              <a:gd name="connsiteX41" fmla="*/ 1066808 w 2931467"/>
              <a:gd name="connsiteY41" fmla="*/ 2178557 h 2241310"/>
              <a:gd name="connsiteX42" fmla="*/ 1102667 w 2931467"/>
              <a:gd name="connsiteY42" fmla="*/ 2169593 h 2241310"/>
              <a:gd name="connsiteX43" fmla="*/ 1174384 w 2931467"/>
              <a:gd name="connsiteY43" fmla="*/ 2133734 h 2241310"/>
              <a:gd name="connsiteX44" fmla="*/ 1201279 w 2931467"/>
              <a:gd name="connsiteY44" fmla="*/ 2115804 h 2241310"/>
              <a:gd name="connsiteX45" fmla="*/ 1246102 w 2931467"/>
              <a:gd name="connsiteY45" fmla="*/ 2106840 h 2241310"/>
              <a:gd name="connsiteX46" fmla="*/ 1658479 w 2931467"/>
              <a:gd name="connsiteY46" fmla="*/ 2097875 h 2241310"/>
              <a:gd name="connsiteX47" fmla="*/ 1730196 w 2931467"/>
              <a:gd name="connsiteY47" fmla="*/ 2106840 h 2241310"/>
              <a:gd name="connsiteX48" fmla="*/ 1927420 w 2931467"/>
              <a:gd name="connsiteY48" fmla="*/ 2124769 h 2241310"/>
              <a:gd name="connsiteX49" fmla="*/ 2277043 w 2931467"/>
              <a:gd name="connsiteY49" fmla="*/ 2115804 h 2241310"/>
              <a:gd name="connsiteX50" fmla="*/ 2321867 w 2931467"/>
              <a:gd name="connsiteY50" fmla="*/ 2106840 h 2241310"/>
              <a:gd name="connsiteX51" fmla="*/ 2429443 w 2931467"/>
              <a:gd name="connsiteY51" fmla="*/ 2097875 h 2241310"/>
              <a:gd name="connsiteX52" fmla="*/ 2554949 w 2931467"/>
              <a:gd name="connsiteY52" fmla="*/ 2079946 h 2241310"/>
              <a:gd name="connsiteX53" fmla="*/ 2617702 w 2931467"/>
              <a:gd name="connsiteY53" fmla="*/ 2070981 h 2241310"/>
              <a:gd name="connsiteX54" fmla="*/ 2671490 w 2931467"/>
              <a:gd name="connsiteY54" fmla="*/ 2053051 h 2241310"/>
              <a:gd name="connsiteX55" fmla="*/ 2707349 w 2931467"/>
              <a:gd name="connsiteY55" fmla="*/ 2044087 h 2241310"/>
              <a:gd name="connsiteX56" fmla="*/ 2788032 w 2931467"/>
              <a:gd name="connsiteY56" fmla="*/ 1981334 h 2241310"/>
              <a:gd name="connsiteX57" fmla="*/ 2850784 w 2931467"/>
              <a:gd name="connsiteY57" fmla="*/ 1882722 h 2241310"/>
              <a:gd name="connsiteX58" fmla="*/ 2886643 w 2931467"/>
              <a:gd name="connsiteY58" fmla="*/ 1837899 h 2241310"/>
              <a:gd name="connsiteX59" fmla="*/ 2931467 w 2931467"/>
              <a:gd name="connsiteY59" fmla="*/ 1649640 h 2241310"/>
              <a:gd name="connsiteX60" fmla="*/ 2904573 w 2931467"/>
              <a:gd name="connsiteY60" fmla="*/ 1353804 h 2241310"/>
              <a:gd name="connsiteX61" fmla="*/ 2841820 w 2931467"/>
              <a:gd name="connsiteY61" fmla="*/ 1237263 h 2241310"/>
              <a:gd name="connsiteX62" fmla="*/ 2796996 w 2931467"/>
              <a:gd name="connsiteY62" fmla="*/ 1183475 h 2241310"/>
              <a:gd name="connsiteX63" fmla="*/ 2761137 w 2931467"/>
              <a:gd name="connsiteY63" fmla="*/ 1120722 h 2241310"/>
              <a:gd name="connsiteX64" fmla="*/ 2626667 w 2931467"/>
              <a:gd name="connsiteY64" fmla="*/ 932463 h 2241310"/>
              <a:gd name="connsiteX65" fmla="*/ 2554949 w 2931467"/>
              <a:gd name="connsiteY65" fmla="*/ 851781 h 2241310"/>
              <a:gd name="connsiteX66" fmla="*/ 2250149 w 2931467"/>
              <a:gd name="connsiteY66" fmla="*/ 627663 h 2241310"/>
              <a:gd name="connsiteX67" fmla="*/ 2169467 w 2931467"/>
              <a:gd name="connsiteY67" fmla="*/ 564910 h 2241310"/>
              <a:gd name="connsiteX68" fmla="*/ 1990173 w 2931467"/>
              <a:gd name="connsiteY68" fmla="*/ 394581 h 2241310"/>
              <a:gd name="connsiteX69" fmla="*/ 1766055 w 2931467"/>
              <a:gd name="connsiteY69" fmla="*/ 269075 h 2241310"/>
              <a:gd name="connsiteX70" fmla="*/ 1703302 w 2931467"/>
              <a:gd name="connsiteY70" fmla="*/ 233216 h 2241310"/>
              <a:gd name="connsiteX71" fmla="*/ 1631584 w 2931467"/>
              <a:gd name="connsiteY71" fmla="*/ 215287 h 2241310"/>
              <a:gd name="connsiteX72" fmla="*/ 1524008 w 2931467"/>
              <a:gd name="connsiteY72" fmla="*/ 179428 h 2241310"/>
              <a:gd name="connsiteX73" fmla="*/ 1452290 w 2931467"/>
              <a:gd name="connsiteY73" fmla="*/ 161499 h 2241310"/>
              <a:gd name="connsiteX74" fmla="*/ 1398502 w 2931467"/>
              <a:gd name="connsiteY74" fmla="*/ 143569 h 2241310"/>
              <a:gd name="connsiteX75" fmla="*/ 1371608 w 2931467"/>
              <a:gd name="connsiteY75" fmla="*/ 134604 h 2241310"/>
              <a:gd name="connsiteX76" fmla="*/ 1344714 w 2931467"/>
              <a:gd name="connsiteY76" fmla="*/ 116675 h 2241310"/>
              <a:gd name="connsiteX77" fmla="*/ 1281961 w 2931467"/>
              <a:gd name="connsiteY77" fmla="*/ 44957 h 2241310"/>
              <a:gd name="connsiteX78" fmla="*/ 1246102 w 2931467"/>
              <a:gd name="connsiteY78" fmla="*/ 18063 h 2241310"/>
              <a:gd name="connsiteX79" fmla="*/ 1192314 w 2931467"/>
              <a:gd name="connsiteY79" fmla="*/ 134 h 2241310"/>
              <a:gd name="connsiteX80" fmla="*/ 1147490 w 2931467"/>
              <a:gd name="connsiteY80" fmla="*/ 134 h 2241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2931467" h="2241310">
                <a:moveTo>
                  <a:pt x="1147490" y="134"/>
                </a:moveTo>
                <a:cubicBezTo>
                  <a:pt x="1132549" y="1628"/>
                  <a:pt x="1116934" y="3749"/>
                  <a:pt x="1102667" y="9099"/>
                </a:cubicBezTo>
                <a:cubicBezTo>
                  <a:pt x="1092579" y="12882"/>
                  <a:pt x="1085410" y="22210"/>
                  <a:pt x="1075773" y="27028"/>
                </a:cubicBezTo>
                <a:cubicBezTo>
                  <a:pt x="1067321" y="31254"/>
                  <a:pt x="1057331" y="31767"/>
                  <a:pt x="1048879" y="35993"/>
                </a:cubicBezTo>
                <a:cubicBezTo>
                  <a:pt x="986970" y="66947"/>
                  <a:pt x="1060753" y="44229"/>
                  <a:pt x="986126" y="62887"/>
                </a:cubicBezTo>
                <a:cubicBezTo>
                  <a:pt x="948448" y="100563"/>
                  <a:pt x="992039" y="60754"/>
                  <a:pt x="932337" y="98746"/>
                </a:cubicBezTo>
                <a:cubicBezTo>
                  <a:pt x="877798" y="133452"/>
                  <a:pt x="816685" y="160612"/>
                  <a:pt x="770973" y="206322"/>
                </a:cubicBezTo>
                <a:cubicBezTo>
                  <a:pt x="764996" y="212298"/>
                  <a:pt x="759805" y="219180"/>
                  <a:pt x="753043" y="224251"/>
                </a:cubicBezTo>
                <a:cubicBezTo>
                  <a:pt x="735804" y="237180"/>
                  <a:pt x="716494" y="247181"/>
                  <a:pt x="699255" y="260110"/>
                </a:cubicBezTo>
                <a:cubicBezTo>
                  <a:pt x="692493" y="265181"/>
                  <a:pt x="687743" y="272539"/>
                  <a:pt x="681326" y="278040"/>
                </a:cubicBezTo>
                <a:cubicBezTo>
                  <a:pt x="632772" y="319658"/>
                  <a:pt x="609977" y="327509"/>
                  <a:pt x="564784" y="385616"/>
                </a:cubicBezTo>
                <a:cubicBezTo>
                  <a:pt x="496843" y="472971"/>
                  <a:pt x="526125" y="442208"/>
                  <a:pt x="484102" y="484228"/>
                </a:cubicBezTo>
                <a:cubicBezTo>
                  <a:pt x="467166" y="535033"/>
                  <a:pt x="484535" y="489409"/>
                  <a:pt x="448243" y="555946"/>
                </a:cubicBezTo>
                <a:cubicBezTo>
                  <a:pt x="438644" y="573544"/>
                  <a:pt x="431294" y="592330"/>
                  <a:pt x="421349" y="609734"/>
                </a:cubicBezTo>
                <a:cubicBezTo>
                  <a:pt x="407363" y="634210"/>
                  <a:pt x="390347" y="656881"/>
                  <a:pt x="376526" y="681451"/>
                </a:cubicBezTo>
                <a:cubicBezTo>
                  <a:pt x="263893" y="881688"/>
                  <a:pt x="384500" y="683007"/>
                  <a:pt x="322737" y="780063"/>
                </a:cubicBezTo>
                <a:cubicBezTo>
                  <a:pt x="307602" y="803847"/>
                  <a:pt x="290521" y="826566"/>
                  <a:pt x="277914" y="851781"/>
                </a:cubicBezTo>
                <a:lnTo>
                  <a:pt x="215161" y="977287"/>
                </a:lnTo>
                <a:cubicBezTo>
                  <a:pt x="180718" y="1115060"/>
                  <a:pt x="217731" y="989048"/>
                  <a:pt x="170337" y="1102793"/>
                </a:cubicBezTo>
                <a:cubicBezTo>
                  <a:pt x="163068" y="1120238"/>
                  <a:pt x="159427" y="1139034"/>
                  <a:pt x="152408" y="1156581"/>
                </a:cubicBezTo>
                <a:cubicBezTo>
                  <a:pt x="147445" y="1168989"/>
                  <a:pt x="139907" y="1180228"/>
                  <a:pt x="134479" y="1192440"/>
                </a:cubicBezTo>
                <a:cubicBezTo>
                  <a:pt x="88694" y="1295456"/>
                  <a:pt x="142756" y="1184847"/>
                  <a:pt x="98620" y="1273122"/>
                </a:cubicBezTo>
                <a:cubicBezTo>
                  <a:pt x="91509" y="1308675"/>
                  <a:pt x="82536" y="1357233"/>
                  <a:pt x="71726" y="1389663"/>
                </a:cubicBezTo>
                <a:lnTo>
                  <a:pt x="53796" y="1443451"/>
                </a:lnTo>
                <a:cubicBezTo>
                  <a:pt x="50808" y="1461381"/>
                  <a:pt x="48775" y="1479496"/>
                  <a:pt x="44832" y="1497240"/>
                </a:cubicBezTo>
                <a:cubicBezTo>
                  <a:pt x="42782" y="1506465"/>
                  <a:pt x="38463" y="1515048"/>
                  <a:pt x="35867" y="1524134"/>
                </a:cubicBezTo>
                <a:cubicBezTo>
                  <a:pt x="13353" y="1602930"/>
                  <a:pt x="39432" y="1522405"/>
                  <a:pt x="17937" y="1586887"/>
                </a:cubicBezTo>
                <a:cubicBezTo>
                  <a:pt x="-961" y="1700286"/>
                  <a:pt x="8" y="1680666"/>
                  <a:pt x="8" y="1864793"/>
                </a:cubicBezTo>
                <a:cubicBezTo>
                  <a:pt x="8" y="1912698"/>
                  <a:pt x="3958" y="1960586"/>
                  <a:pt x="8973" y="2008228"/>
                </a:cubicBezTo>
                <a:cubicBezTo>
                  <a:pt x="9962" y="2017626"/>
                  <a:pt x="12445" y="2027433"/>
                  <a:pt x="17937" y="2035122"/>
                </a:cubicBezTo>
                <a:cubicBezTo>
                  <a:pt x="27762" y="2048877"/>
                  <a:pt x="44419" y="2056916"/>
                  <a:pt x="53796" y="2070981"/>
                </a:cubicBezTo>
                <a:cubicBezTo>
                  <a:pt x="84535" y="2117088"/>
                  <a:pt x="55929" y="2081651"/>
                  <a:pt x="98620" y="2115804"/>
                </a:cubicBezTo>
                <a:cubicBezTo>
                  <a:pt x="140645" y="2149425"/>
                  <a:pt x="86930" y="2127890"/>
                  <a:pt x="170337" y="2169593"/>
                </a:cubicBezTo>
                <a:cubicBezTo>
                  <a:pt x="223101" y="2195974"/>
                  <a:pt x="193517" y="2183296"/>
                  <a:pt x="259984" y="2205451"/>
                </a:cubicBezTo>
                <a:lnTo>
                  <a:pt x="286879" y="2214416"/>
                </a:lnTo>
                <a:cubicBezTo>
                  <a:pt x="295844" y="2217404"/>
                  <a:pt x="304507" y="2221528"/>
                  <a:pt x="313773" y="2223381"/>
                </a:cubicBezTo>
                <a:cubicBezTo>
                  <a:pt x="328714" y="2226369"/>
                  <a:pt x="343477" y="2230456"/>
                  <a:pt x="358596" y="2232346"/>
                </a:cubicBezTo>
                <a:cubicBezTo>
                  <a:pt x="391347" y="2236440"/>
                  <a:pt x="424337" y="2238322"/>
                  <a:pt x="457208" y="2241310"/>
                </a:cubicBezTo>
                <a:cubicBezTo>
                  <a:pt x="585702" y="2238322"/>
                  <a:pt x="714352" y="2239346"/>
                  <a:pt x="842690" y="2232346"/>
                </a:cubicBezTo>
                <a:cubicBezTo>
                  <a:pt x="878990" y="2230366"/>
                  <a:pt x="914619" y="2221546"/>
                  <a:pt x="950267" y="2214416"/>
                </a:cubicBezTo>
                <a:cubicBezTo>
                  <a:pt x="1007172" y="2203035"/>
                  <a:pt x="980308" y="2209146"/>
                  <a:pt x="1030949" y="2196487"/>
                </a:cubicBezTo>
                <a:cubicBezTo>
                  <a:pt x="1042902" y="2190510"/>
                  <a:pt x="1054295" y="2183249"/>
                  <a:pt x="1066808" y="2178557"/>
                </a:cubicBezTo>
                <a:cubicBezTo>
                  <a:pt x="1078344" y="2174231"/>
                  <a:pt x="1091294" y="2174332"/>
                  <a:pt x="1102667" y="2169593"/>
                </a:cubicBezTo>
                <a:cubicBezTo>
                  <a:pt x="1127338" y="2159313"/>
                  <a:pt x="1152145" y="2148560"/>
                  <a:pt x="1174384" y="2133734"/>
                </a:cubicBezTo>
                <a:cubicBezTo>
                  <a:pt x="1183349" y="2127757"/>
                  <a:pt x="1191190" y="2119587"/>
                  <a:pt x="1201279" y="2115804"/>
                </a:cubicBezTo>
                <a:cubicBezTo>
                  <a:pt x="1215546" y="2110454"/>
                  <a:pt x="1231161" y="2109828"/>
                  <a:pt x="1246102" y="2106840"/>
                </a:cubicBezTo>
                <a:cubicBezTo>
                  <a:pt x="1402837" y="2044145"/>
                  <a:pt x="1289134" y="2082799"/>
                  <a:pt x="1658479" y="2097875"/>
                </a:cubicBezTo>
                <a:cubicBezTo>
                  <a:pt x="1682551" y="2098858"/>
                  <a:pt x="1706252" y="2104180"/>
                  <a:pt x="1730196" y="2106840"/>
                </a:cubicBezTo>
                <a:cubicBezTo>
                  <a:pt x="1805433" y="2115200"/>
                  <a:pt x="1850082" y="2118324"/>
                  <a:pt x="1927420" y="2124769"/>
                </a:cubicBezTo>
                <a:lnTo>
                  <a:pt x="2277043" y="2115804"/>
                </a:lnTo>
                <a:cubicBezTo>
                  <a:pt x="2292264" y="2115112"/>
                  <a:pt x="2306734" y="2108620"/>
                  <a:pt x="2321867" y="2106840"/>
                </a:cubicBezTo>
                <a:cubicBezTo>
                  <a:pt x="2357604" y="2102636"/>
                  <a:pt x="2393697" y="2102000"/>
                  <a:pt x="2429443" y="2097875"/>
                </a:cubicBezTo>
                <a:cubicBezTo>
                  <a:pt x="2471425" y="2093031"/>
                  <a:pt x="2513114" y="2085922"/>
                  <a:pt x="2554949" y="2079946"/>
                </a:cubicBezTo>
                <a:lnTo>
                  <a:pt x="2617702" y="2070981"/>
                </a:lnTo>
                <a:cubicBezTo>
                  <a:pt x="2635631" y="2065004"/>
                  <a:pt x="2653388" y="2058482"/>
                  <a:pt x="2671490" y="2053051"/>
                </a:cubicBezTo>
                <a:cubicBezTo>
                  <a:pt x="2683291" y="2049511"/>
                  <a:pt x="2696329" y="2049597"/>
                  <a:pt x="2707349" y="2044087"/>
                </a:cubicBezTo>
                <a:cubicBezTo>
                  <a:pt x="2727941" y="2033791"/>
                  <a:pt x="2771637" y="2004287"/>
                  <a:pt x="2788032" y="1981334"/>
                </a:cubicBezTo>
                <a:cubicBezTo>
                  <a:pt x="2810678" y="1949630"/>
                  <a:pt x="2826445" y="1913146"/>
                  <a:pt x="2850784" y="1882722"/>
                </a:cubicBezTo>
                <a:lnTo>
                  <a:pt x="2886643" y="1837899"/>
                </a:lnTo>
                <a:cubicBezTo>
                  <a:pt x="2928307" y="1692076"/>
                  <a:pt x="2916349" y="1755465"/>
                  <a:pt x="2931467" y="1649640"/>
                </a:cubicBezTo>
                <a:cubicBezTo>
                  <a:pt x="2927432" y="1548769"/>
                  <a:pt x="2938685" y="1449320"/>
                  <a:pt x="2904573" y="1353804"/>
                </a:cubicBezTo>
                <a:cubicBezTo>
                  <a:pt x="2897726" y="1334632"/>
                  <a:pt x="2850582" y="1249919"/>
                  <a:pt x="2841820" y="1237263"/>
                </a:cubicBezTo>
                <a:cubicBezTo>
                  <a:pt x="2828535" y="1218074"/>
                  <a:pt x="2810281" y="1202664"/>
                  <a:pt x="2796996" y="1183475"/>
                </a:cubicBezTo>
                <a:cubicBezTo>
                  <a:pt x="2783283" y="1163667"/>
                  <a:pt x="2773763" y="1141240"/>
                  <a:pt x="2761137" y="1120722"/>
                </a:cubicBezTo>
                <a:cubicBezTo>
                  <a:pt x="2731720" y="1072918"/>
                  <a:pt x="2641875" y="949572"/>
                  <a:pt x="2626667" y="932463"/>
                </a:cubicBezTo>
                <a:cubicBezTo>
                  <a:pt x="2602761" y="905569"/>
                  <a:pt x="2581071" y="876528"/>
                  <a:pt x="2554949" y="851781"/>
                </a:cubicBezTo>
                <a:cubicBezTo>
                  <a:pt x="2456805" y="758804"/>
                  <a:pt x="2362538" y="715077"/>
                  <a:pt x="2250149" y="627663"/>
                </a:cubicBezTo>
                <a:cubicBezTo>
                  <a:pt x="2223255" y="606745"/>
                  <a:pt x="2194678" y="587829"/>
                  <a:pt x="2169467" y="564910"/>
                </a:cubicBezTo>
                <a:cubicBezTo>
                  <a:pt x="2139734" y="537880"/>
                  <a:pt x="2041336" y="429465"/>
                  <a:pt x="1990173" y="394581"/>
                </a:cubicBezTo>
                <a:cubicBezTo>
                  <a:pt x="1873442" y="314992"/>
                  <a:pt x="1872807" y="325591"/>
                  <a:pt x="1766055" y="269075"/>
                </a:cubicBezTo>
                <a:cubicBezTo>
                  <a:pt x="1744763" y="257803"/>
                  <a:pt x="1725671" y="242163"/>
                  <a:pt x="1703302" y="233216"/>
                </a:cubicBezTo>
                <a:cubicBezTo>
                  <a:pt x="1680423" y="224064"/>
                  <a:pt x="1655394" y="221636"/>
                  <a:pt x="1631584" y="215287"/>
                </a:cubicBezTo>
                <a:cubicBezTo>
                  <a:pt x="1391884" y="151366"/>
                  <a:pt x="1708477" y="236186"/>
                  <a:pt x="1524008" y="179428"/>
                </a:cubicBezTo>
                <a:cubicBezTo>
                  <a:pt x="1500456" y="172181"/>
                  <a:pt x="1475667" y="169292"/>
                  <a:pt x="1452290" y="161499"/>
                </a:cubicBezTo>
                <a:lnTo>
                  <a:pt x="1398502" y="143569"/>
                </a:lnTo>
                <a:cubicBezTo>
                  <a:pt x="1389537" y="140581"/>
                  <a:pt x="1379471" y="139846"/>
                  <a:pt x="1371608" y="134604"/>
                </a:cubicBezTo>
                <a:lnTo>
                  <a:pt x="1344714" y="116675"/>
                </a:lnTo>
                <a:cubicBezTo>
                  <a:pt x="1323978" y="85572"/>
                  <a:pt x="1316919" y="71175"/>
                  <a:pt x="1281961" y="44957"/>
                </a:cubicBezTo>
                <a:cubicBezTo>
                  <a:pt x="1270008" y="35992"/>
                  <a:pt x="1259466" y="24745"/>
                  <a:pt x="1246102" y="18063"/>
                </a:cubicBezTo>
                <a:cubicBezTo>
                  <a:pt x="1229198" y="9611"/>
                  <a:pt x="1192314" y="134"/>
                  <a:pt x="1192314" y="134"/>
                </a:cubicBezTo>
                <a:cubicBezTo>
                  <a:pt x="1141630" y="10271"/>
                  <a:pt x="1162431" y="-1360"/>
                  <a:pt x="1147490" y="134"/>
                </a:cubicBez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0">
            <a:extLst>
              <a:ext uri="{FF2B5EF4-FFF2-40B4-BE49-F238E27FC236}">
                <a16:creationId xmlns:a16="http://schemas.microsoft.com/office/drawing/2014/main" id="{E12E34AF-A240-6F82-541E-2665277D3092}"/>
              </a:ext>
            </a:extLst>
          </p:cNvPr>
          <p:cNvSpPr/>
          <p:nvPr/>
        </p:nvSpPr>
        <p:spPr>
          <a:xfrm>
            <a:off x="8862840" y="3003939"/>
            <a:ext cx="264052" cy="2689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1">
            <a:extLst>
              <a:ext uri="{FF2B5EF4-FFF2-40B4-BE49-F238E27FC236}">
                <a16:creationId xmlns:a16="http://schemas.microsoft.com/office/drawing/2014/main" id="{B678B82F-6CDC-8E3D-BCDB-5D319AB6C744}"/>
              </a:ext>
            </a:extLst>
          </p:cNvPr>
          <p:cNvSpPr/>
          <p:nvPr/>
        </p:nvSpPr>
        <p:spPr>
          <a:xfrm>
            <a:off x="7769321" y="3967990"/>
            <a:ext cx="1388221" cy="1509957"/>
          </a:xfrm>
          <a:custGeom>
            <a:avLst/>
            <a:gdLst>
              <a:gd name="connsiteX0" fmla="*/ 1246094 w 1783976"/>
              <a:gd name="connsiteY0" fmla="*/ 11452 h 2200674"/>
              <a:gd name="connsiteX1" fmla="*/ 663388 w 1783976"/>
              <a:gd name="connsiteY1" fmla="*/ 11452 h 2200674"/>
              <a:gd name="connsiteX2" fmla="*/ 618565 w 1783976"/>
              <a:gd name="connsiteY2" fmla="*/ 29382 h 2200674"/>
              <a:gd name="connsiteX3" fmla="*/ 537882 w 1783976"/>
              <a:gd name="connsiteY3" fmla="*/ 83170 h 2200674"/>
              <a:gd name="connsiteX4" fmla="*/ 430306 w 1783976"/>
              <a:gd name="connsiteY4" fmla="*/ 208676 h 2200674"/>
              <a:gd name="connsiteX5" fmla="*/ 331694 w 1783976"/>
              <a:gd name="connsiteY5" fmla="*/ 316252 h 2200674"/>
              <a:gd name="connsiteX6" fmla="*/ 277906 w 1783976"/>
              <a:gd name="connsiteY6" fmla="*/ 370040 h 2200674"/>
              <a:gd name="connsiteX7" fmla="*/ 206188 w 1783976"/>
              <a:gd name="connsiteY7" fmla="*/ 477617 h 2200674"/>
              <a:gd name="connsiteX8" fmla="*/ 170329 w 1783976"/>
              <a:gd name="connsiteY8" fmla="*/ 522440 h 2200674"/>
              <a:gd name="connsiteX9" fmla="*/ 107576 w 1783976"/>
              <a:gd name="connsiteY9" fmla="*/ 630017 h 2200674"/>
              <a:gd name="connsiteX10" fmla="*/ 80682 w 1783976"/>
              <a:gd name="connsiteY10" fmla="*/ 701734 h 2200674"/>
              <a:gd name="connsiteX11" fmla="*/ 35859 w 1783976"/>
              <a:gd name="connsiteY11" fmla="*/ 809311 h 2200674"/>
              <a:gd name="connsiteX12" fmla="*/ 26894 w 1783976"/>
              <a:gd name="connsiteY12" fmla="*/ 872064 h 2200674"/>
              <a:gd name="connsiteX13" fmla="*/ 8965 w 1783976"/>
              <a:gd name="connsiteY13" fmla="*/ 1302370 h 2200674"/>
              <a:gd name="connsiteX14" fmla="*/ 0 w 1783976"/>
              <a:gd name="connsiteY14" fmla="*/ 1365123 h 2200674"/>
              <a:gd name="connsiteX15" fmla="*/ 8965 w 1783976"/>
              <a:gd name="connsiteY15" fmla="*/ 1723711 h 2200674"/>
              <a:gd name="connsiteX16" fmla="*/ 26894 w 1783976"/>
              <a:gd name="connsiteY16" fmla="*/ 1795429 h 2200674"/>
              <a:gd name="connsiteX17" fmla="*/ 35859 w 1783976"/>
              <a:gd name="connsiteY17" fmla="*/ 1822323 h 2200674"/>
              <a:gd name="connsiteX18" fmla="*/ 71718 w 1783976"/>
              <a:gd name="connsiteY18" fmla="*/ 1876111 h 2200674"/>
              <a:gd name="connsiteX19" fmla="*/ 134471 w 1783976"/>
              <a:gd name="connsiteY19" fmla="*/ 1947829 h 2200674"/>
              <a:gd name="connsiteX20" fmla="*/ 188259 w 1783976"/>
              <a:gd name="connsiteY20" fmla="*/ 1992652 h 2200674"/>
              <a:gd name="connsiteX21" fmla="*/ 197224 w 1783976"/>
              <a:gd name="connsiteY21" fmla="*/ 2019546 h 2200674"/>
              <a:gd name="connsiteX22" fmla="*/ 268941 w 1783976"/>
              <a:gd name="connsiteY22" fmla="*/ 2073334 h 2200674"/>
              <a:gd name="connsiteX23" fmla="*/ 313765 w 1783976"/>
              <a:gd name="connsiteY23" fmla="*/ 2109193 h 2200674"/>
              <a:gd name="connsiteX24" fmla="*/ 340659 w 1783976"/>
              <a:gd name="connsiteY24" fmla="*/ 2118158 h 2200674"/>
              <a:gd name="connsiteX25" fmla="*/ 367553 w 1783976"/>
              <a:gd name="connsiteY25" fmla="*/ 2136087 h 2200674"/>
              <a:gd name="connsiteX26" fmla="*/ 421341 w 1783976"/>
              <a:gd name="connsiteY26" fmla="*/ 2154017 h 2200674"/>
              <a:gd name="connsiteX27" fmla="*/ 475129 w 1783976"/>
              <a:gd name="connsiteY27" fmla="*/ 2171946 h 2200674"/>
              <a:gd name="connsiteX28" fmla="*/ 519953 w 1783976"/>
              <a:gd name="connsiteY28" fmla="*/ 2180911 h 2200674"/>
              <a:gd name="connsiteX29" fmla="*/ 627529 w 1783976"/>
              <a:gd name="connsiteY29" fmla="*/ 2198840 h 2200674"/>
              <a:gd name="connsiteX30" fmla="*/ 1210235 w 1783976"/>
              <a:gd name="connsiteY30" fmla="*/ 2180911 h 2200674"/>
              <a:gd name="connsiteX31" fmla="*/ 1255059 w 1783976"/>
              <a:gd name="connsiteY31" fmla="*/ 2171946 h 2200674"/>
              <a:gd name="connsiteX32" fmla="*/ 1335741 w 1783976"/>
              <a:gd name="connsiteY32" fmla="*/ 2136087 h 2200674"/>
              <a:gd name="connsiteX33" fmla="*/ 1389529 w 1783976"/>
              <a:gd name="connsiteY33" fmla="*/ 2118158 h 2200674"/>
              <a:gd name="connsiteX34" fmla="*/ 1470212 w 1783976"/>
              <a:gd name="connsiteY34" fmla="*/ 2091264 h 2200674"/>
              <a:gd name="connsiteX35" fmla="*/ 1497106 w 1783976"/>
              <a:gd name="connsiteY35" fmla="*/ 2082299 h 2200674"/>
              <a:gd name="connsiteX36" fmla="*/ 1541929 w 1783976"/>
              <a:gd name="connsiteY36" fmla="*/ 2046440 h 2200674"/>
              <a:gd name="connsiteX37" fmla="*/ 1595718 w 1783976"/>
              <a:gd name="connsiteY37" fmla="*/ 1938864 h 2200674"/>
              <a:gd name="connsiteX38" fmla="*/ 1613647 w 1783976"/>
              <a:gd name="connsiteY38" fmla="*/ 1885076 h 2200674"/>
              <a:gd name="connsiteX39" fmla="*/ 1622612 w 1783976"/>
              <a:gd name="connsiteY39" fmla="*/ 1858182 h 2200674"/>
              <a:gd name="connsiteX40" fmla="*/ 1640541 w 1783976"/>
              <a:gd name="connsiteY40" fmla="*/ 1831287 h 2200674"/>
              <a:gd name="connsiteX41" fmla="*/ 1658471 w 1783976"/>
              <a:gd name="connsiteY41" fmla="*/ 1777499 h 2200674"/>
              <a:gd name="connsiteX42" fmla="*/ 1667435 w 1783976"/>
              <a:gd name="connsiteY42" fmla="*/ 1750605 h 2200674"/>
              <a:gd name="connsiteX43" fmla="*/ 1685365 w 1783976"/>
              <a:gd name="connsiteY43" fmla="*/ 1651993 h 2200674"/>
              <a:gd name="connsiteX44" fmla="*/ 1712259 w 1783976"/>
              <a:gd name="connsiteY44" fmla="*/ 1400982 h 2200674"/>
              <a:gd name="connsiteX45" fmla="*/ 1730188 w 1783976"/>
              <a:gd name="connsiteY45" fmla="*/ 1293405 h 2200674"/>
              <a:gd name="connsiteX46" fmla="*/ 1748118 w 1783976"/>
              <a:gd name="connsiteY46" fmla="*/ 1239617 h 2200674"/>
              <a:gd name="connsiteX47" fmla="*/ 1766047 w 1783976"/>
              <a:gd name="connsiteY47" fmla="*/ 1149970 h 2200674"/>
              <a:gd name="connsiteX48" fmla="*/ 1783976 w 1783976"/>
              <a:gd name="connsiteY48" fmla="*/ 1051358 h 2200674"/>
              <a:gd name="connsiteX49" fmla="*/ 1775012 w 1783976"/>
              <a:gd name="connsiteY49" fmla="*/ 692770 h 2200674"/>
              <a:gd name="connsiteX50" fmla="*/ 1766047 w 1783976"/>
              <a:gd name="connsiteY50" fmla="*/ 647946 h 2200674"/>
              <a:gd name="connsiteX51" fmla="*/ 1757082 w 1783976"/>
              <a:gd name="connsiteY51" fmla="*/ 567264 h 2200674"/>
              <a:gd name="connsiteX52" fmla="*/ 1739153 w 1783976"/>
              <a:gd name="connsiteY52" fmla="*/ 486582 h 2200674"/>
              <a:gd name="connsiteX53" fmla="*/ 1730188 w 1783976"/>
              <a:gd name="connsiteY53" fmla="*/ 459687 h 2200674"/>
              <a:gd name="connsiteX54" fmla="*/ 1721224 w 1783976"/>
              <a:gd name="connsiteY54" fmla="*/ 414864 h 2200674"/>
              <a:gd name="connsiteX55" fmla="*/ 1703294 w 1783976"/>
              <a:gd name="connsiteY55" fmla="*/ 352111 h 2200674"/>
              <a:gd name="connsiteX56" fmla="*/ 1685365 w 1783976"/>
              <a:gd name="connsiteY56" fmla="*/ 316252 h 2200674"/>
              <a:gd name="connsiteX57" fmla="*/ 1658471 w 1783976"/>
              <a:gd name="connsiteY57" fmla="*/ 244534 h 2200674"/>
              <a:gd name="connsiteX58" fmla="*/ 1649506 w 1783976"/>
              <a:gd name="connsiteY58" fmla="*/ 199711 h 2200674"/>
              <a:gd name="connsiteX59" fmla="*/ 1613647 w 1783976"/>
              <a:gd name="connsiteY59" fmla="*/ 154887 h 2200674"/>
              <a:gd name="connsiteX60" fmla="*/ 1559859 w 1783976"/>
              <a:gd name="connsiteY60" fmla="*/ 119029 h 2200674"/>
              <a:gd name="connsiteX61" fmla="*/ 1497106 w 1783976"/>
              <a:gd name="connsiteY61" fmla="*/ 101099 h 2200674"/>
              <a:gd name="connsiteX62" fmla="*/ 1407459 w 1783976"/>
              <a:gd name="connsiteY62" fmla="*/ 83170 h 2200674"/>
              <a:gd name="connsiteX63" fmla="*/ 1353671 w 1783976"/>
              <a:gd name="connsiteY63" fmla="*/ 65240 h 2200674"/>
              <a:gd name="connsiteX64" fmla="*/ 1326776 w 1783976"/>
              <a:gd name="connsiteY64" fmla="*/ 56276 h 2200674"/>
              <a:gd name="connsiteX65" fmla="*/ 1299882 w 1783976"/>
              <a:gd name="connsiteY65" fmla="*/ 47311 h 2200674"/>
              <a:gd name="connsiteX66" fmla="*/ 1246094 w 1783976"/>
              <a:gd name="connsiteY66" fmla="*/ 11452 h 220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783976" h="2200674">
                <a:moveTo>
                  <a:pt x="1246094" y="11452"/>
                </a:moveTo>
                <a:cubicBezTo>
                  <a:pt x="1140012" y="5475"/>
                  <a:pt x="1150248" y="-11019"/>
                  <a:pt x="663388" y="11452"/>
                </a:cubicBezTo>
                <a:cubicBezTo>
                  <a:pt x="647313" y="12194"/>
                  <a:pt x="632958" y="22185"/>
                  <a:pt x="618565" y="29382"/>
                </a:cubicBezTo>
                <a:cubicBezTo>
                  <a:pt x="595657" y="40836"/>
                  <a:pt x="557902" y="65652"/>
                  <a:pt x="537882" y="83170"/>
                </a:cubicBezTo>
                <a:cubicBezTo>
                  <a:pt x="465205" y="146763"/>
                  <a:pt x="534678" y="104304"/>
                  <a:pt x="430306" y="208676"/>
                </a:cubicBezTo>
                <a:cubicBezTo>
                  <a:pt x="280416" y="358566"/>
                  <a:pt x="466017" y="169718"/>
                  <a:pt x="331694" y="316252"/>
                </a:cubicBezTo>
                <a:cubicBezTo>
                  <a:pt x="314560" y="334943"/>
                  <a:pt x="293473" y="350025"/>
                  <a:pt x="277906" y="370040"/>
                </a:cubicBezTo>
                <a:cubicBezTo>
                  <a:pt x="251447" y="404059"/>
                  <a:pt x="233111" y="443964"/>
                  <a:pt x="206188" y="477617"/>
                </a:cubicBezTo>
                <a:cubicBezTo>
                  <a:pt x="194235" y="492558"/>
                  <a:pt x="181583" y="506966"/>
                  <a:pt x="170329" y="522440"/>
                </a:cubicBezTo>
                <a:cubicBezTo>
                  <a:pt x="143143" y="559821"/>
                  <a:pt x="125697" y="587735"/>
                  <a:pt x="107576" y="630017"/>
                </a:cubicBezTo>
                <a:cubicBezTo>
                  <a:pt x="97519" y="653484"/>
                  <a:pt x="90164" y="678029"/>
                  <a:pt x="80682" y="701734"/>
                </a:cubicBezTo>
                <a:cubicBezTo>
                  <a:pt x="66255" y="737803"/>
                  <a:pt x="35859" y="809311"/>
                  <a:pt x="35859" y="809311"/>
                </a:cubicBezTo>
                <a:cubicBezTo>
                  <a:pt x="32871" y="830229"/>
                  <a:pt x="28045" y="850965"/>
                  <a:pt x="26894" y="872064"/>
                </a:cubicBezTo>
                <a:cubicBezTo>
                  <a:pt x="19075" y="1015411"/>
                  <a:pt x="29268" y="1160253"/>
                  <a:pt x="8965" y="1302370"/>
                </a:cubicBezTo>
                <a:lnTo>
                  <a:pt x="0" y="1365123"/>
                </a:lnTo>
                <a:cubicBezTo>
                  <a:pt x="2988" y="1484652"/>
                  <a:pt x="1507" y="1604377"/>
                  <a:pt x="8965" y="1723711"/>
                </a:cubicBezTo>
                <a:cubicBezTo>
                  <a:pt x="10502" y="1748305"/>
                  <a:pt x="19101" y="1772052"/>
                  <a:pt x="26894" y="1795429"/>
                </a:cubicBezTo>
                <a:cubicBezTo>
                  <a:pt x="29882" y="1804394"/>
                  <a:pt x="31270" y="1814063"/>
                  <a:pt x="35859" y="1822323"/>
                </a:cubicBezTo>
                <a:cubicBezTo>
                  <a:pt x="46324" y="1841160"/>
                  <a:pt x="59765" y="1858182"/>
                  <a:pt x="71718" y="1876111"/>
                </a:cubicBezTo>
                <a:cubicBezTo>
                  <a:pt x="101369" y="1920588"/>
                  <a:pt x="82025" y="1895383"/>
                  <a:pt x="134471" y="1947829"/>
                </a:cubicBezTo>
                <a:cubicBezTo>
                  <a:pt x="168983" y="1982341"/>
                  <a:pt x="150816" y="1967691"/>
                  <a:pt x="188259" y="1992652"/>
                </a:cubicBezTo>
                <a:cubicBezTo>
                  <a:pt x="191247" y="2001617"/>
                  <a:pt x="192362" y="2011443"/>
                  <a:pt x="197224" y="2019546"/>
                </a:cubicBezTo>
                <a:cubicBezTo>
                  <a:pt x="209155" y="2039431"/>
                  <a:pt x="262258" y="2066651"/>
                  <a:pt x="268941" y="2073334"/>
                </a:cubicBezTo>
                <a:cubicBezTo>
                  <a:pt x="285618" y="2090011"/>
                  <a:pt x="291146" y="2097884"/>
                  <a:pt x="313765" y="2109193"/>
                </a:cubicBezTo>
                <a:cubicBezTo>
                  <a:pt x="322217" y="2113419"/>
                  <a:pt x="332207" y="2113932"/>
                  <a:pt x="340659" y="2118158"/>
                </a:cubicBezTo>
                <a:cubicBezTo>
                  <a:pt x="350296" y="2122976"/>
                  <a:pt x="357707" y="2131711"/>
                  <a:pt x="367553" y="2136087"/>
                </a:cubicBezTo>
                <a:cubicBezTo>
                  <a:pt x="384823" y="2143763"/>
                  <a:pt x="403412" y="2148040"/>
                  <a:pt x="421341" y="2154017"/>
                </a:cubicBezTo>
                <a:lnTo>
                  <a:pt x="475129" y="2171946"/>
                </a:lnTo>
                <a:cubicBezTo>
                  <a:pt x="490070" y="2174934"/>
                  <a:pt x="504948" y="2178263"/>
                  <a:pt x="519953" y="2180911"/>
                </a:cubicBezTo>
                <a:lnTo>
                  <a:pt x="627529" y="2198840"/>
                </a:lnTo>
                <a:cubicBezTo>
                  <a:pt x="862278" y="2194793"/>
                  <a:pt x="1013222" y="2213747"/>
                  <a:pt x="1210235" y="2180911"/>
                </a:cubicBezTo>
                <a:cubicBezTo>
                  <a:pt x="1225265" y="2178406"/>
                  <a:pt x="1240359" y="2175955"/>
                  <a:pt x="1255059" y="2171946"/>
                </a:cubicBezTo>
                <a:cubicBezTo>
                  <a:pt x="1393230" y="2134263"/>
                  <a:pt x="1250843" y="2173820"/>
                  <a:pt x="1335741" y="2136087"/>
                </a:cubicBezTo>
                <a:cubicBezTo>
                  <a:pt x="1353011" y="2128411"/>
                  <a:pt x="1371600" y="2124134"/>
                  <a:pt x="1389529" y="2118158"/>
                </a:cubicBezTo>
                <a:lnTo>
                  <a:pt x="1470212" y="2091264"/>
                </a:lnTo>
                <a:cubicBezTo>
                  <a:pt x="1479177" y="2088276"/>
                  <a:pt x="1489243" y="2087541"/>
                  <a:pt x="1497106" y="2082299"/>
                </a:cubicBezTo>
                <a:cubicBezTo>
                  <a:pt x="1514752" y="2070535"/>
                  <a:pt x="1529153" y="2063475"/>
                  <a:pt x="1541929" y="2046440"/>
                </a:cubicBezTo>
                <a:cubicBezTo>
                  <a:pt x="1583636" y="1990830"/>
                  <a:pt x="1575039" y="2000901"/>
                  <a:pt x="1595718" y="1938864"/>
                </a:cubicBezTo>
                <a:lnTo>
                  <a:pt x="1613647" y="1885076"/>
                </a:lnTo>
                <a:cubicBezTo>
                  <a:pt x="1616635" y="1876111"/>
                  <a:pt x="1617370" y="1866045"/>
                  <a:pt x="1622612" y="1858182"/>
                </a:cubicBezTo>
                <a:cubicBezTo>
                  <a:pt x="1628588" y="1849217"/>
                  <a:pt x="1636165" y="1841133"/>
                  <a:pt x="1640541" y="1831287"/>
                </a:cubicBezTo>
                <a:cubicBezTo>
                  <a:pt x="1648217" y="1814017"/>
                  <a:pt x="1652495" y="1795428"/>
                  <a:pt x="1658471" y="1777499"/>
                </a:cubicBezTo>
                <a:cubicBezTo>
                  <a:pt x="1661459" y="1768534"/>
                  <a:pt x="1665582" y="1759871"/>
                  <a:pt x="1667435" y="1750605"/>
                </a:cubicBezTo>
                <a:cubicBezTo>
                  <a:pt x="1679965" y="1687958"/>
                  <a:pt x="1673895" y="1720812"/>
                  <a:pt x="1685365" y="1651993"/>
                </a:cubicBezTo>
                <a:cubicBezTo>
                  <a:pt x="1716258" y="1296714"/>
                  <a:pt x="1687192" y="1543030"/>
                  <a:pt x="1712259" y="1400982"/>
                </a:cubicBezTo>
                <a:cubicBezTo>
                  <a:pt x="1718577" y="1365182"/>
                  <a:pt x="1718692" y="1327893"/>
                  <a:pt x="1730188" y="1293405"/>
                </a:cubicBezTo>
                <a:cubicBezTo>
                  <a:pt x="1736165" y="1275476"/>
                  <a:pt x="1743534" y="1257952"/>
                  <a:pt x="1748118" y="1239617"/>
                </a:cubicBezTo>
                <a:cubicBezTo>
                  <a:pt x="1755509" y="1210053"/>
                  <a:pt x="1760071" y="1179852"/>
                  <a:pt x="1766047" y="1149970"/>
                </a:cubicBezTo>
                <a:cubicBezTo>
                  <a:pt x="1778579" y="1087311"/>
                  <a:pt x="1772505" y="1120189"/>
                  <a:pt x="1783976" y="1051358"/>
                </a:cubicBezTo>
                <a:cubicBezTo>
                  <a:pt x="1780988" y="931829"/>
                  <a:pt x="1780321" y="812219"/>
                  <a:pt x="1775012" y="692770"/>
                </a:cubicBezTo>
                <a:cubicBezTo>
                  <a:pt x="1774335" y="677548"/>
                  <a:pt x="1768202" y="663030"/>
                  <a:pt x="1766047" y="647946"/>
                </a:cubicBezTo>
                <a:cubicBezTo>
                  <a:pt x="1762220" y="621158"/>
                  <a:pt x="1760909" y="594052"/>
                  <a:pt x="1757082" y="567264"/>
                </a:cubicBezTo>
                <a:cubicBezTo>
                  <a:pt x="1754440" y="548767"/>
                  <a:pt x="1744749" y="506166"/>
                  <a:pt x="1739153" y="486582"/>
                </a:cubicBezTo>
                <a:cubicBezTo>
                  <a:pt x="1736557" y="477496"/>
                  <a:pt x="1732480" y="468855"/>
                  <a:pt x="1730188" y="459687"/>
                </a:cubicBezTo>
                <a:cubicBezTo>
                  <a:pt x="1726493" y="444905"/>
                  <a:pt x="1724529" y="429738"/>
                  <a:pt x="1721224" y="414864"/>
                </a:cubicBezTo>
                <a:cubicBezTo>
                  <a:pt x="1717724" y="399115"/>
                  <a:pt x="1710206" y="368239"/>
                  <a:pt x="1703294" y="352111"/>
                </a:cubicBezTo>
                <a:cubicBezTo>
                  <a:pt x="1698030" y="339828"/>
                  <a:pt x="1690057" y="328765"/>
                  <a:pt x="1685365" y="316252"/>
                </a:cubicBezTo>
                <a:cubicBezTo>
                  <a:pt x="1648748" y="218604"/>
                  <a:pt x="1708387" y="344370"/>
                  <a:pt x="1658471" y="244534"/>
                </a:cubicBezTo>
                <a:cubicBezTo>
                  <a:pt x="1655483" y="229593"/>
                  <a:pt x="1654856" y="213978"/>
                  <a:pt x="1649506" y="199711"/>
                </a:cubicBezTo>
                <a:cubicBezTo>
                  <a:pt x="1644904" y="187441"/>
                  <a:pt x="1625061" y="163447"/>
                  <a:pt x="1613647" y="154887"/>
                </a:cubicBezTo>
                <a:cubicBezTo>
                  <a:pt x="1596408" y="141958"/>
                  <a:pt x="1580301" y="125843"/>
                  <a:pt x="1559859" y="119029"/>
                </a:cubicBezTo>
                <a:cubicBezTo>
                  <a:pt x="1534226" y="110484"/>
                  <a:pt x="1525248" y="106728"/>
                  <a:pt x="1497106" y="101099"/>
                </a:cubicBezTo>
                <a:cubicBezTo>
                  <a:pt x="1448660" y="91409"/>
                  <a:pt x="1449093" y="95660"/>
                  <a:pt x="1407459" y="83170"/>
                </a:cubicBezTo>
                <a:cubicBezTo>
                  <a:pt x="1389357" y="77739"/>
                  <a:pt x="1371600" y="71216"/>
                  <a:pt x="1353671" y="65240"/>
                </a:cubicBezTo>
                <a:lnTo>
                  <a:pt x="1326776" y="56276"/>
                </a:lnTo>
                <a:cubicBezTo>
                  <a:pt x="1317811" y="53288"/>
                  <a:pt x="1307745" y="52553"/>
                  <a:pt x="1299882" y="47311"/>
                </a:cubicBezTo>
                <a:cubicBezTo>
                  <a:pt x="1267428" y="25676"/>
                  <a:pt x="1352176" y="17429"/>
                  <a:pt x="1246094" y="11452"/>
                </a:cubicBez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bject 19">
            <a:extLst>
              <a:ext uri="{FF2B5EF4-FFF2-40B4-BE49-F238E27FC236}">
                <a16:creationId xmlns:a16="http://schemas.microsoft.com/office/drawing/2014/main" id="{F2A0AB6E-83BE-781E-3E35-021DAB2FD93C}"/>
              </a:ext>
            </a:extLst>
          </p:cNvPr>
          <p:cNvSpPr/>
          <p:nvPr/>
        </p:nvSpPr>
        <p:spPr>
          <a:xfrm>
            <a:off x="9286636" y="4078570"/>
            <a:ext cx="429296" cy="330835"/>
          </a:xfrm>
          <a:prstGeom prst="ellipse">
            <a:avLst/>
          </a:prstGeom>
          <a:solidFill>
            <a:schemeClr val="bg1"/>
          </a:solidFill>
          <a:ln w="25399">
            <a:solidFill>
              <a:srgbClr val="839950"/>
            </a:solidFill>
          </a:ln>
        </p:spPr>
        <p:txBody>
          <a:bodyPr wrap="square" lIns="0" tIns="0" rIns="0" bIns="0" rtlCol="0"/>
          <a:lstStyle/>
          <a:p>
            <a:r>
              <a:rPr lang="en-US" sz="1400" dirty="0"/>
              <a:t>45</a:t>
            </a:r>
            <a:endParaRPr sz="1400" dirty="0"/>
          </a:p>
        </p:txBody>
      </p:sp>
      <p:cxnSp>
        <p:nvCxnSpPr>
          <p:cNvPr id="38" name="直接箭头连接符 37">
            <a:extLst>
              <a:ext uri="{FF2B5EF4-FFF2-40B4-BE49-F238E27FC236}">
                <a16:creationId xmlns:a16="http://schemas.microsoft.com/office/drawing/2014/main" id="{C90FA3B1-B169-55D5-521C-75CFA1784143}"/>
              </a:ext>
            </a:extLst>
          </p:cNvPr>
          <p:cNvCxnSpPr/>
          <p:nvPr/>
        </p:nvCxnSpPr>
        <p:spPr>
          <a:xfrm>
            <a:off x="9189163" y="3637156"/>
            <a:ext cx="277438" cy="4324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Freeform 34">
            <a:extLst>
              <a:ext uri="{FF2B5EF4-FFF2-40B4-BE49-F238E27FC236}">
                <a16:creationId xmlns:a16="http://schemas.microsoft.com/office/drawing/2014/main" id="{C9C307B0-D80A-34D3-33D1-A21E47F20FA3}"/>
              </a:ext>
            </a:extLst>
          </p:cNvPr>
          <p:cNvSpPr/>
          <p:nvPr/>
        </p:nvSpPr>
        <p:spPr>
          <a:xfrm>
            <a:off x="9216649" y="3919540"/>
            <a:ext cx="547657" cy="654853"/>
          </a:xfrm>
          <a:custGeom>
            <a:avLst/>
            <a:gdLst>
              <a:gd name="connsiteX0" fmla="*/ 1246094 w 1783976"/>
              <a:gd name="connsiteY0" fmla="*/ 11452 h 2200674"/>
              <a:gd name="connsiteX1" fmla="*/ 663388 w 1783976"/>
              <a:gd name="connsiteY1" fmla="*/ 11452 h 2200674"/>
              <a:gd name="connsiteX2" fmla="*/ 618565 w 1783976"/>
              <a:gd name="connsiteY2" fmla="*/ 29382 h 2200674"/>
              <a:gd name="connsiteX3" fmla="*/ 537882 w 1783976"/>
              <a:gd name="connsiteY3" fmla="*/ 83170 h 2200674"/>
              <a:gd name="connsiteX4" fmla="*/ 430306 w 1783976"/>
              <a:gd name="connsiteY4" fmla="*/ 208676 h 2200674"/>
              <a:gd name="connsiteX5" fmla="*/ 331694 w 1783976"/>
              <a:gd name="connsiteY5" fmla="*/ 316252 h 2200674"/>
              <a:gd name="connsiteX6" fmla="*/ 277906 w 1783976"/>
              <a:gd name="connsiteY6" fmla="*/ 370040 h 2200674"/>
              <a:gd name="connsiteX7" fmla="*/ 206188 w 1783976"/>
              <a:gd name="connsiteY7" fmla="*/ 477617 h 2200674"/>
              <a:gd name="connsiteX8" fmla="*/ 170329 w 1783976"/>
              <a:gd name="connsiteY8" fmla="*/ 522440 h 2200674"/>
              <a:gd name="connsiteX9" fmla="*/ 107576 w 1783976"/>
              <a:gd name="connsiteY9" fmla="*/ 630017 h 2200674"/>
              <a:gd name="connsiteX10" fmla="*/ 80682 w 1783976"/>
              <a:gd name="connsiteY10" fmla="*/ 701734 h 2200674"/>
              <a:gd name="connsiteX11" fmla="*/ 35859 w 1783976"/>
              <a:gd name="connsiteY11" fmla="*/ 809311 h 2200674"/>
              <a:gd name="connsiteX12" fmla="*/ 26894 w 1783976"/>
              <a:gd name="connsiteY12" fmla="*/ 872064 h 2200674"/>
              <a:gd name="connsiteX13" fmla="*/ 8965 w 1783976"/>
              <a:gd name="connsiteY13" fmla="*/ 1302370 h 2200674"/>
              <a:gd name="connsiteX14" fmla="*/ 0 w 1783976"/>
              <a:gd name="connsiteY14" fmla="*/ 1365123 h 2200674"/>
              <a:gd name="connsiteX15" fmla="*/ 8965 w 1783976"/>
              <a:gd name="connsiteY15" fmla="*/ 1723711 h 2200674"/>
              <a:gd name="connsiteX16" fmla="*/ 26894 w 1783976"/>
              <a:gd name="connsiteY16" fmla="*/ 1795429 h 2200674"/>
              <a:gd name="connsiteX17" fmla="*/ 35859 w 1783976"/>
              <a:gd name="connsiteY17" fmla="*/ 1822323 h 2200674"/>
              <a:gd name="connsiteX18" fmla="*/ 71718 w 1783976"/>
              <a:gd name="connsiteY18" fmla="*/ 1876111 h 2200674"/>
              <a:gd name="connsiteX19" fmla="*/ 134471 w 1783976"/>
              <a:gd name="connsiteY19" fmla="*/ 1947829 h 2200674"/>
              <a:gd name="connsiteX20" fmla="*/ 188259 w 1783976"/>
              <a:gd name="connsiteY20" fmla="*/ 1992652 h 2200674"/>
              <a:gd name="connsiteX21" fmla="*/ 197224 w 1783976"/>
              <a:gd name="connsiteY21" fmla="*/ 2019546 h 2200674"/>
              <a:gd name="connsiteX22" fmla="*/ 268941 w 1783976"/>
              <a:gd name="connsiteY22" fmla="*/ 2073334 h 2200674"/>
              <a:gd name="connsiteX23" fmla="*/ 313765 w 1783976"/>
              <a:gd name="connsiteY23" fmla="*/ 2109193 h 2200674"/>
              <a:gd name="connsiteX24" fmla="*/ 340659 w 1783976"/>
              <a:gd name="connsiteY24" fmla="*/ 2118158 h 2200674"/>
              <a:gd name="connsiteX25" fmla="*/ 367553 w 1783976"/>
              <a:gd name="connsiteY25" fmla="*/ 2136087 h 2200674"/>
              <a:gd name="connsiteX26" fmla="*/ 421341 w 1783976"/>
              <a:gd name="connsiteY26" fmla="*/ 2154017 h 2200674"/>
              <a:gd name="connsiteX27" fmla="*/ 475129 w 1783976"/>
              <a:gd name="connsiteY27" fmla="*/ 2171946 h 2200674"/>
              <a:gd name="connsiteX28" fmla="*/ 519953 w 1783976"/>
              <a:gd name="connsiteY28" fmla="*/ 2180911 h 2200674"/>
              <a:gd name="connsiteX29" fmla="*/ 627529 w 1783976"/>
              <a:gd name="connsiteY29" fmla="*/ 2198840 h 2200674"/>
              <a:gd name="connsiteX30" fmla="*/ 1210235 w 1783976"/>
              <a:gd name="connsiteY30" fmla="*/ 2180911 h 2200674"/>
              <a:gd name="connsiteX31" fmla="*/ 1255059 w 1783976"/>
              <a:gd name="connsiteY31" fmla="*/ 2171946 h 2200674"/>
              <a:gd name="connsiteX32" fmla="*/ 1335741 w 1783976"/>
              <a:gd name="connsiteY32" fmla="*/ 2136087 h 2200674"/>
              <a:gd name="connsiteX33" fmla="*/ 1389529 w 1783976"/>
              <a:gd name="connsiteY33" fmla="*/ 2118158 h 2200674"/>
              <a:gd name="connsiteX34" fmla="*/ 1470212 w 1783976"/>
              <a:gd name="connsiteY34" fmla="*/ 2091264 h 2200674"/>
              <a:gd name="connsiteX35" fmla="*/ 1497106 w 1783976"/>
              <a:gd name="connsiteY35" fmla="*/ 2082299 h 2200674"/>
              <a:gd name="connsiteX36" fmla="*/ 1541929 w 1783976"/>
              <a:gd name="connsiteY36" fmla="*/ 2046440 h 2200674"/>
              <a:gd name="connsiteX37" fmla="*/ 1595718 w 1783976"/>
              <a:gd name="connsiteY37" fmla="*/ 1938864 h 2200674"/>
              <a:gd name="connsiteX38" fmla="*/ 1613647 w 1783976"/>
              <a:gd name="connsiteY38" fmla="*/ 1885076 h 2200674"/>
              <a:gd name="connsiteX39" fmla="*/ 1622612 w 1783976"/>
              <a:gd name="connsiteY39" fmla="*/ 1858182 h 2200674"/>
              <a:gd name="connsiteX40" fmla="*/ 1640541 w 1783976"/>
              <a:gd name="connsiteY40" fmla="*/ 1831287 h 2200674"/>
              <a:gd name="connsiteX41" fmla="*/ 1658471 w 1783976"/>
              <a:gd name="connsiteY41" fmla="*/ 1777499 h 2200674"/>
              <a:gd name="connsiteX42" fmla="*/ 1667435 w 1783976"/>
              <a:gd name="connsiteY42" fmla="*/ 1750605 h 2200674"/>
              <a:gd name="connsiteX43" fmla="*/ 1685365 w 1783976"/>
              <a:gd name="connsiteY43" fmla="*/ 1651993 h 2200674"/>
              <a:gd name="connsiteX44" fmla="*/ 1712259 w 1783976"/>
              <a:gd name="connsiteY44" fmla="*/ 1400982 h 2200674"/>
              <a:gd name="connsiteX45" fmla="*/ 1730188 w 1783976"/>
              <a:gd name="connsiteY45" fmla="*/ 1293405 h 2200674"/>
              <a:gd name="connsiteX46" fmla="*/ 1748118 w 1783976"/>
              <a:gd name="connsiteY46" fmla="*/ 1239617 h 2200674"/>
              <a:gd name="connsiteX47" fmla="*/ 1766047 w 1783976"/>
              <a:gd name="connsiteY47" fmla="*/ 1149970 h 2200674"/>
              <a:gd name="connsiteX48" fmla="*/ 1783976 w 1783976"/>
              <a:gd name="connsiteY48" fmla="*/ 1051358 h 2200674"/>
              <a:gd name="connsiteX49" fmla="*/ 1775012 w 1783976"/>
              <a:gd name="connsiteY49" fmla="*/ 692770 h 2200674"/>
              <a:gd name="connsiteX50" fmla="*/ 1766047 w 1783976"/>
              <a:gd name="connsiteY50" fmla="*/ 647946 h 2200674"/>
              <a:gd name="connsiteX51" fmla="*/ 1757082 w 1783976"/>
              <a:gd name="connsiteY51" fmla="*/ 567264 h 2200674"/>
              <a:gd name="connsiteX52" fmla="*/ 1739153 w 1783976"/>
              <a:gd name="connsiteY52" fmla="*/ 486582 h 2200674"/>
              <a:gd name="connsiteX53" fmla="*/ 1730188 w 1783976"/>
              <a:gd name="connsiteY53" fmla="*/ 459687 h 2200674"/>
              <a:gd name="connsiteX54" fmla="*/ 1721224 w 1783976"/>
              <a:gd name="connsiteY54" fmla="*/ 414864 h 2200674"/>
              <a:gd name="connsiteX55" fmla="*/ 1703294 w 1783976"/>
              <a:gd name="connsiteY55" fmla="*/ 352111 h 2200674"/>
              <a:gd name="connsiteX56" fmla="*/ 1685365 w 1783976"/>
              <a:gd name="connsiteY56" fmla="*/ 316252 h 2200674"/>
              <a:gd name="connsiteX57" fmla="*/ 1658471 w 1783976"/>
              <a:gd name="connsiteY57" fmla="*/ 244534 h 2200674"/>
              <a:gd name="connsiteX58" fmla="*/ 1649506 w 1783976"/>
              <a:gd name="connsiteY58" fmla="*/ 199711 h 2200674"/>
              <a:gd name="connsiteX59" fmla="*/ 1613647 w 1783976"/>
              <a:gd name="connsiteY59" fmla="*/ 154887 h 2200674"/>
              <a:gd name="connsiteX60" fmla="*/ 1559859 w 1783976"/>
              <a:gd name="connsiteY60" fmla="*/ 119029 h 2200674"/>
              <a:gd name="connsiteX61" fmla="*/ 1497106 w 1783976"/>
              <a:gd name="connsiteY61" fmla="*/ 101099 h 2200674"/>
              <a:gd name="connsiteX62" fmla="*/ 1407459 w 1783976"/>
              <a:gd name="connsiteY62" fmla="*/ 83170 h 2200674"/>
              <a:gd name="connsiteX63" fmla="*/ 1353671 w 1783976"/>
              <a:gd name="connsiteY63" fmla="*/ 65240 h 2200674"/>
              <a:gd name="connsiteX64" fmla="*/ 1326776 w 1783976"/>
              <a:gd name="connsiteY64" fmla="*/ 56276 h 2200674"/>
              <a:gd name="connsiteX65" fmla="*/ 1299882 w 1783976"/>
              <a:gd name="connsiteY65" fmla="*/ 47311 h 2200674"/>
              <a:gd name="connsiteX66" fmla="*/ 1246094 w 1783976"/>
              <a:gd name="connsiteY66" fmla="*/ 11452 h 2200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783976" h="2200674">
                <a:moveTo>
                  <a:pt x="1246094" y="11452"/>
                </a:moveTo>
                <a:cubicBezTo>
                  <a:pt x="1140012" y="5475"/>
                  <a:pt x="1150248" y="-11019"/>
                  <a:pt x="663388" y="11452"/>
                </a:cubicBezTo>
                <a:cubicBezTo>
                  <a:pt x="647313" y="12194"/>
                  <a:pt x="632958" y="22185"/>
                  <a:pt x="618565" y="29382"/>
                </a:cubicBezTo>
                <a:cubicBezTo>
                  <a:pt x="595657" y="40836"/>
                  <a:pt x="557902" y="65652"/>
                  <a:pt x="537882" y="83170"/>
                </a:cubicBezTo>
                <a:cubicBezTo>
                  <a:pt x="465205" y="146763"/>
                  <a:pt x="534678" y="104304"/>
                  <a:pt x="430306" y="208676"/>
                </a:cubicBezTo>
                <a:cubicBezTo>
                  <a:pt x="280416" y="358566"/>
                  <a:pt x="466017" y="169718"/>
                  <a:pt x="331694" y="316252"/>
                </a:cubicBezTo>
                <a:cubicBezTo>
                  <a:pt x="314560" y="334943"/>
                  <a:pt x="293473" y="350025"/>
                  <a:pt x="277906" y="370040"/>
                </a:cubicBezTo>
                <a:cubicBezTo>
                  <a:pt x="251447" y="404059"/>
                  <a:pt x="233111" y="443964"/>
                  <a:pt x="206188" y="477617"/>
                </a:cubicBezTo>
                <a:cubicBezTo>
                  <a:pt x="194235" y="492558"/>
                  <a:pt x="181583" y="506966"/>
                  <a:pt x="170329" y="522440"/>
                </a:cubicBezTo>
                <a:cubicBezTo>
                  <a:pt x="143143" y="559821"/>
                  <a:pt x="125697" y="587735"/>
                  <a:pt x="107576" y="630017"/>
                </a:cubicBezTo>
                <a:cubicBezTo>
                  <a:pt x="97519" y="653484"/>
                  <a:pt x="90164" y="678029"/>
                  <a:pt x="80682" y="701734"/>
                </a:cubicBezTo>
                <a:cubicBezTo>
                  <a:pt x="66255" y="737803"/>
                  <a:pt x="35859" y="809311"/>
                  <a:pt x="35859" y="809311"/>
                </a:cubicBezTo>
                <a:cubicBezTo>
                  <a:pt x="32871" y="830229"/>
                  <a:pt x="28045" y="850965"/>
                  <a:pt x="26894" y="872064"/>
                </a:cubicBezTo>
                <a:cubicBezTo>
                  <a:pt x="19075" y="1015411"/>
                  <a:pt x="29268" y="1160253"/>
                  <a:pt x="8965" y="1302370"/>
                </a:cubicBezTo>
                <a:lnTo>
                  <a:pt x="0" y="1365123"/>
                </a:lnTo>
                <a:cubicBezTo>
                  <a:pt x="2988" y="1484652"/>
                  <a:pt x="1507" y="1604377"/>
                  <a:pt x="8965" y="1723711"/>
                </a:cubicBezTo>
                <a:cubicBezTo>
                  <a:pt x="10502" y="1748305"/>
                  <a:pt x="19101" y="1772052"/>
                  <a:pt x="26894" y="1795429"/>
                </a:cubicBezTo>
                <a:cubicBezTo>
                  <a:pt x="29882" y="1804394"/>
                  <a:pt x="31270" y="1814063"/>
                  <a:pt x="35859" y="1822323"/>
                </a:cubicBezTo>
                <a:cubicBezTo>
                  <a:pt x="46324" y="1841160"/>
                  <a:pt x="59765" y="1858182"/>
                  <a:pt x="71718" y="1876111"/>
                </a:cubicBezTo>
                <a:cubicBezTo>
                  <a:pt x="101369" y="1920588"/>
                  <a:pt x="82025" y="1895383"/>
                  <a:pt x="134471" y="1947829"/>
                </a:cubicBezTo>
                <a:cubicBezTo>
                  <a:pt x="168983" y="1982341"/>
                  <a:pt x="150816" y="1967691"/>
                  <a:pt x="188259" y="1992652"/>
                </a:cubicBezTo>
                <a:cubicBezTo>
                  <a:pt x="191247" y="2001617"/>
                  <a:pt x="192362" y="2011443"/>
                  <a:pt x="197224" y="2019546"/>
                </a:cubicBezTo>
                <a:cubicBezTo>
                  <a:pt x="209155" y="2039431"/>
                  <a:pt x="262258" y="2066651"/>
                  <a:pt x="268941" y="2073334"/>
                </a:cubicBezTo>
                <a:cubicBezTo>
                  <a:pt x="285618" y="2090011"/>
                  <a:pt x="291146" y="2097884"/>
                  <a:pt x="313765" y="2109193"/>
                </a:cubicBezTo>
                <a:cubicBezTo>
                  <a:pt x="322217" y="2113419"/>
                  <a:pt x="332207" y="2113932"/>
                  <a:pt x="340659" y="2118158"/>
                </a:cubicBezTo>
                <a:cubicBezTo>
                  <a:pt x="350296" y="2122976"/>
                  <a:pt x="357707" y="2131711"/>
                  <a:pt x="367553" y="2136087"/>
                </a:cubicBezTo>
                <a:cubicBezTo>
                  <a:pt x="384823" y="2143763"/>
                  <a:pt x="403412" y="2148040"/>
                  <a:pt x="421341" y="2154017"/>
                </a:cubicBezTo>
                <a:lnTo>
                  <a:pt x="475129" y="2171946"/>
                </a:lnTo>
                <a:cubicBezTo>
                  <a:pt x="490070" y="2174934"/>
                  <a:pt x="504948" y="2178263"/>
                  <a:pt x="519953" y="2180911"/>
                </a:cubicBezTo>
                <a:lnTo>
                  <a:pt x="627529" y="2198840"/>
                </a:lnTo>
                <a:cubicBezTo>
                  <a:pt x="862278" y="2194793"/>
                  <a:pt x="1013222" y="2213747"/>
                  <a:pt x="1210235" y="2180911"/>
                </a:cubicBezTo>
                <a:cubicBezTo>
                  <a:pt x="1225265" y="2178406"/>
                  <a:pt x="1240359" y="2175955"/>
                  <a:pt x="1255059" y="2171946"/>
                </a:cubicBezTo>
                <a:cubicBezTo>
                  <a:pt x="1393230" y="2134263"/>
                  <a:pt x="1250843" y="2173820"/>
                  <a:pt x="1335741" y="2136087"/>
                </a:cubicBezTo>
                <a:cubicBezTo>
                  <a:pt x="1353011" y="2128411"/>
                  <a:pt x="1371600" y="2124134"/>
                  <a:pt x="1389529" y="2118158"/>
                </a:cubicBezTo>
                <a:lnTo>
                  <a:pt x="1470212" y="2091264"/>
                </a:lnTo>
                <a:cubicBezTo>
                  <a:pt x="1479177" y="2088276"/>
                  <a:pt x="1489243" y="2087541"/>
                  <a:pt x="1497106" y="2082299"/>
                </a:cubicBezTo>
                <a:cubicBezTo>
                  <a:pt x="1514752" y="2070535"/>
                  <a:pt x="1529153" y="2063475"/>
                  <a:pt x="1541929" y="2046440"/>
                </a:cubicBezTo>
                <a:cubicBezTo>
                  <a:pt x="1583636" y="1990830"/>
                  <a:pt x="1575039" y="2000901"/>
                  <a:pt x="1595718" y="1938864"/>
                </a:cubicBezTo>
                <a:lnTo>
                  <a:pt x="1613647" y="1885076"/>
                </a:lnTo>
                <a:cubicBezTo>
                  <a:pt x="1616635" y="1876111"/>
                  <a:pt x="1617370" y="1866045"/>
                  <a:pt x="1622612" y="1858182"/>
                </a:cubicBezTo>
                <a:cubicBezTo>
                  <a:pt x="1628588" y="1849217"/>
                  <a:pt x="1636165" y="1841133"/>
                  <a:pt x="1640541" y="1831287"/>
                </a:cubicBezTo>
                <a:cubicBezTo>
                  <a:pt x="1648217" y="1814017"/>
                  <a:pt x="1652495" y="1795428"/>
                  <a:pt x="1658471" y="1777499"/>
                </a:cubicBezTo>
                <a:cubicBezTo>
                  <a:pt x="1661459" y="1768534"/>
                  <a:pt x="1665582" y="1759871"/>
                  <a:pt x="1667435" y="1750605"/>
                </a:cubicBezTo>
                <a:cubicBezTo>
                  <a:pt x="1679965" y="1687958"/>
                  <a:pt x="1673895" y="1720812"/>
                  <a:pt x="1685365" y="1651993"/>
                </a:cubicBezTo>
                <a:cubicBezTo>
                  <a:pt x="1716258" y="1296714"/>
                  <a:pt x="1687192" y="1543030"/>
                  <a:pt x="1712259" y="1400982"/>
                </a:cubicBezTo>
                <a:cubicBezTo>
                  <a:pt x="1718577" y="1365182"/>
                  <a:pt x="1718692" y="1327893"/>
                  <a:pt x="1730188" y="1293405"/>
                </a:cubicBezTo>
                <a:cubicBezTo>
                  <a:pt x="1736165" y="1275476"/>
                  <a:pt x="1743534" y="1257952"/>
                  <a:pt x="1748118" y="1239617"/>
                </a:cubicBezTo>
                <a:cubicBezTo>
                  <a:pt x="1755509" y="1210053"/>
                  <a:pt x="1760071" y="1179852"/>
                  <a:pt x="1766047" y="1149970"/>
                </a:cubicBezTo>
                <a:cubicBezTo>
                  <a:pt x="1778579" y="1087311"/>
                  <a:pt x="1772505" y="1120189"/>
                  <a:pt x="1783976" y="1051358"/>
                </a:cubicBezTo>
                <a:cubicBezTo>
                  <a:pt x="1780988" y="931829"/>
                  <a:pt x="1780321" y="812219"/>
                  <a:pt x="1775012" y="692770"/>
                </a:cubicBezTo>
                <a:cubicBezTo>
                  <a:pt x="1774335" y="677548"/>
                  <a:pt x="1768202" y="663030"/>
                  <a:pt x="1766047" y="647946"/>
                </a:cubicBezTo>
                <a:cubicBezTo>
                  <a:pt x="1762220" y="621158"/>
                  <a:pt x="1760909" y="594052"/>
                  <a:pt x="1757082" y="567264"/>
                </a:cubicBezTo>
                <a:cubicBezTo>
                  <a:pt x="1754440" y="548767"/>
                  <a:pt x="1744749" y="506166"/>
                  <a:pt x="1739153" y="486582"/>
                </a:cubicBezTo>
                <a:cubicBezTo>
                  <a:pt x="1736557" y="477496"/>
                  <a:pt x="1732480" y="468855"/>
                  <a:pt x="1730188" y="459687"/>
                </a:cubicBezTo>
                <a:cubicBezTo>
                  <a:pt x="1726493" y="444905"/>
                  <a:pt x="1724529" y="429738"/>
                  <a:pt x="1721224" y="414864"/>
                </a:cubicBezTo>
                <a:cubicBezTo>
                  <a:pt x="1717724" y="399115"/>
                  <a:pt x="1710206" y="368239"/>
                  <a:pt x="1703294" y="352111"/>
                </a:cubicBezTo>
                <a:cubicBezTo>
                  <a:pt x="1698030" y="339828"/>
                  <a:pt x="1690057" y="328765"/>
                  <a:pt x="1685365" y="316252"/>
                </a:cubicBezTo>
                <a:cubicBezTo>
                  <a:pt x="1648748" y="218604"/>
                  <a:pt x="1708387" y="344370"/>
                  <a:pt x="1658471" y="244534"/>
                </a:cubicBezTo>
                <a:cubicBezTo>
                  <a:pt x="1655483" y="229593"/>
                  <a:pt x="1654856" y="213978"/>
                  <a:pt x="1649506" y="199711"/>
                </a:cubicBezTo>
                <a:cubicBezTo>
                  <a:pt x="1644904" y="187441"/>
                  <a:pt x="1625061" y="163447"/>
                  <a:pt x="1613647" y="154887"/>
                </a:cubicBezTo>
                <a:cubicBezTo>
                  <a:pt x="1596408" y="141958"/>
                  <a:pt x="1580301" y="125843"/>
                  <a:pt x="1559859" y="119029"/>
                </a:cubicBezTo>
                <a:cubicBezTo>
                  <a:pt x="1534226" y="110484"/>
                  <a:pt x="1525248" y="106728"/>
                  <a:pt x="1497106" y="101099"/>
                </a:cubicBezTo>
                <a:cubicBezTo>
                  <a:pt x="1448660" y="91409"/>
                  <a:pt x="1449093" y="95660"/>
                  <a:pt x="1407459" y="83170"/>
                </a:cubicBezTo>
                <a:cubicBezTo>
                  <a:pt x="1389357" y="77739"/>
                  <a:pt x="1371600" y="71216"/>
                  <a:pt x="1353671" y="65240"/>
                </a:cubicBezTo>
                <a:lnTo>
                  <a:pt x="1326776" y="56276"/>
                </a:lnTo>
                <a:cubicBezTo>
                  <a:pt x="1317811" y="53288"/>
                  <a:pt x="1307745" y="52553"/>
                  <a:pt x="1299882" y="47311"/>
                </a:cubicBezTo>
                <a:cubicBezTo>
                  <a:pt x="1267428" y="25676"/>
                  <a:pt x="1352176" y="17429"/>
                  <a:pt x="1246094" y="11452"/>
                </a:cubicBez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843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3"/>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34"/>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3"/>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22"/>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25"/>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26"/>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31"/>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32"/>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5" grpId="0" animBg="1"/>
      <p:bldP spid="17" grpId="0" animBg="1"/>
      <p:bldP spid="19" grpId="0" animBg="1"/>
      <p:bldP spid="30" grpId="0" animBg="1"/>
      <p:bldP spid="32" grpId="0" animBg="1"/>
      <p:bldP spid="32" grpId="1" animBg="1"/>
      <p:bldP spid="33" grpId="0" animBg="1"/>
      <p:bldP spid="33" grpId="1" animBg="1"/>
      <p:bldP spid="34" grpId="0" animBg="1"/>
      <p:bldP spid="34" grpId="1" animBg="1"/>
      <p:bldP spid="35" grpId="0" animBg="1"/>
      <p:bldP spid="36" grpId="0" animBg="1"/>
      <p:bldP spid="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53EE-64D3-4EA5-3A0E-DEA8F4A6CAB4}"/>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5E8EB9EB-B3FA-2CE7-4C46-0FE9BB929162}"/>
              </a:ext>
            </a:extLst>
          </p:cNvPr>
          <p:cNvSpPr>
            <a:spLocks noGrp="1"/>
          </p:cNvSpPr>
          <p:nvPr>
            <p:ph type="title"/>
          </p:nvPr>
        </p:nvSpPr>
        <p:spPr/>
        <p:txBody>
          <a:bodyPr/>
          <a:lstStyle/>
          <a:p>
            <a:pPr eaLnBrk="1" hangingPunct="1"/>
            <a:r>
              <a:rPr lang="en-US" dirty="0"/>
              <a:t>Binary Tree Traversal – Depth-first Traversals</a:t>
            </a:r>
            <a:endParaRPr lang="en-US" altLang="en-US" dirty="0"/>
          </a:p>
        </p:txBody>
      </p:sp>
      <p:sp>
        <p:nvSpPr>
          <p:cNvPr id="5123" name="Rectangle 3">
            <a:extLst>
              <a:ext uri="{FF2B5EF4-FFF2-40B4-BE49-F238E27FC236}">
                <a16:creationId xmlns:a16="http://schemas.microsoft.com/office/drawing/2014/main" id="{A39EE2E6-5C1D-9D2C-14AB-87641FA516A9}"/>
              </a:ext>
            </a:extLst>
          </p:cNvPr>
          <p:cNvSpPr>
            <a:spLocks noGrp="1" noChangeArrowheads="1"/>
          </p:cNvSpPr>
          <p:nvPr>
            <p:ph idx="1"/>
          </p:nvPr>
        </p:nvSpPr>
        <p:spPr/>
        <p:txBody>
          <a:bodyPr rtlCol="0">
            <a:normAutofit/>
          </a:bodyPr>
          <a:lstStyle/>
          <a:p>
            <a:pPr marL="0" indent="0">
              <a:buNone/>
            </a:pPr>
            <a:r>
              <a:rPr lang="en-US" dirty="0"/>
              <a:t>Traversal Problem:</a:t>
            </a:r>
          </a:p>
          <a:p>
            <a:r>
              <a:rPr lang="en-US" dirty="0"/>
              <a:t>Visit root + right subtree +  left subtree</a:t>
            </a:r>
          </a:p>
          <a:p>
            <a:r>
              <a:rPr lang="en-US" dirty="0"/>
              <a:t>Each subtree repeat the same procedure</a:t>
            </a:r>
          </a:p>
          <a:p>
            <a:pPr marL="0" indent="0">
              <a:buNone/>
            </a:pPr>
            <a:r>
              <a:rPr lang="en-US" dirty="0"/>
              <a:t>	visit root + right subtree + left subtree</a:t>
            </a:r>
          </a:p>
          <a:p>
            <a:r>
              <a:rPr lang="en-US" dirty="0"/>
              <a:t>Until reach the leave</a:t>
            </a:r>
          </a:p>
          <a:p>
            <a:pPr marL="0" indent="0">
              <a:buNone/>
            </a:pPr>
            <a:r>
              <a:rPr lang="en-US" dirty="0"/>
              <a:t>	visit the root (leaf only)</a:t>
            </a:r>
          </a:p>
          <a:p>
            <a:r>
              <a:rPr lang="en-US" dirty="0"/>
              <a:t>It is a recursive problem </a:t>
            </a:r>
          </a:p>
          <a:p>
            <a:pPr marL="457200" lvl="1" indent="0">
              <a:buNone/>
              <a:defRPr/>
            </a:pPr>
            <a:endParaRPr lang="en-US" dirty="0">
              <a:ea typeface="+mn-ea"/>
            </a:endParaRPr>
          </a:p>
        </p:txBody>
      </p:sp>
      <p:sp>
        <p:nvSpPr>
          <p:cNvPr id="10" name="object 8">
            <a:extLst>
              <a:ext uri="{FF2B5EF4-FFF2-40B4-BE49-F238E27FC236}">
                <a16:creationId xmlns:a16="http://schemas.microsoft.com/office/drawing/2014/main" id="{6F1E90B8-4561-99ED-8B8E-37726AB054B2}"/>
              </a:ext>
            </a:extLst>
          </p:cNvPr>
          <p:cNvSpPr/>
          <p:nvPr/>
        </p:nvSpPr>
        <p:spPr>
          <a:xfrm>
            <a:off x="8780218" y="3354771"/>
            <a:ext cx="429296" cy="330835"/>
          </a:xfrm>
          <a:prstGeom prst="ellipse">
            <a:avLst/>
          </a:prstGeom>
          <a:solidFill>
            <a:schemeClr val="bg1"/>
          </a:solidFill>
        </p:spPr>
        <p:txBody>
          <a:bodyPr wrap="square" lIns="0" tIns="0" rIns="0" bIns="0" rtlCol="0"/>
          <a:lstStyle/>
          <a:p>
            <a:endParaRPr sz="1400"/>
          </a:p>
        </p:txBody>
      </p:sp>
      <p:sp>
        <p:nvSpPr>
          <p:cNvPr id="12" name="object 10">
            <a:extLst>
              <a:ext uri="{FF2B5EF4-FFF2-40B4-BE49-F238E27FC236}">
                <a16:creationId xmlns:a16="http://schemas.microsoft.com/office/drawing/2014/main" id="{1EA5CE91-727C-6545-8341-318856EDCF66}"/>
              </a:ext>
            </a:extLst>
          </p:cNvPr>
          <p:cNvSpPr/>
          <p:nvPr/>
        </p:nvSpPr>
        <p:spPr>
          <a:xfrm>
            <a:off x="8351004" y="4064235"/>
            <a:ext cx="429296" cy="330835"/>
          </a:xfrm>
          <a:prstGeom prst="ellipse">
            <a:avLst/>
          </a:prstGeom>
          <a:solidFill>
            <a:schemeClr val="bg1"/>
          </a:solidFill>
        </p:spPr>
        <p:txBody>
          <a:bodyPr wrap="square" lIns="0" tIns="0" rIns="0" bIns="0" rtlCol="0"/>
          <a:lstStyle/>
          <a:p>
            <a:endParaRPr sz="1400"/>
          </a:p>
        </p:txBody>
      </p:sp>
      <p:sp>
        <p:nvSpPr>
          <p:cNvPr id="13" name="object 11">
            <a:extLst>
              <a:ext uri="{FF2B5EF4-FFF2-40B4-BE49-F238E27FC236}">
                <a16:creationId xmlns:a16="http://schemas.microsoft.com/office/drawing/2014/main" id="{A524F86C-6931-6A77-65E6-AA7454ED8605}"/>
              </a:ext>
            </a:extLst>
          </p:cNvPr>
          <p:cNvSpPr/>
          <p:nvPr/>
        </p:nvSpPr>
        <p:spPr>
          <a:xfrm>
            <a:off x="8351004" y="4064235"/>
            <a:ext cx="429296" cy="330835"/>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20" name="object 38">
            <a:extLst>
              <a:ext uri="{FF2B5EF4-FFF2-40B4-BE49-F238E27FC236}">
                <a16:creationId xmlns:a16="http://schemas.microsoft.com/office/drawing/2014/main" id="{D7EA8CF2-258D-F52B-D8FD-A6CF934DA788}"/>
              </a:ext>
            </a:extLst>
          </p:cNvPr>
          <p:cNvSpPr/>
          <p:nvPr/>
        </p:nvSpPr>
        <p:spPr>
          <a:xfrm>
            <a:off x="8681330" y="4823838"/>
            <a:ext cx="429296" cy="330835"/>
          </a:xfrm>
          <a:prstGeom prst="ellipse">
            <a:avLst/>
          </a:prstGeom>
          <a:solidFill>
            <a:schemeClr val="bg1"/>
          </a:solidFill>
        </p:spPr>
        <p:txBody>
          <a:bodyPr wrap="square" lIns="0" tIns="0" rIns="0" bIns="0" rtlCol="0"/>
          <a:lstStyle/>
          <a:p>
            <a:endParaRPr sz="1400"/>
          </a:p>
        </p:txBody>
      </p:sp>
      <p:sp>
        <p:nvSpPr>
          <p:cNvPr id="21" name="object 39">
            <a:extLst>
              <a:ext uri="{FF2B5EF4-FFF2-40B4-BE49-F238E27FC236}">
                <a16:creationId xmlns:a16="http://schemas.microsoft.com/office/drawing/2014/main" id="{A8A3A9EA-CAA4-08C6-2739-4A8188535D71}"/>
              </a:ext>
            </a:extLst>
          </p:cNvPr>
          <p:cNvSpPr/>
          <p:nvPr/>
        </p:nvSpPr>
        <p:spPr>
          <a:xfrm>
            <a:off x="8681330" y="4823838"/>
            <a:ext cx="429296" cy="330835"/>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cxnSp>
        <p:nvCxnSpPr>
          <p:cNvPr id="27" name="直接箭头连接符 38">
            <a:extLst>
              <a:ext uri="{FF2B5EF4-FFF2-40B4-BE49-F238E27FC236}">
                <a16:creationId xmlns:a16="http://schemas.microsoft.com/office/drawing/2014/main" id="{248B5316-6CA8-38E0-B376-59546B610411}"/>
              </a:ext>
            </a:extLst>
          </p:cNvPr>
          <p:cNvCxnSpPr>
            <a:endCxn id="20" idx="0"/>
          </p:cNvCxnSpPr>
          <p:nvPr/>
        </p:nvCxnSpPr>
        <p:spPr>
          <a:xfrm>
            <a:off x="8681371" y="4395071"/>
            <a:ext cx="214607" cy="4287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8" name="object 17">
            <a:extLst>
              <a:ext uri="{FF2B5EF4-FFF2-40B4-BE49-F238E27FC236}">
                <a16:creationId xmlns:a16="http://schemas.microsoft.com/office/drawing/2014/main" id="{EE4F1750-3308-8803-9E15-17942A804CCA}"/>
              </a:ext>
            </a:extLst>
          </p:cNvPr>
          <p:cNvSpPr/>
          <p:nvPr/>
        </p:nvSpPr>
        <p:spPr>
          <a:xfrm>
            <a:off x="7898559" y="4823838"/>
            <a:ext cx="429296" cy="330835"/>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cxnSp>
        <p:nvCxnSpPr>
          <p:cNvPr id="29" name="直接箭头连接符 35">
            <a:extLst>
              <a:ext uri="{FF2B5EF4-FFF2-40B4-BE49-F238E27FC236}">
                <a16:creationId xmlns:a16="http://schemas.microsoft.com/office/drawing/2014/main" id="{D041AA9F-5B24-B9B0-313F-C9D6DED15F91}"/>
              </a:ext>
            </a:extLst>
          </p:cNvPr>
          <p:cNvCxnSpPr/>
          <p:nvPr/>
        </p:nvCxnSpPr>
        <p:spPr>
          <a:xfrm flipH="1">
            <a:off x="8113207" y="4391394"/>
            <a:ext cx="277435" cy="4324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Down Arrow 30">
            <a:extLst>
              <a:ext uri="{FF2B5EF4-FFF2-40B4-BE49-F238E27FC236}">
                <a16:creationId xmlns:a16="http://schemas.microsoft.com/office/drawing/2014/main" id="{EC8A73D8-A069-C6E0-B39D-009CA9801F0A}"/>
              </a:ext>
            </a:extLst>
          </p:cNvPr>
          <p:cNvSpPr/>
          <p:nvPr/>
        </p:nvSpPr>
        <p:spPr>
          <a:xfrm>
            <a:off x="8390642" y="3783997"/>
            <a:ext cx="264052" cy="2689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292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5B103-FA53-49E0-1B24-F16CCA96E7F4}"/>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28112AAA-1CD4-F314-80D0-69E1BEFEFC0D}"/>
              </a:ext>
            </a:extLst>
          </p:cNvPr>
          <p:cNvSpPr>
            <a:spLocks noGrp="1"/>
          </p:cNvSpPr>
          <p:nvPr>
            <p:ph type="title"/>
          </p:nvPr>
        </p:nvSpPr>
        <p:spPr/>
        <p:txBody>
          <a:bodyPr/>
          <a:lstStyle/>
          <a:p>
            <a:pPr eaLnBrk="1" hangingPunct="1"/>
            <a:r>
              <a:rPr lang="en-US" dirty="0"/>
              <a:t>Binary Tree Traversal – Depth-first Traversals</a:t>
            </a:r>
            <a:endParaRPr lang="en-US" altLang="en-US" dirty="0"/>
          </a:p>
        </p:txBody>
      </p:sp>
      <p:sp>
        <p:nvSpPr>
          <p:cNvPr id="5123" name="Rectangle 3">
            <a:extLst>
              <a:ext uri="{FF2B5EF4-FFF2-40B4-BE49-F238E27FC236}">
                <a16:creationId xmlns:a16="http://schemas.microsoft.com/office/drawing/2014/main" id="{1F1CAD3F-E2E2-5BBE-2DE9-7F20115E3D8A}"/>
              </a:ext>
            </a:extLst>
          </p:cNvPr>
          <p:cNvSpPr>
            <a:spLocks noGrp="1" noChangeArrowheads="1"/>
          </p:cNvSpPr>
          <p:nvPr>
            <p:ph idx="1"/>
          </p:nvPr>
        </p:nvSpPr>
        <p:spPr/>
        <p:txBody>
          <a:bodyPr rtlCol="0">
            <a:normAutofit/>
          </a:bodyPr>
          <a:lstStyle/>
          <a:p>
            <a:pPr marL="0" indent="0">
              <a:buNone/>
            </a:pPr>
            <a:r>
              <a:rPr lang="en-US" dirty="0"/>
              <a:t>Traversal Problem:</a:t>
            </a:r>
          </a:p>
          <a:p>
            <a:r>
              <a:rPr lang="en-US" dirty="0"/>
              <a:t>Visit root + right subtree +  left subtree</a:t>
            </a:r>
          </a:p>
          <a:p>
            <a:r>
              <a:rPr lang="en-US" dirty="0"/>
              <a:t>Each subtree repeat the same procedure</a:t>
            </a:r>
          </a:p>
          <a:p>
            <a:pPr marL="0" indent="0">
              <a:buNone/>
            </a:pPr>
            <a:r>
              <a:rPr lang="en-US" dirty="0"/>
              <a:t>	visit root + right subtree + left subtree</a:t>
            </a:r>
          </a:p>
          <a:p>
            <a:r>
              <a:rPr lang="en-US" dirty="0"/>
              <a:t>Until reach the leave</a:t>
            </a:r>
          </a:p>
          <a:p>
            <a:pPr marL="0" indent="0">
              <a:buNone/>
            </a:pPr>
            <a:r>
              <a:rPr lang="en-US" dirty="0"/>
              <a:t>	</a:t>
            </a:r>
            <a:r>
              <a:rPr lang="en-US" b="1" dirty="0">
                <a:solidFill>
                  <a:srgbClr val="FF0000"/>
                </a:solidFill>
              </a:rPr>
              <a:t>visit the root (leaf only)</a:t>
            </a:r>
          </a:p>
          <a:p>
            <a:r>
              <a:rPr lang="en-US" dirty="0"/>
              <a:t>It is a recursive problem </a:t>
            </a:r>
          </a:p>
          <a:p>
            <a:pPr marL="457200" lvl="1" indent="0">
              <a:buNone/>
              <a:defRPr/>
            </a:pPr>
            <a:endParaRPr lang="en-US" dirty="0">
              <a:ea typeface="+mn-ea"/>
            </a:endParaRPr>
          </a:p>
        </p:txBody>
      </p:sp>
      <p:sp>
        <p:nvSpPr>
          <p:cNvPr id="12" name="object 10">
            <a:extLst>
              <a:ext uri="{FF2B5EF4-FFF2-40B4-BE49-F238E27FC236}">
                <a16:creationId xmlns:a16="http://schemas.microsoft.com/office/drawing/2014/main" id="{3D16FA6D-4A02-31C8-2015-AE2120F98A9B}"/>
              </a:ext>
            </a:extLst>
          </p:cNvPr>
          <p:cNvSpPr/>
          <p:nvPr/>
        </p:nvSpPr>
        <p:spPr>
          <a:xfrm>
            <a:off x="8351004" y="4064235"/>
            <a:ext cx="429296" cy="330835"/>
          </a:xfrm>
          <a:prstGeom prst="ellipse">
            <a:avLst/>
          </a:prstGeom>
          <a:solidFill>
            <a:schemeClr val="bg1"/>
          </a:solidFill>
        </p:spPr>
        <p:txBody>
          <a:bodyPr wrap="square" lIns="0" tIns="0" rIns="0" bIns="0" rtlCol="0"/>
          <a:lstStyle/>
          <a:p>
            <a:endParaRPr sz="1400"/>
          </a:p>
        </p:txBody>
      </p:sp>
      <p:sp>
        <p:nvSpPr>
          <p:cNvPr id="20" name="object 38">
            <a:extLst>
              <a:ext uri="{FF2B5EF4-FFF2-40B4-BE49-F238E27FC236}">
                <a16:creationId xmlns:a16="http://schemas.microsoft.com/office/drawing/2014/main" id="{E319F025-D7D6-74F0-1C21-E2ECD3DECAC8}"/>
              </a:ext>
            </a:extLst>
          </p:cNvPr>
          <p:cNvSpPr/>
          <p:nvPr/>
        </p:nvSpPr>
        <p:spPr>
          <a:xfrm>
            <a:off x="8681330" y="4823838"/>
            <a:ext cx="429296" cy="330835"/>
          </a:xfrm>
          <a:prstGeom prst="ellipse">
            <a:avLst/>
          </a:prstGeom>
          <a:solidFill>
            <a:schemeClr val="bg1"/>
          </a:solidFill>
        </p:spPr>
        <p:txBody>
          <a:bodyPr wrap="square" lIns="0" tIns="0" rIns="0" bIns="0" rtlCol="0"/>
          <a:lstStyle/>
          <a:p>
            <a:endParaRPr sz="1400"/>
          </a:p>
        </p:txBody>
      </p:sp>
      <p:sp>
        <p:nvSpPr>
          <p:cNvPr id="28" name="object 17">
            <a:extLst>
              <a:ext uri="{FF2B5EF4-FFF2-40B4-BE49-F238E27FC236}">
                <a16:creationId xmlns:a16="http://schemas.microsoft.com/office/drawing/2014/main" id="{E125F9B3-8CEB-4939-E9B9-5C721940222B}"/>
              </a:ext>
            </a:extLst>
          </p:cNvPr>
          <p:cNvSpPr/>
          <p:nvPr/>
        </p:nvSpPr>
        <p:spPr>
          <a:xfrm>
            <a:off x="7898559" y="4823838"/>
            <a:ext cx="429296" cy="330835"/>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sp>
        <p:nvSpPr>
          <p:cNvPr id="32" name="Down Arrow 27">
            <a:extLst>
              <a:ext uri="{FF2B5EF4-FFF2-40B4-BE49-F238E27FC236}">
                <a16:creationId xmlns:a16="http://schemas.microsoft.com/office/drawing/2014/main" id="{7433C1FD-62FA-329D-DC2C-B8B22D1497C8}"/>
              </a:ext>
            </a:extLst>
          </p:cNvPr>
          <p:cNvSpPr/>
          <p:nvPr/>
        </p:nvSpPr>
        <p:spPr>
          <a:xfrm>
            <a:off x="7981181" y="4534768"/>
            <a:ext cx="264052" cy="2689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6049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Pre‐order</a:t>
            </a:r>
          </a:p>
          <a:p>
            <a:pPr lvl="1"/>
            <a:r>
              <a:rPr lang="en-US" b="1" dirty="0"/>
              <a:t>Process the current node’s data</a:t>
            </a:r>
          </a:p>
          <a:p>
            <a:pPr lvl="1"/>
            <a:r>
              <a:rPr lang="en-US" b="1" dirty="0"/>
              <a:t>Visit the left child subtree </a:t>
            </a:r>
          </a:p>
          <a:p>
            <a:pPr lvl="1"/>
            <a:r>
              <a:rPr lang="en-US" b="1" dirty="0"/>
              <a:t>Visit the right child subtree</a:t>
            </a:r>
          </a:p>
          <a:p>
            <a:pPr marL="0" indent="0">
              <a:buNone/>
            </a:pPr>
            <a:endParaRPr lang="en-US" dirty="0"/>
          </a:p>
          <a:p>
            <a:pPr marL="0" indent="0">
              <a:buNone/>
            </a:pPr>
            <a:r>
              <a:rPr lang="en-US" b="1" dirty="0" err="1">
                <a:solidFill>
                  <a:srgbClr val="005684"/>
                </a:solidFill>
              </a:rPr>
              <a:t>TreeTraversal</a:t>
            </a:r>
            <a:r>
              <a:rPr lang="en-US" b="1" dirty="0">
                <a:solidFill>
                  <a:srgbClr val="005684"/>
                </a:solidFill>
              </a:rPr>
              <a:t>(Node N):</a:t>
            </a:r>
          </a:p>
          <a:p>
            <a:pPr marL="0" indent="0">
              <a:buNone/>
            </a:pPr>
            <a:r>
              <a:rPr lang="en-US" dirty="0"/>
              <a:t>    Visit N;</a:t>
            </a:r>
          </a:p>
          <a:p>
            <a:pPr marL="0" indent="0">
              <a:buNone/>
            </a:pPr>
            <a:r>
              <a:rPr lang="en-US" dirty="0"/>
              <a:t>    If (N has left child)</a:t>
            </a:r>
          </a:p>
          <a:p>
            <a:pPr marL="0" indent="0">
              <a:buNone/>
            </a:pPr>
            <a:r>
              <a:rPr lang="en-US" dirty="0"/>
              <a:t>        </a:t>
            </a:r>
            <a:r>
              <a:rPr lang="en-US" b="1" dirty="0" err="1">
                <a:solidFill>
                  <a:srgbClr val="005684"/>
                </a:solidFill>
              </a:rPr>
              <a:t>TreeTraversal</a:t>
            </a:r>
            <a:r>
              <a:rPr lang="en-US" b="1" dirty="0">
                <a:solidFill>
                  <a:srgbClr val="005684"/>
                </a:solidFill>
              </a:rPr>
              <a:t>(</a:t>
            </a:r>
            <a:r>
              <a:rPr lang="en-US" b="1" dirty="0" err="1">
                <a:solidFill>
                  <a:srgbClr val="005684"/>
                </a:solidFill>
              </a:rPr>
              <a:t>LeftChild</a:t>
            </a:r>
            <a:r>
              <a:rPr lang="en-US" b="1" dirty="0">
                <a:solidFill>
                  <a:srgbClr val="005684"/>
                </a:solidFill>
              </a:rPr>
              <a:t>);</a:t>
            </a:r>
          </a:p>
          <a:p>
            <a:pPr marL="0" indent="0">
              <a:buNone/>
            </a:pPr>
            <a:r>
              <a:rPr lang="en-US" dirty="0"/>
              <a:t>    If (N has right child)</a:t>
            </a:r>
          </a:p>
          <a:p>
            <a:pPr marL="0" indent="0">
              <a:buNone/>
            </a:pPr>
            <a:r>
              <a:rPr lang="en-US" dirty="0"/>
              <a:t>        </a:t>
            </a:r>
            <a:r>
              <a:rPr lang="en-US" b="1" dirty="0" err="1">
                <a:solidFill>
                  <a:srgbClr val="005684"/>
                </a:solidFill>
              </a:rPr>
              <a:t>TreeTraversal</a:t>
            </a:r>
            <a:r>
              <a:rPr lang="en-US" b="1" dirty="0">
                <a:solidFill>
                  <a:srgbClr val="005684"/>
                </a:solidFill>
              </a:rPr>
              <a:t>(</a:t>
            </a:r>
            <a:r>
              <a:rPr lang="en-US" b="1" dirty="0" err="1">
                <a:solidFill>
                  <a:srgbClr val="005684"/>
                </a:solidFill>
              </a:rPr>
              <a:t>RightChild</a:t>
            </a:r>
            <a:r>
              <a:rPr lang="en-US" b="1" dirty="0">
                <a:solidFill>
                  <a:srgbClr val="005684"/>
                </a:solidFill>
              </a:rPr>
              <a:t>);</a:t>
            </a:r>
          </a:p>
          <a:p>
            <a:pPr marL="0" indent="0">
              <a:buNone/>
            </a:pPr>
            <a:r>
              <a:rPr lang="en-US" dirty="0"/>
              <a:t>    Return; // return to parent</a:t>
            </a:r>
          </a:p>
          <a:p>
            <a:pPr marL="0" indent="0">
              <a:buNone/>
            </a:pPr>
            <a:endParaRPr lang="en-SG" dirty="0"/>
          </a:p>
        </p:txBody>
      </p:sp>
      <p:sp>
        <p:nvSpPr>
          <p:cNvPr id="3" name="Title 2"/>
          <p:cNvSpPr>
            <a:spLocks noGrp="1"/>
          </p:cNvSpPr>
          <p:nvPr>
            <p:ph type="title"/>
          </p:nvPr>
        </p:nvSpPr>
        <p:spPr/>
        <p:txBody>
          <a:bodyPr/>
          <a:lstStyle/>
          <a:p>
            <a:r>
              <a:rPr lang="en-SG" dirty="0"/>
              <a:t>Pre-order Depth First Traversal</a:t>
            </a:r>
          </a:p>
        </p:txBody>
      </p:sp>
      <p:sp>
        <p:nvSpPr>
          <p:cNvPr id="4" name="object 49"/>
          <p:cNvSpPr/>
          <p:nvPr/>
        </p:nvSpPr>
        <p:spPr>
          <a:xfrm>
            <a:off x="8586253" y="1740715"/>
            <a:ext cx="797560" cy="508000"/>
          </a:xfrm>
          <a:custGeom>
            <a:avLst/>
            <a:gdLst/>
            <a:ahLst/>
            <a:cxnLst/>
            <a:rect l="l" t="t" r="r" b="b"/>
            <a:pathLst>
              <a:path w="797559" h="508000">
                <a:moveTo>
                  <a:pt x="0" y="253948"/>
                </a:moveTo>
                <a:lnTo>
                  <a:pt x="5218" y="212757"/>
                </a:lnTo>
                <a:lnTo>
                  <a:pt x="20326" y="173681"/>
                </a:lnTo>
                <a:lnTo>
                  <a:pt x="44502" y="137244"/>
                </a:lnTo>
                <a:lnTo>
                  <a:pt x="76927" y="103970"/>
                </a:lnTo>
                <a:lnTo>
                  <a:pt x="116778" y="74379"/>
                </a:lnTo>
                <a:lnTo>
                  <a:pt x="163235" y="48997"/>
                </a:lnTo>
                <a:lnTo>
                  <a:pt x="215477" y="28345"/>
                </a:lnTo>
                <a:lnTo>
                  <a:pt x="272683" y="12946"/>
                </a:lnTo>
                <a:lnTo>
                  <a:pt x="334033" y="3323"/>
                </a:lnTo>
                <a:lnTo>
                  <a:pt x="398705" y="0"/>
                </a:lnTo>
                <a:lnTo>
                  <a:pt x="431405" y="841"/>
                </a:lnTo>
                <a:lnTo>
                  <a:pt x="494519" y="7380"/>
                </a:lnTo>
                <a:lnTo>
                  <a:pt x="553900" y="19956"/>
                </a:lnTo>
                <a:lnTo>
                  <a:pt x="608727" y="38047"/>
                </a:lnTo>
                <a:lnTo>
                  <a:pt x="658179" y="61130"/>
                </a:lnTo>
                <a:lnTo>
                  <a:pt x="701436" y="88681"/>
                </a:lnTo>
                <a:lnTo>
                  <a:pt x="737676" y="120179"/>
                </a:lnTo>
                <a:lnTo>
                  <a:pt x="766079" y="155100"/>
                </a:lnTo>
                <a:lnTo>
                  <a:pt x="785824" y="192922"/>
                </a:lnTo>
                <a:lnTo>
                  <a:pt x="796090" y="233121"/>
                </a:lnTo>
                <a:lnTo>
                  <a:pt x="797412" y="253948"/>
                </a:lnTo>
                <a:lnTo>
                  <a:pt x="796090" y="274776"/>
                </a:lnTo>
                <a:lnTo>
                  <a:pt x="785824" y="314975"/>
                </a:lnTo>
                <a:lnTo>
                  <a:pt x="766079" y="352797"/>
                </a:lnTo>
                <a:lnTo>
                  <a:pt x="737676" y="387718"/>
                </a:lnTo>
                <a:lnTo>
                  <a:pt x="701436" y="419216"/>
                </a:lnTo>
                <a:lnTo>
                  <a:pt x="658179" y="446767"/>
                </a:lnTo>
                <a:lnTo>
                  <a:pt x="608727" y="469850"/>
                </a:lnTo>
                <a:lnTo>
                  <a:pt x="553900" y="487941"/>
                </a:lnTo>
                <a:lnTo>
                  <a:pt x="494519" y="500517"/>
                </a:lnTo>
                <a:lnTo>
                  <a:pt x="431405" y="507056"/>
                </a:lnTo>
                <a:lnTo>
                  <a:pt x="398705" y="507898"/>
                </a:lnTo>
                <a:lnTo>
                  <a:pt x="366005" y="507056"/>
                </a:lnTo>
                <a:lnTo>
                  <a:pt x="302892" y="500517"/>
                </a:lnTo>
                <a:lnTo>
                  <a:pt x="243511" y="487941"/>
                </a:lnTo>
                <a:lnTo>
                  <a:pt x="188684" y="469850"/>
                </a:lnTo>
                <a:lnTo>
                  <a:pt x="139232" y="446767"/>
                </a:lnTo>
                <a:lnTo>
                  <a:pt x="95975" y="419216"/>
                </a:lnTo>
                <a:lnTo>
                  <a:pt x="59735" y="387718"/>
                </a:lnTo>
                <a:lnTo>
                  <a:pt x="31332" y="352797"/>
                </a:lnTo>
                <a:lnTo>
                  <a:pt x="11587" y="314975"/>
                </a:lnTo>
                <a:lnTo>
                  <a:pt x="1321" y="274776"/>
                </a:lnTo>
                <a:lnTo>
                  <a:pt x="0" y="253948"/>
                </a:lnTo>
                <a:close/>
              </a:path>
            </a:pathLst>
          </a:custGeom>
          <a:ln w="76199">
            <a:solidFill>
              <a:srgbClr val="FAA757"/>
            </a:solidFill>
          </a:ln>
        </p:spPr>
        <p:txBody>
          <a:bodyPr wrap="square" lIns="0" tIns="0" rIns="0" bIns="0" rtlCol="0"/>
          <a:lstStyle/>
          <a:p>
            <a:endParaRPr sz="2000">
              <a:solidFill>
                <a:prstClr val="black"/>
              </a:solidFill>
            </a:endParaRPr>
          </a:p>
        </p:txBody>
      </p:sp>
      <p:sp>
        <p:nvSpPr>
          <p:cNvPr id="5" name="object 6"/>
          <p:cNvSpPr/>
          <p:nvPr/>
        </p:nvSpPr>
        <p:spPr>
          <a:xfrm>
            <a:off x="8785642" y="1820452"/>
            <a:ext cx="398780" cy="297180"/>
          </a:xfrm>
          <a:prstGeom prst="ellipse">
            <a:avLst/>
          </a:prstGeom>
          <a:solidFill>
            <a:schemeClr val="bg1"/>
          </a:solidFill>
        </p:spPr>
        <p:txBody>
          <a:bodyPr wrap="square" lIns="0" tIns="0" rIns="0" bIns="0" rtlCol="0"/>
          <a:lstStyle/>
          <a:p>
            <a:r>
              <a:rPr lang="en-US" sz="2000" dirty="0">
                <a:solidFill>
                  <a:prstClr val="black"/>
                </a:solidFill>
              </a:rPr>
              <a:t> E</a:t>
            </a:r>
            <a:endParaRPr sz="2000" dirty="0">
              <a:solidFill>
                <a:prstClr val="black"/>
              </a:solidFill>
            </a:endParaRPr>
          </a:p>
        </p:txBody>
      </p:sp>
      <p:sp>
        <p:nvSpPr>
          <p:cNvPr id="6" name="object 7"/>
          <p:cNvSpPr/>
          <p:nvPr/>
        </p:nvSpPr>
        <p:spPr>
          <a:xfrm>
            <a:off x="8785642" y="1820452"/>
            <a:ext cx="398780" cy="297180"/>
          </a:xfrm>
          <a:prstGeom prst="ellipse">
            <a:avLst/>
          </a:prstGeom>
          <a:solidFill>
            <a:schemeClr val="bg1"/>
          </a:solidFill>
          <a:ln w="25399">
            <a:solidFill>
              <a:srgbClr val="839950"/>
            </a:solidFill>
          </a:ln>
        </p:spPr>
        <p:txBody>
          <a:bodyPr wrap="square" lIns="0" tIns="0" rIns="0" bIns="0" rtlCol="0"/>
          <a:lstStyle/>
          <a:p>
            <a:r>
              <a:rPr lang="en-US" sz="1400">
                <a:solidFill>
                  <a:prstClr val="black"/>
                </a:solidFill>
              </a:rPr>
              <a:t> </a:t>
            </a:r>
            <a:r>
              <a:rPr lang="en-US" sz="2000" dirty="0">
                <a:solidFill>
                  <a:prstClr val="black"/>
                </a:solidFill>
              </a:rPr>
              <a:t>E</a:t>
            </a:r>
            <a:endParaRPr sz="2000" dirty="0">
              <a:solidFill>
                <a:prstClr val="black"/>
              </a:solidFill>
            </a:endParaRPr>
          </a:p>
        </p:txBody>
      </p:sp>
      <p:sp>
        <p:nvSpPr>
          <p:cNvPr id="7" name="object 9"/>
          <p:cNvSpPr/>
          <p:nvPr/>
        </p:nvSpPr>
        <p:spPr>
          <a:xfrm>
            <a:off x="7618614" y="2378658"/>
            <a:ext cx="398780" cy="297180"/>
          </a:xfrm>
          <a:prstGeom prst="ellipse">
            <a:avLst/>
          </a:prstGeom>
          <a:solidFill>
            <a:schemeClr val="bg1"/>
          </a:solidFill>
          <a:ln w="25399">
            <a:solidFill>
              <a:srgbClr val="839950"/>
            </a:solidFill>
          </a:ln>
        </p:spPr>
        <p:txBody>
          <a:bodyPr wrap="square" lIns="0" tIns="0" rIns="0" bIns="0" rtlCol="0"/>
          <a:lstStyle/>
          <a:p>
            <a:r>
              <a:rPr lang="en-US" sz="1200" dirty="0">
                <a:solidFill>
                  <a:prstClr val="black"/>
                </a:solidFill>
              </a:rPr>
              <a:t> </a:t>
            </a:r>
            <a:r>
              <a:rPr lang="en-US" sz="2000" dirty="0">
                <a:solidFill>
                  <a:prstClr val="black"/>
                </a:solidFill>
              </a:rPr>
              <a:t>B</a:t>
            </a:r>
            <a:endParaRPr sz="2000" dirty="0">
              <a:solidFill>
                <a:prstClr val="black"/>
              </a:solidFill>
            </a:endParaRPr>
          </a:p>
        </p:txBody>
      </p:sp>
      <p:sp>
        <p:nvSpPr>
          <p:cNvPr id="8" name="object 11"/>
          <p:cNvSpPr/>
          <p:nvPr/>
        </p:nvSpPr>
        <p:spPr>
          <a:xfrm>
            <a:off x="7166501" y="3008291"/>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t>A</a:t>
            </a:r>
            <a:endParaRPr sz="2000" dirty="0"/>
          </a:p>
        </p:txBody>
      </p:sp>
      <p:sp>
        <p:nvSpPr>
          <p:cNvPr id="9" name="object 12"/>
          <p:cNvSpPr/>
          <p:nvPr/>
        </p:nvSpPr>
        <p:spPr>
          <a:xfrm>
            <a:off x="8386937" y="3008291"/>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0" name="object 13"/>
          <p:cNvSpPr/>
          <p:nvPr/>
        </p:nvSpPr>
        <p:spPr>
          <a:xfrm>
            <a:off x="8386937" y="3008291"/>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C</a:t>
            </a:r>
            <a:endParaRPr sz="2000" dirty="0">
              <a:solidFill>
                <a:prstClr val="black"/>
              </a:solidFill>
            </a:endParaRPr>
          </a:p>
        </p:txBody>
      </p:sp>
      <p:sp>
        <p:nvSpPr>
          <p:cNvPr id="11" name="object 15"/>
          <p:cNvSpPr/>
          <p:nvPr/>
        </p:nvSpPr>
        <p:spPr>
          <a:xfrm>
            <a:off x="9952560" y="2355821"/>
            <a:ext cx="398780" cy="297180"/>
          </a:xfrm>
          <a:prstGeom prst="ellipse">
            <a:avLst/>
          </a:prstGeom>
          <a:solidFill>
            <a:schemeClr val="bg1"/>
          </a:solidFill>
          <a:ln w="25399">
            <a:solidFill>
              <a:srgbClr val="839950"/>
            </a:solidFill>
          </a:ln>
        </p:spPr>
        <p:txBody>
          <a:bodyPr wrap="square" lIns="0" tIns="0" rIns="0" bIns="0" rtlCol="0"/>
          <a:lstStyle/>
          <a:p>
            <a:r>
              <a:rPr lang="en-US" sz="900">
                <a:solidFill>
                  <a:prstClr val="black"/>
                </a:solidFill>
              </a:rPr>
              <a:t> </a:t>
            </a:r>
            <a:r>
              <a:rPr lang="en-US" sz="2000">
                <a:solidFill>
                  <a:prstClr val="black"/>
                </a:solidFill>
              </a:rPr>
              <a:t>G</a:t>
            </a:r>
            <a:endParaRPr sz="2000" dirty="0">
              <a:solidFill>
                <a:prstClr val="black"/>
              </a:solidFill>
            </a:endParaRPr>
          </a:p>
        </p:txBody>
      </p:sp>
      <p:sp>
        <p:nvSpPr>
          <p:cNvPr id="12" name="object 16"/>
          <p:cNvSpPr/>
          <p:nvPr/>
        </p:nvSpPr>
        <p:spPr>
          <a:xfrm>
            <a:off x="9184348" y="3013110"/>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3" name="object 17"/>
          <p:cNvSpPr/>
          <p:nvPr/>
        </p:nvSpPr>
        <p:spPr>
          <a:xfrm>
            <a:off x="9252099" y="2969643"/>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F</a:t>
            </a:r>
            <a:endParaRPr sz="2000" dirty="0">
              <a:solidFill>
                <a:prstClr val="black"/>
              </a:solidFill>
            </a:endParaRPr>
          </a:p>
        </p:txBody>
      </p:sp>
      <p:sp>
        <p:nvSpPr>
          <p:cNvPr id="14" name="object 19"/>
          <p:cNvSpPr/>
          <p:nvPr/>
        </p:nvSpPr>
        <p:spPr>
          <a:xfrm>
            <a:off x="10459656" y="3008291"/>
            <a:ext cx="398780" cy="297180"/>
          </a:xfrm>
          <a:prstGeom prst="ellipse">
            <a:avLst/>
          </a:prstGeom>
          <a:solidFill>
            <a:schemeClr val="bg1"/>
          </a:solidFill>
          <a:ln w="25399">
            <a:solidFill>
              <a:srgbClr val="839950"/>
            </a:solidFill>
          </a:ln>
        </p:spPr>
        <p:txBody>
          <a:bodyPr wrap="square" lIns="0" tIns="0" rIns="0" bIns="0" rtlCol="0"/>
          <a:lstStyle/>
          <a:p>
            <a:r>
              <a:rPr lang="en-US" sz="2000">
                <a:solidFill>
                  <a:prstClr val="black"/>
                </a:solidFill>
              </a:rPr>
              <a:t> I</a:t>
            </a:r>
            <a:endParaRPr sz="2000" dirty="0">
              <a:solidFill>
                <a:prstClr val="black"/>
              </a:solidFill>
            </a:endParaRPr>
          </a:p>
        </p:txBody>
      </p:sp>
      <p:sp>
        <p:nvSpPr>
          <p:cNvPr id="15" name="object 38"/>
          <p:cNvSpPr/>
          <p:nvPr/>
        </p:nvSpPr>
        <p:spPr>
          <a:xfrm>
            <a:off x="8586290" y="3690620"/>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6" name="object 39"/>
          <p:cNvSpPr/>
          <p:nvPr/>
        </p:nvSpPr>
        <p:spPr>
          <a:xfrm>
            <a:off x="8586290" y="3690620"/>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a:solidFill>
                  <a:prstClr val="black"/>
                </a:solidFill>
              </a:rPr>
              <a:t>D</a:t>
            </a:r>
            <a:endParaRPr sz="2000" dirty="0">
              <a:solidFill>
                <a:prstClr val="black"/>
              </a:solidFill>
            </a:endParaRPr>
          </a:p>
        </p:txBody>
      </p:sp>
      <p:sp>
        <p:nvSpPr>
          <p:cNvPr id="17" name="object 41"/>
          <p:cNvSpPr/>
          <p:nvPr/>
        </p:nvSpPr>
        <p:spPr>
          <a:xfrm>
            <a:off x="10151950" y="3685801"/>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a:solidFill>
                  <a:prstClr val="black"/>
                </a:solidFill>
              </a:rPr>
              <a:t>H</a:t>
            </a:r>
            <a:endParaRPr sz="2000" dirty="0">
              <a:solidFill>
                <a:prstClr val="black"/>
              </a:solidFill>
            </a:endParaRPr>
          </a:p>
        </p:txBody>
      </p:sp>
      <p:cxnSp>
        <p:nvCxnSpPr>
          <p:cNvPr id="18" name="直接箭头连接符 22"/>
          <p:cNvCxnSpPr>
            <a:cxnSpLocks/>
            <a:stCxn id="6" idx="5"/>
          </p:cNvCxnSpPr>
          <p:nvPr/>
        </p:nvCxnSpPr>
        <p:spPr>
          <a:xfrm>
            <a:off x="9126022" y="2074111"/>
            <a:ext cx="851607" cy="3884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23"/>
          <p:cNvCxnSpPr>
            <a:cxnSpLocks/>
            <a:stCxn id="6" idx="3"/>
          </p:cNvCxnSpPr>
          <p:nvPr/>
        </p:nvCxnSpPr>
        <p:spPr>
          <a:xfrm flipH="1">
            <a:off x="7988230" y="2074111"/>
            <a:ext cx="855812" cy="3566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24"/>
          <p:cNvCxnSpPr>
            <a:cxnSpLocks/>
            <a:stCxn id="7" idx="3"/>
            <a:endCxn id="8" idx="0"/>
          </p:cNvCxnSpPr>
          <p:nvPr/>
        </p:nvCxnSpPr>
        <p:spPr>
          <a:xfrm flipH="1">
            <a:off x="7365891" y="2632317"/>
            <a:ext cx="311123" cy="3759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5"/>
          <p:cNvCxnSpPr>
            <a:cxnSpLocks/>
            <a:stCxn id="11" idx="3"/>
          </p:cNvCxnSpPr>
          <p:nvPr/>
        </p:nvCxnSpPr>
        <p:spPr>
          <a:xfrm flipH="1">
            <a:off x="9583052" y="2609480"/>
            <a:ext cx="427908" cy="3601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6"/>
          <p:cNvCxnSpPr>
            <a:cxnSpLocks/>
            <a:stCxn id="7" idx="5"/>
          </p:cNvCxnSpPr>
          <p:nvPr/>
        </p:nvCxnSpPr>
        <p:spPr>
          <a:xfrm>
            <a:off x="7958994" y="2632317"/>
            <a:ext cx="486342" cy="3961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7"/>
          <p:cNvCxnSpPr/>
          <p:nvPr/>
        </p:nvCxnSpPr>
        <p:spPr>
          <a:xfrm>
            <a:off x="10237083" y="2668180"/>
            <a:ext cx="342770" cy="3603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8"/>
          <p:cNvCxnSpPr>
            <a:cxnSpLocks/>
            <a:stCxn id="10" idx="4"/>
            <a:endCxn id="15" idx="0"/>
          </p:cNvCxnSpPr>
          <p:nvPr/>
        </p:nvCxnSpPr>
        <p:spPr>
          <a:xfrm>
            <a:off x="8586328" y="3305472"/>
            <a:ext cx="199353" cy="3851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9"/>
          <p:cNvCxnSpPr>
            <a:cxnSpLocks/>
            <a:stCxn id="14" idx="4"/>
            <a:endCxn id="17" idx="0"/>
          </p:cNvCxnSpPr>
          <p:nvPr/>
        </p:nvCxnSpPr>
        <p:spPr>
          <a:xfrm flipH="1">
            <a:off x="10351340" y="3305471"/>
            <a:ext cx="307706" cy="380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254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mph" presetSubtype="2" fill="hold" nodeType="clickEffect">
                                  <p:stCondLst>
                                    <p:cond delay="0"/>
                                  </p:stCondLst>
                                  <p:childTnLst>
                                    <p:animClr clrSpc="rgb" dir="cw">
                                      <p:cBhvr>
                                        <p:cTn id="13" dur="2000" fill="hold"/>
                                        <p:tgtEl>
                                          <p:spTgt spid="6"/>
                                        </p:tgtEl>
                                        <p:attrNameLst>
                                          <p:attrName>fillcolor</p:attrName>
                                        </p:attrNameLst>
                                      </p:cBhvr>
                                      <p:to>
                                        <a:srgbClr val="FFFF00"/>
                                      </p:to>
                                    </p:animClr>
                                    <p:set>
                                      <p:cBhvr>
                                        <p:cTn id="14" dur="2000" fill="hold"/>
                                        <p:tgtEl>
                                          <p:spTgt spid="6"/>
                                        </p:tgtEl>
                                        <p:attrNameLst>
                                          <p:attrName>fill.type</p:attrName>
                                        </p:attrNameLst>
                                      </p:cBhvr>
                                      <p:to>
                                        <p:strVal val="solid"/>
                                      </p:to>
                                    </p:set>
                                    <p:set>
                                      <p:cBhvr>
                                        <p:cTn id="15" dur="2000" fill="hold"/>
                                        <p:tgtEl>
                                          <p:spTgt spid="6"/>
                                        </p:tgtEl>
                                        <p:attrNameLst>
                                          <p:attrName>fill.on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grpId="1" nodeType="clickEffect">
                                  <p:stCondLst>
                                    <p:cond delay="0"/>
                                  </p:stCondLst>
                                  <p:childTnLst>
                                    <p:animMotion origin="layout" path="M 3.61111E-6 3.7037E-7 L -0.10087 0.07755 " pathEditMode="relative" rAng="0" ptsTypes="AA">
                                      <p:cBhvr>
                                        <p:cTn id="19" dur="2000" fill="hold"/>
                                        <p:tgtEl>
                                          <p:spTgt spid="4"/>
                                        </p:tgtEl>
                                        <p:attrNameLst>
                                          <p:attrName>ppt_x</p:attrName>
                                          <p:attrName>ppt_y</p:attrName>
                                        </p:attrNameLst>
                                      </p:cBhvr>
                                      <p:rCtr x="-5052" y="3866"/>
                                    </p:animMotion>
                                  </p:childTnLst>
                                </p:cTn>
                              </p:par>
                            </p:childTnLst>
                          </p:cTn>
                        </p:par>
                      </p:childTnLst>
                    </p:cTn>
                  </p:par>
                  <p:par>
                    <p:cTn id="20" fill="hold">
                      <p:stCondLst>
                        <p:cond delay="indefinite"/>
                      </p:stCondLst>
                      <p:childTnLst>
                        <p:par>
                          <p:cTn id="21" fill="hold">
                            <p:stCondLst>
                              <p:cond delay="0"/>
                            </p:stCondLst>
                            <p:childTnLst>
                              <p:par>
                                <p:cTn id="22" presetID="1" presetClass="emph" presetSubtype="2" fill="hold" nodeType="clickEffect">
                                  <p:stCondLst>
                                    <p:cond delay="0"/>
                                  </p:stCondLst>
                                  <p:childTnLst>
                                    <p:animClr clrSpc="rgb" dir="cw">
                                      <p:cBhvr>
                                        <p:cTn id="23" dur="2000" fill="hold"/>
                                        <p:tgtEl>
                                          <p:spTgt spid="7"/>
                                        </p:tgtEl>
                                        <p:attrNameLst>
                                          <p:attrName>fillcolor</p:attrName>
                                        </p:attrNameLst>
                                      </p:cBhvr>
                                      <p:to>
                                        <a:srgbClr val="FFFF00"/>
                                      </p:to>
                                    </p:animClr>
                                    <p:set>
                                      <p:cBhvr>
                                        <p:cTn id="24" dur="2000" fill="hold"/>
                                        <p:tgtEl>
                                          <p:spTgt spid="7"/>
                                        </p:tgtEl>
                                        <p:attrNameLst>
                                          <p:attrName>fill.type</p:attrName>
                                        </p:attrNameLst>
                                      </p:cBhvr>
                                      <p:to>
                                        <p:strVal val="solid"/>
                                      </p:to>
                                    </p:set>
                                    <p:set>
                                      <p:cBhvr>
                                        <p:cTn id="25" dur="2000" fill="hold"/>
                                        <p:tgtEl>
                                          <p:spTgt spid="7"/>
                                        </p:tgtEl>
                                        <p:attrNameLst>
                                          <p:attrName>fill.on</p:attrName>
                                        </p:attrNameLst>
                                      </p:cBhvr>
                                      <p:to>
                                        <p:strVal val="true"/>
                                      </p:to>
                                    </p:set>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grpId="2" nodeType="clickEffect">
                                  <p:stCondLst>
                                    <p:cond delay="0"/>
                                  </p:stCondLst>
                                  <p:childTnLst>
                                    <p:animMotion origin="layout" path="M -0.10087 0.07755 L -0.13073 0.16829 " pathEditMode="relative" rAng="0" ptsTypes="AA">
                                      <p:cBhvr>
                                        <p:cTn id="29" dur="2000" fill="hold"/>
                                        <p:tgtEl>
                                          <p:spTgt spid="4"/>
                                        </p:tgtEl>
                                        <p:attrNameLst>
                                          <p:attrName>ppt_x</p:attrName>
                                          <p:attrName>ppt_y</p:attrName>
                                        </p:attrNameLst>
                                      </p:cBhvr>
                                      <p:rCtr x="-1493" y="4537"/>
                                    </p:animMotion>
                                  </p:childTnLst>
                                </p:cTn>
                              </p:par>
                            </p:childTnLst>
                          </p:cTn>
                        </p:par>
                      </p:childTnLst>
                    </p:cTn>
                  </p:par>
                  <p:par>
                    <p:cTn id="30" fill="hold">
                      <p:stCondLst>
                        <p:cond delay="indefinite"/>
                      </p:stCondLst>
                      <p:childTnLst>
                        <p:par>
                          <p:cTn id="31" fill="hold">
                            <p:stCondLst>
                              <p:cond delay="0"/>
                            </p:stCondLst>
                            <p:childTnLst>
                              <p:par>
                                <p:cTn id="32" presetID="1" presetClass="emph" presetSubtype="2" fill="hold" nodeType="clickEffect">
                                  <p:stCondLst>
                                    <p:cond delay="0"/>
                                  </p:stCondLst>
                                  <p:childTnLst>
                                    <p:animClr clrSpc="rgb" dir="cw">
                                      <p:cBhvr>
                                        <p:cTn id="33" dur="2000" fill="hold"/>
                                        <p:tgtEl>
                                          <p:spTgt spid="8"/>
                                        </p:tgtEl>
                                        <p:attrNameLst>
                                          <p:attrName>fillcolor</p:attrName>
                                        </p:attrNameLst>
                                      </p:cBhvr>
                                      <p:to>
                                        <a:srgbClr val="FFFF00"/>
                                      </p:to>
                                    </p:animClr>
                                    <p:set>
                                      <p:cBhvr>
                                        <p:cTn id="34" dur="2000" fill="hold"/>
                                        <p:tgtEl>
                                          <p:spTgt spid="8"/>
                                        </p:tgtEl>
                                        <p:attrNameLst>
                                          <p:attrName>fill.type</p:attrName>
                                        </p:attrNameLst>
                                      </p:cBhvr>
                                      <p:to>
                                        <p:strVal val="solid"/>
                                      </p:to>
                                    </p:set>
                                    <p:set>
                                      <p:cBhvr>
                                        <p:cTn id="35" dur="2000" fill="hold"/>
                                        <p:tgtEl>
                                          <p:spTgt spid="8"/>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42" presetClass="path" presetSubtype="0" accel="50000" decel="50000" fill="hold" grpId="3" nodeType="clickEffect">
                                  <p:stCondLst>
                                    <p:cond delay="0"/>
                                  </p:stCondLst>
                                  <p:childTnLst>
                                    <p:animMotion origin="layout" path="M -0.13073 0.16829 L -0.10087 0.07755 " pathEditMode="relative" rAng="0" ptsTypes="AA">
                                      <p:cBhvr>
                                        <p:cTn id="39" dur="2000" fill="hold"/>
                                        <p:tgtEl>
                                          <p:spTgt spid="4"/>
                                        </p:tgtEl>
                                        <p:attrNameLst>
                                          <p:attrName>ppt_x</p:attrName>
                                          <p:attrName>ppt_y</p:attrName>
                                        </p:attrNameLst>
                                      </p:cBhvr>
                                      <p:rCtr x="1493" y="-4537"/>
                                    </p:animMotion>
                                  </p:childTnLst>
                                </p:cTn>
                              </p:par>
                            </p:childTnLst>
                          </p:cTn>
                        </p:par>
                      </p:childTnLst>
                    </p:cTn>
                  </p:par>
                  <p:par>
                    <p:cTn id="40" fill="hold">
                      <p:stCondLst>
                        <p:cond delay="indefinite"/>
                      </p:stCondLst>
                      <p:childTnLst>
                        <p:par>
                          <p:cTn id="41" fill="hold">
                            <p:stCondLst>
                              <p:cond delay="0"/>
                            </p:stCondLst>
                            <p:childTnLst>
                              <p:par>
                                <p:cTn id="42" presetID="42" presetClass="path" presetSubtype="0" accel="50000" decel="50000" fill="hold" grpId="4" nodeType="clickEffect">
                                  <p:stCondLst>
                                    <p:cond delay="0"/>
                                  </p:stCondLst>
                                  <p:childTnLst>
                                    <p:animMotion origin="layout" path="M -0.10087 0.07755 L -0.03455 0.16829 " pathEditMode="relative" rAng="0" ptsTypes="AA">
                                      <p:cBhvr>
                                        <p:cTn id="43" dur="2000" fill="hold"/>
                                        <p:tgtEl>
                                          <p:spTgt spid="4"/>
                                        </p:tgtEl>
                                        <p:attrNameLst>
                                          <p:attrName>ppt_x</p:attrName>
                                          <p:attrName>ppt_y</p:attrName>
                                        </p:attrNameLst>
                                      </p:cBhvr>
                                      <p:rCtr x="3316" y="4537"/>
                                    </p:animMotion>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2000" fill="hold"/>
                                        <p:tgtEl>
                                          <p:spTgt spid="10"/>
                                        </p:tgtEl>
                                        <p:attrNameLst>
                                          <p:attrName>fillcolor</p:attrName>
                                        </p:attrNameLst>
                                      </p:cBhvr>
                                      <p:to>
                                        <a:srgbClr val="FFFF00"/>
                                      </p:to>
                                    </p:animClr>
                                    <p:set>
                                      <p:cBhvr>
                                        <p:cTn id="48" dur="2000" fill="hold"/>
                                        <p:tgtEl>
                                          <p:spTgt spid="10"/>
                                        </p:tgtEl>
                                        <p:attrNameLst>
                                          <p:attrName>fill.type</p:attrName>
                                        </p:attrNameLst>
                                      </p:cBhvr>
                                      <p:to>
                                        <p:strVal val="solid"/>
                                      </p:to>
                                    </p:set>
                                    <p:set>
                                      <p:cBhvr>
                                        <p:cTn id="49" dur="2000" fill="hold"/>
                                        <p:tgtEl>
                                          <p:spTgt spid="10"/>
                                        </p:tgtEl>
                                        <p:attrNameLst>
                                          <p:attrName>fill.on</p:attrName>
                                        </p:attrNameLst>
                                      </p:cBhvr>
                                      <p:to>
                                        <p:strVal val="true"/>
                                      </p:to>
                                    </p:set>
                                  </p:childTnLst>
                                </p:cTn>
                              </p:par>
                            </p:childTnLst>
                          </p:cTn>
                        </p:par>
                      </p:childTnLst>
                    </p:cTn>
                  </p:par>
                  <p:par>
                    <p:cTn id="50" fill="hold">
                      <p:stCondLst>
                        <p:cond delay="indefinite"/>
                      </p:stCondLst>
                      <p:childTnLst>
                        <p:par>
                          <p:cTn id="51" fill="hold">
                            <p:stCondLst>
                              <p:cond delay="0"/>
                            </p:stCondLst>
                            <p:childTnLst>
                              <p:par>
                                <p:cTn id="52" presetID="42" presetClass="path" presetSubtype="0" accel="50000" decel="50000" fill="hold" grpId="5" nodeType="clickEffect">
                                  <p:stCondLst>
                                    <p:cond delay="0"/>
                                  </p:stCondLst>
                                  <p:childTnLst>
                                    <p:animMotion origin="layout" path="M -0.03455 0.16829 L -0.01545 0.27755 " pathEditMode="relative" rAng="0" ptsTypes="AA">
                                      <p:cBhvr>
                                        <p:cTn id="53" dur="2000" fill="hold"/>
                                        <p:tgtEl>
                                          <p:spTgt spid="4"/>
                                        </p:tgtEl>
                                        <p:attrNameLst>
                                          <p:attrName>ppt_x</p:attrName>
                                          <p:attrName>ppt_y</p:attrName>
                                        </p:attrNameLst>
                                      </p:cBhvr>
                                      <p:rCtr x="955" y="5463"/>
                                    </p:animMotion>
                                  </p:childTnLst>
                                </p:cTn>
                              </p:par>
                            </p:childTnLst>
                          </p:cTn>
                        </p:par>
                      </p:childTnLst>
                    </p:cTn>
                  </p:par>
                  <p:par>
                    <p:cTn id="54" fill="hold">
                      <p:stCondLst>
                        <p:cond delay="indefinite"/>
                      </p:stCondLst>
                      <p:childTnLst>
                        <p:par>
                          <p:cTn id="55" fill="hold">
                            <p:stCondLst>
                              <p:cond delay="0"/>
                            </p:stCondLst>
                            <p:childTnLst>
                              <p:par>
                                <p:cTn id="56" presetID="1" presetClass="emph" presetSubtype="2" fill="hold" nodeType="clickEffect">
                                  <p:stCondLst>
                                    <p:cond delay="0"/>
                                  </p:stCondLst>
                                  <p:childTnLst>
                                    <p:animClr clrSpc="rgb" dir="cw">
                                      <p:cBhvr>
                                        <p:cTn id="57" dur="2000" fill="hold"/>
                                        <p:tgtEl>
                                          <p:spTgt spid="16"/>
                                        </p:tgtEl>
                                        <p:attrNameLst>
                                          <p:attrName>fillcolor</p:attrName>
                                        </p:attrNameLst>
                                      </p:cBhvr>
                                      <p:to>
                                        <a:srgbClr val="FFFF00"/>
                                      </p:to>
                                    </p:animClr>
                                    <p:set>
                                      <p:cBhvr>
                                        <p:cTn id="58" dur="2000" fill="hold"/>
                                        <p:tgtEl>
                                          <p:spTgt spid="16"/>
                                        </p:tgtEl>
                                        <p:attrNameLst>
                                          <p:attrName>fill.type</p:attrName>
                                        </p:attrNameLst>
                                      </p:cBhvr>
                                      <p:to>
                                        <p:strVal val="solid"/>
                                      </p:to>
                                    </p:set>
                                    <p:set>
                                      <p:cBhvr>
                                        <p:cTn id="59" dur="2000" fill="hold"/>
                                        <p:tgtEl>
                                          <p:spTgt spid="16"/>
                                        </p:tgtEl>
                                        <p:attrNameLst>
                                          <p:attrName>fill.on</p:attrName>
                                        </p:attrNameLst>
                                      </p:cBhvr>
                                      <p:to>
                                        <p:strVal val="true"/>
                                      </p:to>
                                    </p:set>
                                  </p:childTnLst>
                                </p:cTn>
                              </p:par>
                            </p:childTnLst>
                          </p:cTn>
                        </p:par>
                      </p:childTnLst>
                    </p:cTn>
                  </p:par>
                  <p:par>
                    <p:cTn id="60" fill="hold">
                      <p:stCondLst>
                        <p:cond delay="indefinite"/>
                      </p:stCondLst>
                      <p:childTnLst>
                        <p:par>
                          <p:cTn id="61" fill="hold">
                            <p:stCondLst>
                              <p:cond delay="0"/>
                            </p:stCondLst>
                            <p:childTnLst>
                              <p:par>
                                <p:cTn id="62" presetID="42" presetClass="path" presetSubtype="0" accel="50000" decel="50000" fill="hold" grpId="6" nodeType="clickEffect">
                                  <p:stCondLst>
                                    <p:cond delay="0"/>
                                  </p:stCondLst>
                                  <p:childTnLst>
                                    <p:animMotion origin="layout" path="M -0.01545 0.27755 L -0.03455 0.16829 " pathEditMode="relative" rAng="0" ptsTypes="AA">
                                      <p:cBhvr>
                                        <p:cTn id="63" dur="2000" fill="hold"/>
                                        <p:tgtEl>
                                          <p:spTgt spid="4"/>
                                        </p:tgtEl>
                                        <p:attrNameLst>
                                          <p:attrName>ppt_x</p:attrName>
                                          <p:attrName>ppt_y</p:attrName>
                                        </p:attrNameLst>
                                      </p:cBhvr>
                                      <p:rCtr x="-955" y="-5463"/>
                                    </p:animMotion>
                                  </p:childTnLst>
                                </p:cTn>
                              </p:par>
                            </p:childTnLst>
                          </p:cTn>
                        </p:par>
                      </p:childTnLst>
                    </p:cTn>
                  </p:par>
                  <p:par>
                    <p:cTn id="64" fill="hold">
                      <p:stCondLst>
                        <p:cond delay="indefinite"/>
                      </p:stCondLst>
                      <p:childTnLst>
                        <p:par>
                          <p:cTn id="65" fill="hold">
                            <p:stCondLst>
                              <p:cond delay="0"/>
                            </p:stCondLst>
                            <p:childTnLst>
                              <p:par>
                                <p:cTn id="66" presetID="42" presetClass="path" presetSubtype="0" accel="50000" decel="50000" fill="hold" grpId="7" nodeType="clickEffect">
                                  <p:stCondLst>
                                    <p:cond delay="0"/>
                                  </p:stCondLst>
                                  <p:childTnLst>
                                    <p:animMotion origin="layout" path="M -0.03455 0.16829 L -0.10087 0.07755 " pathEditMode="relative" rAng="0" ptsTypes="AA">
                                      <p:cBhvr>
                                        <p:cTn id="67" dur="2000" fill="hold"/>
                                        <p:tgtEl>
                                          <p:spTgt spid="4"/>
                                        </p:tgtEl>
                                        <p:attrNameLst>
                                          <p:attrName>ppt_x</p:attrName>
                                          <p:attrName>ppt_y</p:attrName>
                                        </p:attrNameLst>
                                      </p:cBhvr>
                                      <p:rCtr x="-3316" y="-4537"/>
                                    </p:animMotion>
                                  </p:childTnLst>
                                </p:cTn>
                              </p:par>
                            </p:childTnLst>
                          </p:cTn>
                        </p:par>
                      </p:childTnLst>
                    </p:cTn>
                  </p:par>
                  <p:par>
                    <p:cTn id="68" fill="hold">
                      <p:stCondLst>
                        <p:cond delay="indefinite"/>
                      </p:stCondLst>
                      <p:childTnLst>
                        <p:par>
                          <p:cTn id="69" fill="hold">
                            <p:stCondLst>
                              <p:cond delay="0"/>
                            </p:stCondLst>
                            <p:childTnLst>
                              <p:par>
                                <p:cTn id="70" presetID="42" presetClass="path" presetSubtype="0" accel="50000" decel="50000" fill="hold" grpId="8" nodeType="clickEffect">
                                  <p:stCondLst>
                                    <p:cond delay="0"/>
                                  </p:stCondLst>
                                  <p:childTnLst>
                                    <p:animMotion origin="layout" path="M -0.10087 0.07755 L 3.61111E-6 3.7037E-7 " pathEditMode="relative" rAng="0" ptsTypes="AA">
                                      <p:cBhvr>
                                        <p:cTn id="71" dur="2000" fill="hold"/>
                                        <p:tgtEl>
                                          <p:spTgt spid="4"/>
                                        </p:tgtEl>
                                        <p:attrNameLst>
                                          <p:attrName>ppt_x</p:attrName>
                                          <p:attrName>ppt_y</p:attrName>
                                        </p:attrNameLst>
                                      </p:cBhvr>
                                      <p:rCtr x="5035" y="-3889"/>
                                    </p:animMotion>
                                  </p:childTnLst>
                                </p:cTn>
                              </p:par>
                            </p:childTnLst>
                          </p:cTn>
                        </p:par>
                      </p:childTnLst>
                    </p:cTn>
                  </p:par>
                  <p:par>
                    <p:cTn id="72" fill="hold">
                      <p:stCondLst>
                        <p:cond delay="indefinite"/>
                      </p:stCondLst>
                      <p:childTnLst>
                        <p:par>
                          <p:cTn id="73" fill="hold">
                            <p:stCondLst>
                              <p:cond delay="0"/>
                            </p:stCondLst>
                            <p:childTnLst>
                              <p:par>
                                <p:cTn id="74" presetID="42" presetClass="path" presetSubtype="0" accel="50000" decel="50000" fill="hold" grpId="9" nodeType="clickEffect">
                                  <p:stCondLst>
                                    <p:cond delay="0"/>
                                  </p:stCondLst>
                                  <p:childTnLst>
                                    <p:animMotion origin="layout" path="M 3.61111E-6 3.7037E-7 L 0.09357 0.07893 " pathEditMode="relative" rAng="0" ptsTypes="AA">
                                      <p:cBhvr>
                                        <p:cTn id="75" dur="2000" fill="hold"/>
                                        <p:tgtEl>
                                          <p:spTgt spid="4"/>
                                        </p:tgtEl>
                                        <p:attrNameLst>
                                          <p:attrName>ppt_x</p:attrName>
                                          <p:attrName>ppt_y</p:attrName>
                                        </p:attrNameLst>
                                      </p:cBhvr>
                                      <p:rCtr x="4670" y="3935"/>
                                    </p:animMotion>
                                  </p:childTnLst>
                                </p:cTn>
                              </p:par>
                            </p:childTnLst>
                          </p:cTn>
                        </p:par>
                      </p:childTnLst>
                    </p:cTn>
                  </p:par>
                  <p:par>
                    <p:cTn id="76" fill="hold">
                      <p:stCondLst>
                        <p:cond delay="indefinite"/>
                      </p:stCondLst>
                      <p:childTnLst>
                        <p:par>
                          <p:cTn id="77" fill="hold">
                            <p:stCondLst>
                              <p:cond delay="0"/>
                            </p:stCondLst>
                            <p:childTnLst>
                              <p:par>
                                <p:cTn id="78" presetID="1" presetClass="emph" presetSubtype="2" fill="hold" nodeType="clickEffect">
                                  <p:stCondLst>
                                    <p:cond delay="0"/>
                                  </p:stCondLst>
                                  <p:childTnLst>
                                    <p:animClr clrSpc="rgb" dir="cw">
                                      <p:cBhvr>
                                        <p:cTn id="79" dur="2000" fill="hold"/>
                                        <p:tgtEl>
                                          <p:spTgt spid="11"/>
                                        </p:tgtEl>
                                        <p:attrNameLst>
                                          <p:attrName>fillcolor</p:attrName>
                                        </p:attrNameLst>
                                      </p:cBhvr>
                                      <p:to>
                                        <a:srgbClr val="FFFF00"/>
                                      </p:to>
                                    </p:animClr>
                                    <p:set>
                                      <p:cBhvr>
                                        <p:cTn id="80" dur="2000" fill="hold"/>
                                        <p:tgtEl>
                                          <p:spTgt spid="11"/>
                                        </p:tgtEl>
                                        <p:attrNameLst>
                                          <p:attrName>fill.type</p:attrName>
                                        </p:attrNameLst>
                                      </p:cBhvr>
                                      <p:to>
                                        <p:strVal val="solid"/>
                                      </p:to>
                                    </p:set>
                                    <p:set>
                                      <p:cBhvr>
                                        <p:cTn id="81" dur="2000" fill="hold"/>
                                        <p:tgtEl>
                                          <p:spTgt spid="11"/>
                                        </p:tgtEl>
                                        <p:attrNameLst>
                                          <p:attrName>fill.on</p:attrName>
                                        </p:attrNameLst>
                                      </p:cBhvr>
                                      <p:to>
                                        <p:strVal val="true"/>
                                      </p:to>
                                    </p:set>
                                  </p:childTnLst>
                                </p:cTn>
                              </p:par>
                            </p:childTnLst>
                          </p:cTn>
                        </p:par>
                      </p:childTnLst>
                    </p:cTn>
                  </p:par>
                  <p:par>
                    <p:cTn id="82" fill="hold">
                      <p:stCondLst>
                        <p:cond delay="indefinite"/>
                      </p:stCondLst>
                      <p:childTnLst>
                        <p:par>
                          <p:cTn id="83" fill="hold">
                            <p:stCondLst>
                              <p:cond delay="0"/>
                            </p:stCondLst>
                            <p:childTnLst>
                              <p:par>
                                <p:cTn id="84" presetID="42" presetClass="path" presetSubtype="0" accel="50000" decel="50000" fill="hold" grpId="10" nodeType="clickEffect">
                                  <p:stCondLst>
                                    <p:cond delay="0"/>
                                  </p:stCondLst>
                                  <p:childTnLst>
                                    <p:animMotion origin="layout" path="M 0.09357 0.07893 L 0.03559 0.15995 " pathEditMode="relative" rAng="0" ptsTypes="AA">
                                      <p:cBhvr>
                                        <p:cTn id="85" dur="2000" fill="hold"/>
                                        <p:tgtEl>
                                          <p:spTgt spid="4"/>
                                        </p:tgtEl>
                                        <p:attrNameLst>
                                          <p:attrName>ppt_x</p:attrName>
                                          <p:attrName>ppt_y</p:attrName>
                                        </p:attrNameLst>
                                      </p:cBhvr>
                                      <p:rCtr x="-2899" y="4051"/>
                                    </p:animMotion>
                                  </p:childTnLst>
                                </p:cTn>
                              </p:par>
                            </p:childTnLst>
                          </p:cTn>
                        </p:par>
                      </p:childTnLst>
                    </p:cTn>
                  </p:par>
                  <p:par>
                    <p:cTn id="86" fill="hold">
                      <p:stCondLst>
                        <p:cond delay="indefinite"/>
                      </p:stCondLst>
                      <p:childTnLst>
                        <p:par>
                          <p:cTn id="87" fill="hold">
                            <p:stCondLst>
                              <p:cond delay="0"/>
                            </p:stCondLst>
                            <p:childTnLst>
                              <p:par>
                                <p:cTn id="88" presetID="1" presetClass="emph" presetSubtype="2" fill="hold" nodeType="clickEffect">
                                  <p:stCondLst>
                                    <p:cond delay="0"/>
                                  </p:stCondLst>
                                  <p:childTnLst>
                                    <p:animClr clrSpc="rgb" dir="cw">
                                      <p:cBhvr>
                                        <p:cTn id="89" dur="2000" fill="hold"/>
                                        <p:tgtEl>
                                          <p:spTgt spid="13"/>
                                        </p:tgtEl>
                                        <p:attrNameLst>
                                          <p:attrName>fillcolor</p:attrName>
                                        </p:attrNameLst>
                                      </p:cBhvr>
                                      <p:to>
                                        <a:srgbClr val="FFFF00"/>
                                      </p:to>
                                    </p:animClr>
                                    <p:set>
                                      <p:cBhvr>
                                        <p:cTn id="90" dur="2000" fill="hold"/>
                                        <p:tgtEl>
                                          <p:spTgt spid="13"/>
                                        </p:tgtEl>
                                        <p:attrNameLst>
                                          <p:attrName>fill.type</p:attrName>
                                        </p:attrNameLst>
                                      </p:cBhvr>
                                      <p:to>
                                        <p:strVal val="solid"/>
                                      </p:to>
                                    </p:set>
                                    <p:set>
                                      <p:cBhvr>
                                        <p:cTn id="91" dur="2000" fill="hold"/>
                                        <p:tgtEl>
                                          <p:spTgt spid="13"/>
                                        </p:tgtEl>
                                        <p:attrNameLst>
                                          <p:attrName>fill.on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42" presetClass="path" presetSubtype="0" accel="50000" decel="50000" fill="hold" grpId="11" nodeType="clickEffect">
                                  <p:stCondLst>
                                    <p:cond delay="0"/>
                                  </p:stCondLst>
                                  <p:childTnLst>
                                    <p:animMotion origin="layout" path="M 0.03559 0.15995 L 0.09357 0.07894 " pathEditMode="relative" rAng="0" ptsTypes="AA">
                                      <p:cBhvr>
                                        <p:cTn id="95" dur="2000" fill="hold"/>
                                        <p:tgtEl>
                                          <p:spTgt spid="4"/>
                                        </p:tgtEl>
                                        <p:attrNameLst>
                                          <p:attrName>ppt_x</p:attrName>
                                          <p:attrName>ppt_y</p:attrName>
                                        </p:attrNameLst>
                                      </p:cBhvr>
                                      <p:rCtr x="2951" y="-4213"/>
                                    </p:animMotion>
                                  </p:childTnLst>
                                </p:cTn>
                              </p:par>
                            </p:childTnLst>
                          </p:cTn>
                        </p:par>
                      </p:childTnLst>
                    </p:cTn>
                  </p:par>
                  <p:par>
                    <p:cTn id="96" fill="hold">
                      <p:stCondLst>
                        <p:cond delay="indefinite"/>
                      </p:stCondLst>
                      <p:childTnLst>
                        <p:par>
                          <p:cTn id="97" fill="hold">
                            <p:stCondLst>
                              <p:cond delay="0"/>
                            </p:stCondLst>
                            <p:childTnLst>
                              <p:par>
                                <p:cTn id="98" presetID="42" presetClass="path" presetSubtype="0" accel="50000" decel="50000" fill="hold" grpId="12" nodeType="clickEffect">
                                  <p:stCondLst>
                                    <p:cond delay="0"/>
                                  </p:stCondLst>
                                  <p:childTnLst>
                                    <p:animMotion origin="layout" path="M 0.09357 0.07893 L 0.13715 0.16829 " pathEditMode="relative" rAng="0" ptsTypes="AA">
                                      <p:cBhvr>
                                        <p:cTn id="99" dur="2000" fill="hold"/>
                                        <p:tgtEl>
                                          <p:spTgt spid="4"/>
                                        </p:tgtEl>
                                        <p:attrNameLst>
                                          <p:attrName>ppt_x</p:attrName>
                                          <p:attrName>ppt_y</p:attrName>
                                        </p:attrNameLst>
                                      </p:cBhvr>
                                      <p:rCtr x="2170" y="4468"/>
                                    </p:animMotion>
                                  </p:childTnLst>
                                </p:cTn>
                              </p:par>
                            </p:childTnLst>
                          </p:cTn>
                        </p:par>
                      </p:childTnLst>
                    </p:cTn>
                  </p:par>
                  <p:par>
                    <p:cTn id="100" fill="hold">
                      <p:stCondLst>
                        <p:cond delay="indefinite"/>
                      </p:stCondLst>
                      <p:childTnLst>
                        <p:par>
                          <p:cTn id="101" fill="hold">
                            <p:stCondLst>
                              <p:cond delay="0"/>
                            </p:stCondLst>
                            <p:childTnLst>
                              <p:par>
                                <p:cTn id="102" presetID="1" presetClass="emph" presetSubtype="2" fill="hold" nodeType="clickEffect">
                                  <p:stCondLst>
                                    <p:cond delay="0"/>
                                  </p:stCondLst>
                                  <p:childTnLst>
                                    <p:animClr clrSpc="rgb" dir="cw">
                                      <p:cBhvr>
                                        <p:cTn id="103" dur="2000" fill="hold"/>
                                        <p:tgtEl>
                                          <p:spTgt spid="14"/>
                                        </p:tgtEl>
                                        <p:attrNameLst>
                                          <p:attrName>fillcolor</p:attrName>
                                        </p:attrNameLst>
                                      </p:cBhvr>
                                      <p:to>
                                        <a:srgbClr val="FFFF00"/>
                                      </p:to>
                                    </p:animClr>
                                    <p:set>
                                      <p:cBhvr>
                                        <p:cTn id="104" dur="2000" fill="hold"/>
                                        <p:tgtEl>
                                          <p:spTgt spid="14"/>
                                        </p:tgtEl>
                                        <p:attrNameLst>
                                          <p:attrName>fill.type</p:attrName>
                                        </p:attrNameLst>
                                      </p:cBhvr>
                                      <p:to>
                                        <p:strVal val="solid"/>
                                      </p:to>
                                    </p:set>
                                    <p:set>
                                      <p:cBhvr>
                                        <p:cTn id="105" dur="2000" fill="hold"/>
                                        <p:tgtEl>
                                          <p:spTgt spid="14"/>
                                        </p:tgtEl>
                                        <p:attrNameLst>
                                          <p:attrName>fill.on</p:attrName>
                                        </p:attrNameLst>
                                      </p:cBhvr>
                                      <p:to>
                                        <p:strVal val="true"/>
                                      </p:to>
                                    </p:set>
                                  </p:childTnLst>
                                </p:cTn>
                              </p:par>
                            </p:childTnLst>
                          </p:cTn>
                        </p:par>
                      </p:childTnLst>
                    </p:cTn>
                  </p:par>
                  <p:par>
                    <p:cTn id="106" fill="hold">
                      <p:stCondLst>
                        <p:cond delay="indefinite"/>
                      </p:stCondLst>
                      <p:childTnLst>
                        <p:par>
                          <p:cTn id="107" fill="hold">
                            <p:stCondLst>
                              <p:cond delay="0"/>
                            </p:stCondLst>
                            <p:childTnLst>
                              <p:par>
                                <p:cTn id="108" presetID="42" presetClass="path" presetSubtype="0" accel="50000" decel="50000" fill="hold" grpId="13" nodeType="clickEffect">
                                  <p:stCondLst>
                                    <p:cond delay="0"/>
                                  </p:stCondLst>
                                  <p:childTnLst>
                                    <p:animMotion origin="layout" path="M 0.13715 0.16829 L 0.10902 0.26597 " pathEditMode="relative" rAng="0" ptsTypes="AA">
                                      <p:cBhvr>
                                        <p:cTn id="109" dur="2000" fill="hold"/>
                                        <p:tgtEl>
                                          <p:spTgt spid="4"/>
                                        </p:tgtEl>
                                        <p:attrNameLst>
                                          <p:attrName>ppt_x</p:attrName>
                                          <p:attrName>ppt_y</p:attrName>
                                        </p:attrNameLst>
                                      </p:cBhvr>
                                      <p:rCtr x="-1406" y="4884"/>
                                    </p:animMotion>
                                  </p:childTnLst>
                                </p:cTn>
                              </p:par>
                            </p:childTnLst>
                          </p:cTn>
                        </p:par>
                      </p:childTnLst>
                    </p:cTn>
                  </p:par>
                  <p:par>
                    <p:cTn id="110" fill="hold">
                      <p:stCondLst>
                        <p:cond delay="indefinite"/>
                      </p:stCondLst>
                      <p:childTnLst>
                        <p:par>
                          <p:cTn id="111" fill="hold">
                            <p:stCondLst>
                              <p:cond delay="0"/>
                            </p:stCondLst>
                            <p:childTnLst>
                              <p:par>
                                <p:cTn id="112" presetID="1" presetClass="emph" presetSubtype="2" fill="hold" nodeType="clickEffect">
                                  <p:stCondLst>
                                    <p:cond delay="0"/>
                                  </p:stCondLst>
                                  <p:childTnLst>
                                    <p:animClr clrSpc="rgb" dir="cw">
                                      <p:cBhvr>
                                        <p:cTn id="113" dur="2000" fill="hold"/>
                                        <p:tgtEl>
                                          <p:spTgt spid="17"/>
                                        </p:tgtEl>
                                        <p:attrNameLst>
                                          <p:attrName>fillcolor</p:attrName>
                                        </p:attrNameLst>
                                      </p:cBhvr>
                                      <p:to>
                                        <a:srgbClr val="FFFF00"/>
                                      </p:to>
                                    </p:animClr>
                                    <p:set>
                                      <p:cBhvr>
                                        <p:cTn id="114" dur="2000" fill="hold"/>
                                        <p:tgtEl>
                                          <p:spTgt spid="17"/>
                                        </p:tgtEl>
                                        <p:attrNameLst>
                                          <p:attrName>fill.type</p:attrName>
                                        </p:attrNameLst>
                                      </p:cBhvr>
                                      <p:to>
                                        <p:strVal val="solid"/>
                                      </p:to>
                                    </p:set>
                                    <p:set>
                                      <p:cBhvr>
                                        <p:cTn id="115" dur="2000" fill="hold"/>
                                        <p:tgtEl>
                                          <p:spTgt spid="17"/>
                                        </p:tgtEl>
                                        <p:attrNameLst>
                                          <p:attrName>fill.on</p:attrName>
                                        </p:attrNameLst>
                                      </p:cBhvr>
                                      <p:to>
                                        <p:strVal val="true"/>
                                      </p:to>
                                    </p:set>
                                  </p:childTnLst>
                                </p:cTn>
                              </p:par>
                            </p:childTnLst>
                          </p:cTn>
                        </p:par>
                      </p:childTnLst>
                    </p:cTn>
                  </p:par>
                  <p:par>
                    <p:cTn id="116" fill="hold">
                      <p:stCondLst>
                        <p:cond delay="indefinite"/>
                      </p:stCondLst>
                      <p:childTnLst>
                        <p:par>
                          <p:cTn id="117" fill="hold">
                            <p:stCondLst>
                              <p:cond delay="0"/>
                            </p:stCondLst>
                            <p:childTnLst>
                              <p:par>
                                <p:cTn id="118" presetID="42" presetClass="path" presetSubtype="0" accel="50000" decel="50000" fill="hold" grpId="14" nodeType="clickEffect">
                                  <p:stCondLst>
                                    <p:cond delay="0"/>
                                  </p:stCondLst>
                                  <p:childTnLst>
                                    <p:animMotion origin="layout" path="M 0.10902 0.26597 L 0.13715 0.16829 " pathEditMode="relative" rAng="0" ptsTypes="AA">
                                      <p:cBhvr>
                                        <p:cTn id="119" dur="2000" fill="hold"/>
                                        <p:tgtEl>
                                          <p:spTgt spid="4"/>
                                        </p:tgtEl>
                                        <p:attrNameLst>
                                          <p:attrName>ppt_x</p:attrName>
                                          <p:attrName>ppt_y</p:attrName>
                                        </p:attrNameLst>
                                      </p:cBhvr>
                                      <p:rCtr x="677" y="-5579"/>
                                    </p:animMotion>
                                  </p:childTnLst>
                                </p:cTn>
                              </p:par>
                            </p:childTnLst>
                          </p:cTn>
                        </p:par>
                      </p:childTnLst>
                    </p:cTn>
                  </p:par>
                  <p:par>
                    <p:cTn id="120" fill="hold">
                      <p:stCondLst>
                        <p:cond delay="indefinite"/>
                      </p:stCondLst>
                      <p:childTnLst>
                        <p:par>
                          <p:cTn id="121" fill="hold">
                            <p:stCondLst>
                              <p:cond delay="0"/>
                            </p:stCondLst>
                            <p:childTnLst>
                              <p:par>
                                <p:cTn id="122" presetID="42" presetClass="path" presetSubtype="0" accel="50000" decel="50000" fill="hold" grpId="15" nodeType="clickEffect">
                                  <p:stCondLst>
                                    <p:cond delay="0"/>
                                  </p:stCondLst>
                                  <p:childTnLst>
                                    <p:animMotion origin="layout" path="M 0.13715 0.16829 L 0.09358 0.07893 " pathEditMode="relative" rAng="0" ptsTypes="AA">
                                      <p:cBhvr>
                                        <p:cTn id="123" dur="2000" fill="hold"/>
                                        <p:tgtEl>
                                          <p:spTgt spid="4"/>
                                        </p:tgtEl>
                                        <p:attrNameLst>
                                          <p:attrName>ppt_x</p:attrName>
                                          <p:attrName>ppt_y</p:attrName>
                                        </p:attrNameLst>
                                      </p:cBhvr>
                                      <p:rCtr x="-3264" y="-4514"/>
                                    </p:animMotion>
                                  </p:childTnLst>
                                </p:cTn>
                              </p:par>
                            </p:childTnLst>
                          </p:cTn>
                        </p:par>
                      </p:childTnLst>
                    </p:cTn>
                  </p:par>
                  <p:par>
                    <p:cTn id="124" fill="hold">
                      <p:stCondLst>
                        <p:cond delay="indefinite"/>
                      </p:stCondLst>
                      <p:childTnLst>
                        <p:par>
                          <p:cTn id="125" fill="hold">
                            <p:stCondLst>
                              <p:cond delay="0"/>
                            </p:stCondLst>
                            <p:childTnLst>
                              <p:par>
                                <p:cTn id="126" presetID="42" presetClass="path" presetSubtype="0" accel="50000" decel="50000" fill="hold" grpId="16" nodeType="clickEffect">
                                  <p:stCondLst>
                                    <p:cond delay="0"/>
                                  </p:stCondLst>
                                  <p:childTnLst>
                                    <p:animMotion origin="layout" path="M 0.09357 0.07893 L 4.33681E-18 2.22222E-6 " pathEditMode="relative" rAng="0" ptsTypes="AA">
                                      <p:cBhvr>
                                        <p:cTn id="127" dur="2000" fill="hold"/>
                                        <p:tgtEl>
                                          <p:spTgt spid="4"/>
                                        </p:tgtEl>
                                        <p:attrNameLst>
                                          <p:attrName>ppt_x</p:attrName>
                                          <p:attrName>ppt_y</p:attrName>
                                        </p:attrNameLst>
                                      </p:cBhvr>
                                      <p:rCtr x="-4358" y="-3727"/>
                                    </p:animMotion>
                                  </p:childTnLst>
                                </p:cTn>
                              </p:par>
                            </p:childTnLst>
                          </p:cTn>
                        </p:par>
                      </p:childTnLst>
                    </p:cTn>
                  </p:par>
                  <p:par>
                    <p:cTn id="128" fill="hold">
                      <p:stCondLst>
                        <p:cond delay="indefinite"/>
                      </p:stCondLst>
                      <p:childTnLst>
                        <p:par>
                          <p:cTn id="129" fill="hold">
                            <p:stCondLst>
                              <p:cond delay="0"/>
                            </p:stCondLst>
                            <p:childTnLst>
                              <p:par>
                                <p:cTn id="130" presetID="53" presetClass="exit" presetSubtype="32" fill="hold" grpId="17" nodeType="clickEffect">
                                  <p:stCondLst>
                                    <p:cond delay="0"/>
                                  </p:stCondLst>
                                  <p:childTnLst>
                                    <p:anim calcmode="lin" valueType="num">
                                      <p:cBhvr>
                                        <p:cTn id="131" dur="500"/>
                                        <p:tgtEl>
                                          <p:spTgt spid="4"/>
                                        </p:tgtEl>
                                        <p:attrNameLst>
                                          <p:attrName>ppt_w</p:attrName>
                                        </p:attrNameLst>
                                      </p:cBhvr>
                                      <p:tavLst>
                                        <p:tav tm="0">
                                          <p:val>
                                            <p:strVal val="ppt_w"/>
                                          </p:val>
                                        </p:tav>
                                        <p:tav tm="100000">
                                          <p:val>
                                            <p:fltVal val="0"/>
                                          </p:val>
                                        </p:tav>
                                      </p:tavLst>
                                    </p:anim>
                                    <p:anim calcmode="lin" valueType="num">
                                      <p:cBhvr>
                                        <p:cTn id="132" dur="500"/>
                                        <p:tgtEl>
                                          <p:spTgt spid="4"/>
                                        </p:tgtEl>
                                        <p:attrNameLst>
                                          <p:attrName>ppt_h</p:attrName>
                                        </p:attrNameLst>
                                      </p:cBhvr>
                                      <p:tavLst>
                                        <p:tav tm="0">
                                          <p:val>
                                            <p:strVal val="ppt_h"/>
                                          </p:val>
                                        </p:tav>
                                        <p:tav tm="100000">
                                          <p:val>
                                            <p:fltVal val="0"/>
                                          </p:val>
                                        </p:tav>
                                      </p:tavLst>
                                    </p:anim>
                                    <p:animEffect transition="out" filter="fade">
                                      <p:cBhvr>
                                        <p:cTn id="133" dur="500"/>
                                        <p:tgtEl>
                                          <p:spTgt spid="4"/>
                                        </p:tgtEl>
                                      </p:cBhvr>
                                    </p:animEffect>
                                    <p:set>
                                      <p:cBhvr>
                                        <p:cTn id="134"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4" grpId="3" animBg="1"/>
      <p:bldP spid="4" grpId="4" animBg="1"/>
      <p:bldP spid="4" grpId="5" animBg="1"/>
      <p:bldP spid="4" grpId="6" animBg="1"/>
      <p:bldP spid="4" grpId="7" animBg="1"/>
      <p:bldP spid="4" grpId="8" animBg="1"/>
      <p:bldP spid="4" grpId="9" animBg="1"/>
      <p:bldP spid="4" grpId="10" animBg="1"/>
      <p:bldP spid="4" grpId="11" animBg="1"/>
      <p:bldP spid="4" grpId="12" animBg="1"/>
      <p:bldP spid="4" grpId="13" animBg="1"/>
      <p:bldP spid="4" grpId="14" animBg="1"/>
      <p:bldP spid="4" grpId="15" animBg="1"/>
      <p:bldP spid="4" grpId="16" animBg="1"/>
      <p:bldP spid="4" grpId="17"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9961"/>
            <a:ext cx="12192000" cy="565607"/>
          </a:xfrm>
        </p:spPr>
        <p:txBody>
          <a:bodyPr>
            <a:normAutofit/>
          </a:bodyPr>
          <a:lstStyle/>
          <a:p>
            <a:r>
              <a:rPr kumimoji="0" lang="en-SG" b="1" i="0" u="none" strike="noStrike" kern="1200" cap="none" spc="0" normalizeH="0" baseline="0" noProof="0" dirty="0">
                <a:ln>
                  <a:noFill/>
                </a:ln>
                <a:effectLst/>
                <a:uLnTx/>
                <a:uFillTx/>
                <a:latin typeface="Verdana" panose="020B0604030504040204" pitchFamily="34" charset="0"/>
                <a:cs typeface="Arial" panose="020B0604020202020204" pitchFamily="34" charset="0"/>
              </a:rPr>
              <a:t>Pre-order Depth First Traversal</a:t>
            </a:r>
            <a:endParaRPr lang="en-SG" dirty="0">
              <a:latin typeface="Verdana" panose="020B0604030504040204" pitchFamily="34" charset="0"/>
            </a:endParaRPr>
          </a:p>
        </p:txBody>
      </p:sp>
      <p:sp>
        <p:nvSpPr>
          <p:cNvPr id="4" name="Content Placeholder 1"/>
          <p:cNvSpPr txBox="1">
            <a:spLocks/>
          </p:cNvSpPr>
          <p:nvPr/>
        </p:nvSpPr>
        <p:spPr>
          <a:xfrm>
            <a:off x="1295400" y="1380226"/>
            <a:ext cx="8625840" cy="432249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SG" sz="1800" dirty="0"/>
          </a:p>
          <a:p>
            <a:pPr marL="0" indent="0" algn="just">
              <a:lnSpc>
                <a:spcPct val="150000"/>
              </a:lnSpc>
              <a:buNone/>
            </a:pPr>
            <a:endParaRPr lang="en-SG" sz="1800" dirty="0"/>
          </a:p>
          <a:p>
            <a:pPr marL="457200" lvl="1" indent="0" algn="just">
              <a:lnSpc>
                <a:spcPct val="150000"/>
              </a:lnSpc>
              <a:buNone/>
            </a:pPr>
            <a:endParaRPr lang="en-SG" sz="1800" dirty="0"/>
          </a:p>
          <a:p>
            <a:pPr marL="0" indent="0" algn="just">
              <a:lnSpc>
                <a:spcPct val="150000"/>
              </a:lnSpc>
              <a:buNone/>
            </a:pPr>
            <a:endParaRPr lang="en-SG" sz="600" dirty="0"/>
          </a:p>
          <a:p>
            <a:pPr marL="0" indent="0" algn="just">
              <a:lnSpc>
                <a:spcPct val="150000"/>
              </a:lnSpc>
              <a:buNone/>
            </a:pPr>
            <a:endParaRPr lang="en-SG" sz="600" dirty="0"/>
          </a:p>
          <a:p>
            <a:pPr marL="0" indent="0" algn="just">
              <a:lnSpc>
                <a:spcPct val="150000"/>
              </a:lnSpc>
              <a:buNone/>
            </a:pPr>
            <a:endParaRPr lang="en-SG" sz="600" dirty="0"/>
          </a:p>
          <a:p>
            <a:pPr marL="0" indent="0">
              <a:buNone/>
            </a:pPr>
            <a:r>
              <a:rPr lang="en-SG" sz="1600" dirty="0">
                <a:latin typeface="Courier New" panose="02070309020205020404" pitchFamily="49" charset="0"/>
                <a:cs typeface="Courier New" panose="02070309020205020404" pitchFamily="49" charset="0"/>
              </a:rPr>
              <a:t>  </a:t>
            </a:r>
            <a:r>
              <a:rPr lang="en-SG" sz="2000" dirty="0">
                <a:latin typeface="Courier New" panose="02070309020205020404" pitchFamily="49" charset="0"/>
                <a:cs typeface="Courier New" panose="02070309020205020404" pitchFamily="49" charset="0"/>
              </a:rPr>
              <a:t>def </a:t>
            </a:r>
            <a:r>
              <a:rPr lang="en-SG" sz="2000" dirty="0" err="1">
                <a:latin typeface="Courier New" panose="02070309020205020404" pitchFamily="49" charset="0"/>
                <a:cs typeface="Courier New" panose="02070309020205020404" pitchFamily="49" charset="0"/>
              </a:rPr>
              <a:t>pre_order_traversal</a:t>
            </a:r>
            <a:r>
              <a:rPr lang="en-SG" sz="2000" dirty="0">
                <a:latin typeface="Courier New" panose="02070309020205020404" pitchFamily="49" charset="0"/>
                <a:cs typeface="Courier New" panose="02070309020205020404" pitchFamily="49" charset="0"/>
              </a:rPr>
              <a:t>(self, node):</a:t>
            </a:r>
          </a:p>
          <a:p>
            <a:pPr marL="0" indent="0">
              <a:buNone/>
            </a:pPr>
            <a:r>
              <a:rPr lang="en-SG" sz="2000" dirty="0">
                <a:latin typeface="Courier New" panose="02070309020205020404" pitchFamily="49" charset="0"/>
                <a:cs typeface="Courier New" panose="02070309020205020404" pitchFamily="49" charset="0"/>
              </a:rPr>
              <a:t>        if node:</a:t>
            </a:r>
          </a:p>
          <a:p>
            <a:pPr marL="0" indent="0">
              <a:buNone/>
            </a:pPr>
            <a:r>
              <a:rPr lang="en-SG" sz="2000" dirty="0">
                <a:latin typeface="Courier New" panose="02070309020205020404" pitchFamily="49" charset="0"/>
                <a:cs typeface="Courier New" panose="02070309020205020404" pitchFamily="49" charset="0"/>
              </a:rPr>
              <a:t>            </a:t>
            </a:r>
            <a:r>
              <a:rPr lang="en-SG" sz="2000" dirty="0">
                <a:solidFill>
                  <a:srgbClr val="00B050"/>
                </a:solidFill>
                <a:latin typeface="Courier New" panose="02070309020205020404" pitchFamily="49" charset="0"/>
                <a:cs typeface="Courier New" panose="02070309020205020404" pitchFamily="49" charset="0"/>
              </a:rPr>
              <a:t>print(</a:t>
            </a:r>
            <a:r>
              <a:rPr lang="en-SG" sz="2000" dirty="0" err="1">
                <a:solidFill>
                  <a:srgbClr val="00B050"/>
                </a:solidFill>
                <a:latin typeface="Courier New" panose="02070309020205020404" pitchFamily="49" charset="0"/>
                <a:cs typeface="Courier New" panose="02070309020205020404" pitchFamily="49" charset="0"/>
              </a:rPr>
              <a:t>node.data</a:t>
            </a:r>
            <a:r>
              <a:rPr lang="en-SG" sz="2000" dirty="0">
                <a:solidFill>
                  <a:srgbClr val="00B050"/>
                </a:solidFill>
                <a:latin typeface="Courier New" panose="02070309020205020404" pitchFamily="49" charset="0"/>
                <a:cs typeface="Courier New" panose="02070309020205020404" pitchFamily="49" charset="0"/>
              </a:rPr>
              <a:t>, end=" ")</a:t>
            </a:r>
          </a:p>
          <a:p>
            <a:pPr marL="0" indent="0">
              <a:buNone/>
            </a:pPr>
            <a:r>
              <a:rPr lang="en-SG"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self.pre_order_traversal</a:t>
            </a:r>
            <a:r>
              <a:rPr lang="en-SG" sz="2000" dirty="0">
                <a:latin typeface="Courier New" panose="02070309020205020404" pitchFamily="49" charset="0"/>
                <a:cs typeface="Courier New" panose="02070309020205020404" pitchFamily="49" charset="0"/>
              </a:rPr>
              <a:t>(</a:t>
            </a:r>
            <a:r>
              <a:rPr lang="en-SG" sz="2000" dirty="0" err="1">
                <a:latin typeface="Courier New" panose="02070309020205020404" pitchFamily="49" charset="0"/>
                <a:cs typeface="Courier New" panose="02070309020205020404" pitchFamily="49" charset="0"/>
              </a:rPr>
              <a:t>node.left</a:t>
            </a:r>
            <a:r>
              <a:rPr lang="en-SG" sz="2000" dirty="0">
                <a:latin typeface="Courier New" panose="02070309020205020404" pitchFamily="49" charset="0"/>
                <a:cs typeface="Courier New" panose="02070309020205020404" pitchFamily="49" charset="0"/>
              </a:rPr>
              <a:t>)</a:t>
            </a:r>
          </a:p>
          <a:p>
            <a:pPr marL="0" indent="0">
              <a:buNone/>
            </a:pPr>
            <a:r>
              <a:rPr lang="en-SG"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self.pre_order_traversal</a:t>
            </a:r>
            <a:r>
              <a:rPr lang="en-SG" sz="2000" dirty="0">
                <a:latin typeface="Courier New" panose="02070309020205020404" pitchFamily="49" charset="0"/>
                <a:cs typeface="Courier New" panose="02070309020205020404" pitchFamily="49" charset="0"/>
              </a:rPr>
              <a:t>(</a:t>
            </a:r>
            <a:r>
              <a:rPr lang="en-SG" sz="2000" dirty="0" err="1">
                <a:latin typeface="Courier New" panose="02070309020205020404" pitchFamily="49" charset="0"/>
                <a:cs typeface="Courier New" panose="02070309020205020404" pitchFamily="49" charset="0"/>
              </a:rPr>
              <a:t>node.right</a:t>
            </a:r>
            <a:r>
              <a:rPr lang="en-SG" sz="2000" dirty="0">
                <a:latin typeface="Courier New" panose="02070309020205020404" pitchFamily="49" charset="0"/>
                <a:cs typeface="Courier New" panose="02070309020205020404" pitchFamily="49" charset="0"/>
              </a:rPr>
              <a:t>)</a:t>
            </a:r>
          </a:p>
          <a:p>
            <a:pPr marL="0" indent="0">
              <a:lnSpc>
                <a:spcPct val="100000"/>
              </a:lnSpc>
              <a:spcBef>
                <a:spcPts val="300"/>
              </a:spcBef>
              <a:buNone/>
            </a:pPr>
            <a:endParaRPr lang="en-SG" sz="1600" dirty="0">
              <a:latin typeface="Courier New" panose="02070309020205020404" pitchFamily="49" charset="0"/>
              <a:cs typeface="Courier New" panose="02070309020205020404" pitchFamily="49" charset="0"/>
            </a:endParaRPr>
          </a:p>
          <a:p>
            <a:pPr marL="0" indent="0" algn="just">
              <a:lnSpc>
                <a:spcPct val="150000"/>
              </a:lnSpc>
              <a:buNone/>
            </a:pPr>
            <a:endParaRPr lang="en-SG" sz="1800" dirty="0"/>
          </a:p>
        </p:txBody>
      </p:sp>
      <p:sp>
        <p:nvSpPr>
          <p:cNvPr id="5" name="object 49"/>
          <p:cNvSpPr/>
          <p:nvPr/>
        </p:nvSpPr>
        <p:spPr>
          <a:xfrm>
            <a:off x="9296400" y="1066800"/>
            <a:ext cx="755799" cy="419057"/>
          </a:xfrm>
          <a:custGeom>
            <a:avLst/>
            <a:gdLst/>
            <a:ahLst/>
            <a:cxnLst/>
            <a:rect l="l" t="t" r="r" b="b"/>
            <a:pathLst>
              <a:path w="797559" h="508000">
                <a:moveTo>
                  <a:pt x="0" y="253948"/>
                </a:moveTo>
                <a:lnTo>
                  <a:pt x="5218" y="212757"/>
                </a:lnTo>
                <a:lnTo>
                  <a:pt x="20326" y="173681"/>
                </a:lnTo>
                <a:lnTo>
                  <a:pt x="44502" y="137244"/>
                </a:lnTo>
                <a:lnTo>
                  <a:pt x="76927" y="103970"/>
                </a:lnTo>
                <a:lnTo>
                  <a:pt x="116778" y="74379"/>
                </a:lnTo>
                <a:lnTo>
                  <a:pt x="163235" y="48997"/>
                </a:lnTo>
                <a:lnTo>
                  <a:pt x="215477" y="28345"/>
                </a:lnTo>
                <a:lnTo>
                  <a:pt x="272683" y="12946"/>
                </a:lnTo>
                <a:lnTo>
                  <a:pt x="334033" y="3323"/>
                </a:lnTo>
                <a:lnTo>
                  <a:pt x="398705" y="0"/>
                </a:lnTo>
                <a:lnTo>
                  <a:pt x="431405" y="841"/>
                </a:lnTo>
                <a:lnTo>
                  <a:pt x="494519" y="7380"/>
                </a:lnTo>
                <a:lnTo>
                  <a:pt x="553900" y="19956"/>
                </a:lnTo>
                <a:lnTo>
                  <a:pt x="608727" y="38047"/>
                </a:lnTo>
                <a:lnTo>
                  <a:pt x="658179" y="61130"/>
                </a:lnTo>
                <a:lnTo>
                  <a:pt x="701436" y="88681"/>
                </a:lnTo>
                <a:lnTo>
                  <a:pt x="737676" y="120179"/>
                </a:lnTo>
                <a:lnTo>
                  <a:pt x="766079" y="155100"/>
                </a:lnTo>
                <a:lnTo>
                  <a:pt x="785824" y="192922"/>
                </a:lnTo>
                <a:lnTo>
                  <a:pt x="796090" y="233121"/>
                </a:lnTo>
                <a:lnTo>
                  <a:pt x="797412" y="253948"/>
                </a:lnTo>
                <a:lnTo>
                  <a:pt x="796090" y="274776"/>
                </a:lnTo>
                <a:lnTo>
                  <a:pt x="785824" y="314975"/>
                </a:lnTo>
                <a:lnTo>
                  <a:pt x="766079" y="352797"/>
                </a:lnTo>
                <a:lnTo>
                  <a:pt x="737676" y="387718"/>
                </a:lnTo>
                <a:lnTo>
                  <a:pt x="701436" y="419216"/>
                </a:lnTo>
                <a:lnTo>
                  <a:pt x="658179" y="446767"/>
                </a:lnTo>
                <a:lnTo>
                  <a:pt x="608727" y="469850"/>
                </a:lnTo>
                <a:lnTo>
                  <a:pt x="553900" y="487941"/>
                </a:lnTo>
                <a:lnTo>
                  <a:pt x="494519" y="500517"/>
                </a:lnTo>
                <a:lnTo>
                  <a:pt x="431405" y="507056"/>
                </a:lnTo>
                <a:lnTo>
                  <a:pt x="398705" y="507898"/>
                </a:lnTo>
                <a:lnTo>
                  <a:pt x="366005" y="507056"/>
                </a:lnTo>
                <a:lnTo>
                  <a:pt x="302892" y="500517"/>
                </a:lnTo>
                <a:lnTo>
                  <a:pt x="243511" y="487941"/>
                </a:lnTo>
                <a:lnTo>
                  <a:pt x="188684" y="469850"/>
                </a:lnTo>
                <a:lnTo>
                  <a:pt x="139232" y="446767"/>
                </a:lnTo>
                <a:lnTo>
                  <a:pt x="95975" y="419216"/>
                </a:lnTo>
                <a:lnTo>
                  <a:pt x="59735" y="387718"/>
                </a:lnTo>
                <a:lnTo>
                  <a:pt x="31332" y="352797"/>
                </a:lnTo>
                <a:lnTo>
                  <a:pt x="11587" y="314975"/>
                </a:lnTo>
                <a:lnTo>
                  <a:pt x="1321" y="274776"/>
                </a:lnTo>
                <a:lnTo>
                  <a:pt x="0" y="253948"/>
                </a:lnTo>
                <a:close/>
              </a:path>
            </a:pathLst>
          </a:custGeom>
          <a:ln w="76199">
            <a:solidFill>
              <a:srgbClr val="FAA757"/>
            </a:solidFill>
          </a:ln>
        </p:spPr>
        <p:txBody>
          <a:bodyPr wrap="square" lIns="0" tIns="0" rIns="0" bIns="0" rtlCol="0"/>
          <a:lstStyle/>
          <a:p>
            <a:endParaRPr sz="2000">
              <a:solidFill>
                <a:prstClr val="black"/>
              </a:solidFill>
            </a:endParaRPr>
          </a:p>
        </p:txBody>
      </p:sp>
      <p:sp>
        <p:nvSpPr>
          <p:cNvPr id="6" name="object 6"/>
          <p:cNvSpPr/>
          <p:nvPr/>
        </p:nvSpPr>
        <p:spPr>
          <a:xfrm>
            <a:off x="9454103" y="1066800"/>
            <a:ext cx="398780" cy="297180"/>
          </a:xfrm>
          <a:prstGeom prst="ellipse">
            <a:avLst/>
          </a:prstGeom>
          <a:solidFill>
            <a:schemeClr val="bg1"/>
          </a:solidFill>
        </p:spPr>
        <p:txBody>
          <a:bodyPr wrap="square" lIns="0" tIns="0" rIns="0" bIns="0" rtlCol="0"/>
          <a:lstStyle/>
          <a:p>
            <a:r>
              <a:rPr lang="en-US" sz="2000" dirty="0">
                <a:solidFill>
                  <a:prstClr val="black"/>
                </a:solidFill>
              </a:rPr>
              <a:t> E</a:t>
            </a:r>
            <a:endParaRPr sz="2000" dirty="0">
              <a:solidFill>
                <a:prstClr val="black"/>
              </a:solidFill>
            </a:endParaRPr>
          </a:p>
        </p:txBody>
      </p:sp>
      <p:sp>
        <p:nvSpPr>
          <p:cNvPr id="7" name="object 7"/>
          <p:cNvSpPr/>
          <p:nvPr/>
        </p:nvSpPr>
        <p:spPr>
          <a:xfrm>
            <a:off x="9454103" y="1066800"/>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E</a:t>
            </a:r>
            <a:endParaRPr sz="2000" dirty="0">
              <a:solidFill>
                <a:prstClr val="black"/>
              </a:solidFill>
            </a:endParaRPr>
          </a:p>
        </p:txBody>
      </p:sp>
      <p:sp>
        <p:nvSpPr>
          <p:cNvPr id="8" name="object 8"/>
          <p:cNvSpPr/>
          <p:nvPr/>
        </p:nvSpPr>
        <p:spPr>
          <a:xfrm>
            <a:off x="8656691" y="1617348"/>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9" name="object 9"/>
          <p:cNvSpPr/>
          <p:nvPr/>
        </p:nvSpPr>
        <p:spPr>
          <a:xfrm>
            <a:off x="8552104" y="1617347"/>
            <a:ext cx="398780" cy="297180"/>
          </a:xfrm>
          <a:prstGeom prst="ellipse">
            <a:avLst/>
          </a:prstGeom>
          <a:solidFill>
            <a:schemeClr val="bg1"/>
          </a:solidFill>
          <a:ln w="25399">
            <a:solidFill>
              <a:srgbClr val="839950"/>
            </a:solidFill>
          </a:ln>
        </p:spPr>
        <p:txBody>
          <a:bodyPr wrap="square" lIns="0" tIns="0" rIns="0" bIns="0" rtlCol="0"/>
          <a:lstStyle/>
          <a:p>
            <a:r>
              <a:rPr lang="en-US" sz="1200" dirty="0">
                <a:solidFill>
                  <a:prstClr val="black"/>
                </a:solidFill>
              </a:rPr>
              <a:t> </a:t>
            </a:r>
            <a:r>
              <a:rPr lang="en-US" sz="2000" dirty="0">
                <a:solidFill>
                  <a:prstClr val="black"/>
                </a:solidFill>
              </a:rPr>
              <a:t>B</a:t>
            </a:r>
            <a:endParaRPr sz="2000" dirty="0">
              <a:solidFill>
                <a:prstClr val="black"/>
              </a:solidFill>
            </a:endParaRPr>
          </a:p>
        </p:txBody>
      </p:sp>
      <p:sp>
        <p:nvSpPr>
          <p:cNvPr id="10" name="object 10"/>
          <p:cNvSpPr/>
          <p:nvPr/>
        </p:nvSpPr>
        <p:spPr>
          <a:xfrm>
            <a:off x="8257987" y="2254639"/>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1" name="object 11"/>
          <p:cNvSpPr/>
          <p:nvPr/>
        </p:nvSpPr>
        <p:spPr>
          <a:xfrm>
            <a:off x="8153400" y="2254639"/>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t>A</a:t>
            </a:r>
            <a:endParaRPr sz="2000" dirty="0"/>
          </a:p>
        </p:txBody>
      </p:sp>
      <p:sp>
        <p:nvSpPr>
          <p:cNvPr id="12" name="object 12"/>
          <p:cNvSpPr/>
          <p:nvPr/>
        </p:nvSpPr>
        <p:spPr>
          <a:xfrm>
            <a:off x="9055398" y="2254639"/>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3" name="object 13"/>
          <p:cNvSpPr/>
          <p:nvPr/>
        </p:nvSpPr>
        <p:spPr>
          <a:xfrm>
            <a:off x="9055398" y="2254639"/>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C</a:t>
            </a:r>
            <a:endParaRPr sz="2000" dirty="0">
              <a:solidFill>
                <a:prstClr val="black"/>
              </a:solidFill>
            </a:endParaRPr>
          </a:p>
        </p:txBody>
      </p:sp>
      <p:sp>
        <p:nvSpPr>
          <p:cNvPr id="14" name="object 14"/>
          <p:cNvSpPr/>
          <p:nvPr/>
        </p:nvSpPr>
        <p:spPr>
          <a:xfrm>
            <a:off x="10251513" y="1617348"/>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5" name="object 15"/>
          <p:cNvSpPr/>
          <p:nvPr/>
        </p:nvSpPr>
        <p:spPr>
          <a:xfrm>
            <a:off x="10421620" y="1617347"/>
            <a:ext cx="398780" cy="297180"/>
          </a:xfrm>
          <a:prstGeom prst="ellipse">
            <a:avLst/>
          </a:prstGeom>
          <a:solidFill>
            <a:schemeClr val="bg1"/>
          </a:solidFill>
          <a:ln w="25399">
            <a:solidFill>
              <a:srgbClr val="839950"/>
            </a:solidFill>
          </a:ln>
        </p:spPr>
        <p:txBody>
          <a:bodyPr wrap="square" lIns="0" tIns="0" rIns="0" bIns="0" rtlCol="0"/>
          <a:lstStyle/>
          <a:p>
            <a:r>
              <a:rPr lang="en-US" sz="900" dirty="0">
                <a:solidFill>
                  <a:prstClr val="black"/>
                </a:solidFill>
              </a:rPr>
              <a:t> </a:t>
            </a:r>
            <a:r>
              <a:rPr lang="en-US" sz="2000" dirty="0">
                <a:solidFill>
                  <a:prstClr val="black"/>
                </a:solidFill>
              </a:rPr>
              <a:t>G</a:t>
            </a:r>
            <a:endParaRPr sz="2000" dirty="0">
              <a:solidFill>
                <a:prstClr val="black"/>
              </a:solidFill>
            </a:endParaRPr>
          </a:p>
        </p:txBody>
      </p:sp>
      <p:sp>
        <p:nvSpPr>
          <p:cNvPr id="16" name="object 16"/>
          <p:cNvSpPr/>
          <p:nvPr/>
        </p:nvSpPr>
        <p:spPr>
          <a:xfrm>
            <a:off x="9852809" y="2259458"/>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7" name="object 17"/>
          <p:cNvSpPr/>
          <p:nvPr/>
        </p:nvSpPr>
        <p:spPr>
          <a:xfrm>
            <a:off x="9852809" y="2259458"/>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F</a:t>
            </a:r>
            <a:endParaRPr sz="2000" dirty="0">
              <a:solidFill>
                <a:prstClr val="black"/>
              </a:solidFill>
            </a:endParaRPr>
          </a:p>
        </p:txBody>
      </p:sp>
      <p:sp>
        <p:nvSpPr>
          <p:cNvPr id="18" name="object 18"/>
          <p:cNvSpPr/>
          <p:nvPr/>
        </p:nvSpPr>
        <p:spPr>
          <a:xfrm>
            <a:off x="10650220" y="2259458"/>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9" name="object 19"/>
          <p:cNvSpPr/>
          <p:nvPr/>
        </p:nvSpPr>
        <p:spPr>
          <a:xfrm>
            <a:off x="10878820" y="2290753"/>
            <a:ext cx="398780" cy="297180"/>
          </a:xfrm>
          <a:prstGeom prst="ellipse">
            <a:avLst/>
          </a:prstGeom>
          <a:solidFill>
            <a:schemeClr val="bg1"/>
          </a:solidFill>
          <a:ln w="25399">
            <a:solidFill>
              <a:srgbClr val="839950"/>
            </a:solidFill>
          </a:ln>
        </p:spPr>
        <p:txBody>
          <a:bodyPr wrap="square" lIns="0" tIns="0" rIns="0" bIns="0" rtlCol="0"/>
          <a:lstStyle/>
          <a:p>
            <a:r>
              <a:rPr lang="en-US" sz="2000" dirty="0">
                <a:solidFill>
                  <a:prstClr val="black"/>
                </a:solidFill>
              </a:rPr>
              <a:t> I</a:t>
            </a:r>
            <a:endParaRPr sz="2000" dirty="0">
              <a:solidFill>
                <a:prstClr val="black"/>
              </a:solidFill>
            </a:endParaRPr>
          </a:p>
        </p:txBody>
      </p:sp>
      <p:sp>
        <p:nvSpPr>
          <p:cNvPr id="20" name="object 38"/>
          <p:cNvSpPr/>
          <p:nvPr/>
        </p:nvSpPr>
        <p:spPr>
          <a:xfrm>
            <a:off x="9254751" y="2936968"/>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21" name="object 39"/>
          <p:cNvSpPr/>
          <p:nvPr/>
        </p:nvSpPr>
        <p:spPr>
          <a:xfrm>
            <a:off x="9254751" y="2936968"/>
            <a:ext cx="398780" cy="297180"/>
          </a:xfrm>
          <a:prstGeom prst="ellipse">
            <a:avLst/>
          </a:prstGeom>
          <a:solidFill>
            <a:schemeClr val="bg1"/>
          </a:solidFill>
          <a:ln w="25399">
            <a:solidFill>
              <a:srgbClr val="839950"/>
            </a:solidFill>
          </a:ln>
        </p:spPr>
        <p:txBody>
          <a:bodyPr wrap="square" lIns="0" tIns="0" rIns="0" bIns="0" rtlCol="0"/>
          <a:lstStyle/>
          <a:p>
            <a:r>
              <a:rPr lang="en-US" sz="1050">
                <a:solidFill>
                  <a:prstClr val="black"/>
                </a:solidFill>
              </a:rPr>
              <a:t> </a:t>
            </a:r>
            <a:r>
              <a:rPr lang="en-US" sz="2000">
                <a:solidFill>
                  <a:prstClr val="black"/>
                </a:solidFill>
              </a:rPr>
              <a:t>D</a:t>
            </a:r>
            <a:endParaRPr sz="2000" dirty="0">
              <a:solidFill>
                <a:prstClr val="black"/>
              </a:solidFill>
            </a:endParaRPr>
          </a:p>
        </p:txBody>
      </p:sp>
      <p:sp>
        <p:nvSpPr>
          <p:cNvPr id="22" name="object 40"/>
          <p:cNvSpPr/>
          <p:nvPr/>
        </p:nvSpPr>
        <p:spPr>
          <a:xfrm>
            <a:off x="10450866" y="2936968"/>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23" name="object 41"/>
          <p:cNvSpPr/>
          <p:nvPr/>
        </p:nvSpPr>
        <p:spPr>
          <a:xfrm>
            <a:off x="10450866" y="2936968"/>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H</a:t>
            </a:r>
            <a:endParaRPr sz="2000" dirty="0">
              <a:solidFill>
                <a:prstClr val="black"/>
              </a:solidFill>
            </a:endParaRPr>
          </a:p>
        </p:txBody>
      </p:sp>
      <p:cxnSp>
        <p:nvCxnSpPr>
          <p:cNvPr id="24" name="直接箭头连接符 38"/>
          <p:cNvCxnSpPr>
            <a:cxnSpLocks/>
            <a:stCxn id="7" idx="5"/>
            <a:endCxn id="15" idx="1"/>
          </p:cNvCxnSpPr>
          <p:nvPr/>
        </p:nvCxnSpPr>
        <p:spPr>
          <a:xfrm>
            <a:off x="9794483" y="1320459"/>
            <a:ext cx="685537" cy="3404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39"/>
          <p:cNvCxnSpPr>
            <a:cxnSpLocks/>
            <a:stCxn id="7" idx="3"/>
            <a:endCxn id="9" idx="7"/>
          </p:cNvCxnSpPr>
          <p:nvPr/>
        </p:nvCxnSpPr>
        <p:spPr>
          <a:xfrm flipH="1">
            <a:off x="8892484" y="1320459"/>
            <a:ext cx="620019" cy="3404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40"/>
          <p:cNvCxnSpPr>
            <a:cxnSpLocks/>
            <a:endCxn id="11" idx="0"/>
          </p:cNvCxnSpPr>
          <p:nvPr/>
        </p:nvCxnSpPr>
        <p:spPr>
          <a:xfrm flipH="1">
            <a:off x="8352790" y="1871007"/>
            <a:ext cx="257714" cy="3836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41"/>
          <p:cNvCxnSpPr>
            <a:cxnSpLocks/>
            <a:stCxn id="15" idx="3"/>
            <a:endCxn id="16" idx="0"/>
          </p:cNvCxnSpPr>
          <p:nvPr/>
        </p:nvCxnSpPr>
        <p:spPr>
          <a:xfrm flipH="1">
            <a:off x="10052199" y="1871006"/>
            <a:ext cx="427821" cy="3884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42"/>
          <p:cNvCxnSpPr>
            <a:cxnSpLocks/>
            <a:stCxn id="9" idx="5"/>
            <a:endCxn id="12" idx="0"/>
          </p:cNvCxnSpPr>
          <p:nvPr/>
        </p:nvCxnSpPr>
        <p:spPr>
          <a:xfrm>
            <a:off x="8892484" y="1871006"/>
            <a:ext cx="362304" cy="3836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43"/>
          <p:cNvCxnSpPr>
            <a:cxnSpLocks/>
            <a:stCxn id="15" idx="5"/>
          </p:cNvCxnSpPr>
          <p:nvPr/>
        </p:nvCxnSpPr>
        <p:spPr>
          <a:xfrm>
            <a:off x="10762000" y="1871006"/>
            <a:ext cx="410118" cy="4197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44"/>
          <p:cNvCxnSpPr>
            <a:cxnSpLocks/>
            <a:stCxn id="13" idx="4"/>
            <a:endCxn id="20" idx="0"/>
          </p:cNvCxnSpPr>
          <p:nvPr/>
        </p:nvCxnSpPr>
        <p:spPr>
          <a:xfrm>
            <a:off x="9254789" y="2551820"/>
            <a:ext cx="199353" cy="3851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45"/>
          <p:cNvCxnSpPr>
            <a:cxnSpLocks/>
            <a:stCxn id="19" idx="4"/>
          </p:cNvCxnSpPr>
          <p:nvPr/>
        </p:nvCxnSpPr>
        <p:spPr>
          <a:xfrm flipH="1">
            <a:off x="10802656" y="2587933"/>
            <a:ext cx="275554" cy="380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4" name="矩形 2"/>
          <p:cNvSpPr/>
          <p:nvPr/>
        </p:nvSpPr>
        <p:spPr>
          <a:xfrm>
            <a:off x="2621281" y="2112034"/>
            <a:ext cx="3081934" cy="411092"/>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Verdana (Body)"/>
            </a:endParaRPr>
          </a:p>
        </p:txBody>
      </p:sp>
      <p:sp>
        <p:nvSpPr>
          <p:cNvPr id="35" name="文本框 8"/>
          <p:cNvSpPr txBox="1"/>
          <p:nvPr/>
        </p:nvSpPr>
        <p:spPr>
          <a:xfrm>
            <a:off x="2676582" y="2153793"/>
            <a:ext cx="372942" cy="369332"/>
          </a:xfrm>
          <a:prstGeom prst="rect">
            <a:avLst/>
          </a:prstGeom>
          <a:noFill/>
        </p:spPr>
        <p:txBody>
          <a:bodyPr wrap="square" rtlCol="0">
            <a:spAutoFit/>
          </a:bodyPr>
          <a:lstStyle/>
          <a:p>
            <a:r>
              <a:rPr lang="en-US" altLang="zh-CN" dirty="0">
                <a:solidFill>
                  <a:schemeClr val="bg1"/>
                </a:solidFill>
                <a:latin typeface="Verdana (Body)"/>
              </a:rPr>
              <a:t>E</a:t>
            </a:r>
            <a:endParaRPr lang="zh-CN" altLang="en-US" dirty="0">
              <a:solidFill>
                <a:schemeClr val="bg1"/>
              </a:solidFill>
              <a:latin typeface="Verdana (Body)"/>
            </a:endParaRPr>
          </a:p>
        </p:txBody>
      </p:sp>
      <p:sp>
        <p:nvSpPr>
          <p:cNvPr id="36" name="文本框 9"/>
          <p:cNvSpPr txBox="1"/>
          <p:nvPr/>
        </p:nvSpPr>
        <p:spPr>
          <a:xfrm>
            <a:off x="2621281" y="1671654"/>
            <a:ext cx="1106484" cy="369332"/>
          </a:xfrm>
          <a:prstGeom prst="rect">
            <a:avLst/>
          </a:prstGeom>
          <a:noFill/>
        </p:spPr>
        <p:txBody>
          <a:bodyPr wrap="square" rtlCol="0">
            <a:spAutoFit/>
          </a:bodyPr>
          <a:lstStyle/>
          <a:p>
            <a:r>
              <a:rPr lang="en-US" altLang="zh-CN" dirty="0">
                <a:latin typeface="Verdana (Body)"/>
              </a:rPr>
              <a:t>Output: </a:t>
            </a:r>
            <a:endParaRPr lang="zh-CN" altLang="en-US" dirty="0">
              <a:latin typeface="Verdana (Body)"/>
            </a:endParaRPr>
          </a:p>
        </p:txBody>
      </p:sp>
      <p:sp>
        <p:nvSpPr>
          <p:cNvPr id="37" name="文本框 46"/>
          <p:cNvSpPr txBox="1"/>
          <p:nvPr/>
        </p:nvSpPr>
        <p:spPr>
          <a:xfrm>
            <a:off x="3008293" y="2153793"/>
            <a:ext cx="372942" cy="369332"/>
          </a:xfrm>
          <a:prstGeom prst="rect">
            <a:avLst/>
          </a:prstGeom>
          <a:noFill/>
        </p:spPr>
        <p:txBody>
          <a:bodyPr wrap="square" rtlCol="0">
            <a:spAutoFit/>
          </a:bodyPr>
          <a:lstStyle/>
          <a:p>
            <a:r>
              <a:rPr lang="en-US" altLang="zh-CN" dirty="0">
                <a:solidFill>
                  <a:schemeClr val="bg1"/>
                </a:solidFill>
                <a:latin typeface="Verdana (Body)"/>
              </a:rPr>
              <a:t>B</a:t>
            </a:r>
            <a:endParaRPr lang="zh-CN" altLang="en-US" dirty="0">
              <a:solidFill>
                <a:schemeClr val="bg1"/>
              </a:solidFill>
              <a:latin typeface="Verdana (Body)"/>
            </a:endParaRPr>
          </a:p>
        </p:txBody>
      </p:sp>
      <p:sp>
        <p:nvSpPr>
          <p:cNvPr id="38" name="文本框 47"/>
          <p:cNvSpPr txBox="1"/>
          <p:nvPr/>
        </p:nvSpPr>
        <p:spPr>
          <a:xfrm>
            <a:off x="3340004" y="2153793"/>
            <a:ext cx="372942" cy="369332"/>
          </a:xfrm>
          <a:prstGeom prst="rect">
            <a:avLst/>
          </a:prstGeom>
          <a:noFill/>
        </p:spPr>
        <p:txBody>
          <a:bodyPr wrap="square" rtlCol="0">
            <a:spAutoFit/>
          </a:bodyPr>
          <a:lstStyle/>
          <a:p>
            <a:r>
              <a:rPr lang="en-US" altLang="zh-CN" dirty="0">
                <a:solidFill>
                  <a:schemeClr val="bg1"/>
                </a:solidFill>
                <a:latin typeface="Verdana (Body)"/>
              </a:rPr>
              <a:t>A</a:t>
            </a:r>
            <a:endParaRPr lang="zh-CN" altLang="en-US" dirty="0">
              <a:solidFill>
                <a:schemeClr val="bg1"/>
              </a:solidFill>
              <a:latin typeface="Verdana (Body)"/>
            </a:endParaRPr>
          </a:p>
        </p:txBody>
      </p:sp>
      <p:sp>
        <p:nvSpPr>
          <p:cNvPr id="39" name="文本框 48"/>
          <p:cNvSpPr txBox="1"/>
          <p:nvPr/>
        </p:nvSpPr>
        <p:spPr>
          <a:xfrm>
            <a:off x="3671715" y="2153793"/>
            <a:ext cx="372942" cy="369332"/>
          </a:xfrm>
          <a:prstGeom prst="rect">
            <a:avLst/>
          </a:prstGeom>
          <a:noFill/>
        </p:spPr>
        <p:txBody>
          <a:bodyPr wrap="square" rtlCol="0">
            <a:spAutoFit/>
          </a:bodyPr>
          <a:lstStyle/>
          <a:p>
            <a:r>
              <a:rPr lang="en-US" altLang="zh-CN" dirty="0">
                <a:solidFill>
                  <a:schemeClr val="bg1"/>
                </a:solidFill>
                <a:latin typeface="Verdana (Body)"/>
              </a:rPr>
              <a:t>C</a:t>
            </a:r>
            <a:endParaRPr lang="zh-CN" altLang="en-US" dirty="0">
              <a:solidFill>
                <a:schemeClr val="bg1"/>
              </a:solidFill>
              <a:latin typeface="Verdana (Body)"/>
            </a:endParaRPr>
          </a:p>
        </p:txBody>
      </p:sp>
      <p:sp>
        <p:nvSpPr>
          <p:cNvPr id="40" name="文本框 49"/>
          <p:cNvSpPr txBox="1"/>
          <p:nvPr/>
        </p:nvSpPr>
        <p:spPr>
          <a:xfrm>
            <a:off x="4003426" y="2153793"/>
            <a:ext cx="372942" cy="369332"/>
          </a:xfrm>
          <a:prstGeom prst="rect">
            <a:avLst/>
          </a:prstGeom>
          <a:noFill/>
        </p:spPr>
        <p:txBody>
          <a:bodyPr wrap="square" rtlCol="0">
            <a:spAutoFit/>
          </a:bodyPr>
          <a:lstStyle/>
          <a:p>
            <a:r>
              <a:rPr lang="en-US" altLang="zh-CN" dirty="0">
                <a:solidFill>
                  <a:schemeClr val="bg1"/>
                </a:solidFill>
                <a:latin typeface="Verdana (Body)"/>
              </a:rPr>
              <a:t>D</a:t>
            </a:r>
            <a:endParaRPr lang="zh-CN" altLang="en-US" dirty="0">
              <a:solidFill>
                <a:schemeClr val="bg1"/>
              </a:solidFill>
              <a:latin typeface="Verdana (Body)"/>
            </a:endParaRPr>
          </a:p>
        </p:txBody>
      </p:sp>
      <p:sp>
        <p:nvSpPr>
          <p:cNvPr id="41" name="文本框 50"/>
          <p:cNvSpPr txBox="1"/>
          <p:nvPr/>
        </p:nvSpPr>
        <p:spPr>
          <a:xfrm>
            <a:off x="4335137" y="2153793"/>
            <a:ext cx="372942" cy="369332"/>
          </a:xfrm>
          <a:prstGeom prst="rect">
            <a:avLst/>
          </a:prstGeom>
          <a:noFill/>
        </p:spPr>
        <p:txBody>
          <a:bodyPr wrap="square" rtlCol="0">
            <a:spAutoFit/>
          </a:bodyPr>
          <a:lstStyle/>
          <a:p>
            <a:r>
              <a:rPr lang="en-US" altLang="zh-CN" dirty="0">
                <a:solidFill>
                  <a:schemeClr val="bg1"/>
                </a:solidFill>
                <a:latin typeface="Verdana (Body)"/>
              </a:rPr>
              <a:t>G</a:t>
            </a:r>
            <a:endParaRPr lang="zh-CN" altLang="en-US" dirty="0">
              <a:solidFill>
                <a:schemeClr val="bg1"/>
              </a:solidFill>
              <a:latin typeface="Verdana (Body)"/>
            </a:endParaRPr>
          </a:p>
        </p:txBody>
      </p:sp>
      <p:sp>
        <p:nvSpPr>
          <p:cNvPr id="42" name="文本框 51"/>
          <p:cNvSpPr txBox="1"/>
          <p:nvPr/>
        </p:nvSpPr>
        <p:spPr>
          <a:xfrm>
            <a:off x="4666848" y="2153793"/>
            <a:ext cx="372942" cy="369332"/>
          </a:xfrm>
          <a:prstGeom prst="rect">
            <a:avLst/>
          </a:prstGeom>
          <a:noFill/>
        </p:spPr>
        <p:txBody>
          <a:bodyPr wrap="square" rtlCol="0">
            <a:spAutoFit/>
          </a:bodyPr>
          <a:lstStyle/>
          <a:p>
            <a:r>
              <a:rPr lang="en-US" altLang="zh-CN" dirty="0">
                <a:solidFill>
                  <a:schemeClr val="bg1"/>
                </a:solidFill>
                <a:latin typeface="Verdana (Body)"/>
              </a:rPr>
              <a:t>F</a:t>
            </a:r>
            <a:endParaRPr lang="zh-CN" altLang="en-US" dirty="0">
              <a:solidFill>
                <a:schemeClr val="bg1"/>
              </a:solidFill>
              <a:latin typeface="Verdana (Body)"/>
            </a:endParaRPr>
          </a:p>
        </p:txBody>
      </p:sp>
      <p:sp>
        <p:nvSpPr>
          <p:cNvPr id="43" name="文本框 52"/>
          <p:cNvSpPr txBox="1"/>
          <p:nvPr/>
        </p:nvSpPr>
        <p:spPr>
          <a:xfrm>
            <a:off x="4998559" y="2153793"/>
            <a:ext cx="372942" cy="369332"/>
          </a:xfrm>
          <a:prstGeom prst="rect">
            <a:avLst/>
          </a:prstGeom>
          <a:noFill/>
        </p:spPr>
        <p:txBody>
          <a:bodyPr wrap="square" rtlCol="0">
            <a:spAutoFit/>
          </a:bodyPr>
          <a:lstStyle/>
          <a:p>
            <a:r>
              <a:rPr lang="en-US" altLang="zh-CN" sz="1200">
                <a:solidFill>
                  <a:schemeClr val="bg1"/>
                </a:solidFill>
                <a:latin typeface="Verdana (Body)"/>
              </a:rPr>
              <a:t> </a:t>
            </a:r>
            <a:r>
              <a:rPr lang="en-US" altLang="zh-CN">
                <a:solidFill>
                  <a:schemeClr val="bg1"/>
                </a:solidFill>
                <a:latin typeface="Verdana (Body)"/>
              </a:rPr>
              <a:t>I</a:t>
            </a:r>
            <a:endParaRPr lang="zh-CN" altLang="en-US" dirty="0">
              <a:solidFill>
                <a:schemeClr val="bg1"/>
              </a:solidFill>
              <a:latin typeface="Verdana (Body)"/>
            </a:endParaRPr>
          </a:p>
        </p:txBody>
      </p:sp>
      <p:sp>
        <p:nvSpPr>
          <p:cNvPr id="44" name="文本框 53"/>
          <p:cNvSpPr txBox="1"/>
          <p:nvPr/>
        </p:nvSpPr>
        <p:spPr>
          <a:xfrm>
            <a:off x="5330272" y="2153793"/>
            <a:ext cx="372942" cy="369332"/>
          </a:xfrm>
          <a:prstGeom prst="rect">
            <a:avLst/>
          </a:prstGeom>
          <a:noFill/>
        </p:spPr>
        <p:txBody>
          <a:bodyPr wrap="square" rtlCol="0">
            <a:spAutoFit/>
          </a:bodyPr>
          <a:lstStyle/>
          <a:p>
            <a:r>
              <a:rPr lang="en-US" altLang="zh-CN" dirty="0">
                <a:solidFill>
                  <a:schemeClr val="bg1"/>
                </a:solidFill>
                <a:latin typeface="Verdana (Body)"/>
              </a:rPr>
              <a:t>H</a:t>
            </a:r>
            <a:endParaRPr lang="zh-CN" altLang="en-US" dirty="0">
              <a:solidFill>
                <a:schemeClr val="bg1"/>
              </a:solidFill>
              <a:latin typeface="Verdana (Body)"/>
            </a:endParaRPr>
          </a:p>
        </p:txBody>
      </p:sp>
      <p:sp>
        <p:nvSpPr>
          <p:cNvPr id="32" name="Rectangle 31">
            <a:extLst>
              <a:ext uri="{FF2B5EF4-FFF2-40B4-BE49-F238E27FC236}">
                <a16:creationId xmlns:a16="http://schemas.microsoft.com/office/drawing/2014/main" id="{9F473B00-2AB9-027A-35DB-4F2D23DE8D88}"/>
              </a:ext>
            </a:extLst>
          </p:cNvPr>
          <p:cNvSpPr/>
          <p:nvPr/>
        </p:nvSpPr>
        <p:spPr>
          <a:xfrm>
            <a:off x="1295399" y="3442865"/>
            <a:ext cx="7288697" cy="23016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1" name="Rectangle 70">
            <a:extLst>
              <a:ext uri="{FF2B5EF4-FFF2-40B4-BE49-F238E27FC236}">
                <a16:creationId xmlns:a16="http://schemas.microsoft.com/office/drawing/2014/main" id="{F6B2E954-8F42-5DA6-A4CF-9E34A1A11028}"/>
              </a:ext>
            </a:extLst>
          </p:cNvPr>
          <p:cNvSpPr/>
          <p:nvPr/>
        </p:nvSpPr>
        <p:spPr>
          <a:xfrm>
            <a:off x="2005285" y="4459595"/>
            <a:ext cx="5868924" cy="398688"/>
          </a:xfrm>
          <a:prstGeom prst="rect">
            <a:avLst/>
          </a:prstGeom>
          <a:noFill/>
          <a:ln w="19050">
            <a:solidFill>
              <a:srgbClr val="FAA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307983736"/>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mph" presetSubtype="2" fill="hold" nodeType="clickEffect">
                                  <p:stCondLst>
                                    <p:cond delay="0"/>
                                  </p:stCondLst>
                                  <p:childTnLst>
                                    <p:animClr clrSpc="rgb" dir="cw">
                                      <p:cBhvr>
                                        <p:cTn id="13" dur="2000" fill="hold"/>
                                        <p:tgtEl>
                                          <p:spTgt spid="7"/>
                                        </p:tgtEl>
                                        <p:attrNameLst>
                                          <p:attrName>fillcolor</p:attrName>
                                        </p:attrNameLst>
                                      </p:cBhvr>
                                      <p:to>
                                        <a:srgbClr val="FFFF00"/>
                                      </p:to>
                                    </p:animClr>
                                    <p:set>
                                      <p:cBhvr>
                                        <p:cTn id="14" dur="2000" fill="hold"/>
                                        <p:tgtEl>
                                          <p:spTgt spid="7"/>
                                        </p:tgtEl>
                                        <p:attrNameLst>
                                          <p:attrName>fill.type</p:attrName>
                                        </p:attrNameLst>
                                      </p:cBhvr>
                                      <p:to>
                                        <p:strVal val="solid"/>
                                      </p:to>
                                    </p:set>
                                    <p:set>
                                      <p:cBhvr>
                                        <p:cTn id="15" dur="2000" fill="hold"/>
                                        <p:tgtEl>
                                          <p:spTgt spid="7"/>
                                        </p:tgtEl>
                                        <p:attrNameLst>
                                          <p:attrName>fill.on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barn(inVertical)">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1" nodeType="clickEffect">
                                  <p:stCondLst>
                                    <p:cond delay="0"/>
                                  </p:stCondLst>
                                  <p:childTnLst>
                                    <p:animMotion origin="layout" path="M 4.16667E-7 -1.11111E-6 L -0.09362 0.0882 " pathEditMode="relative" rAng="0" ptsTypes="AA">
                                      <p:cBhvr>
                                        <p:cTn id="24" dur="2000" fill="hold"/>
                                        <p:tgtEl>
                                          <p:spTgt spid="5"/>
                                        </p:tgtEl>
                                        <p:attrNameLst>
                                          <p:attrName>ppt_x</p:attrName>
                                          <p:attrName>ppt_y</p:attrName>
                                        </p:attrNameLst>
                                      </p:cBhvr>
                                      <p:rCtr x="-4688" y="4398"/>
                                    </p:animMotion>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barn(inVertical)">
                                      <p:cBhvr>
                                        <p:cTn id="29" dur="500"/>
                                        <p:tgtEl>
                                          <p:spTgt spid="3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mph" presetSubtype="2" fill="hold" nodeType="clickEffect">
                                  <p:stCondLst>
                                    <p:cond delay="0"/>
                                  </p:stCondLst>
                                  <p:childTnLst>
                                    <p:animClr clrSpc="rgb" dir="cw">
                                      <p:cBhvr>
                                        <p:cTn id="33" dur="2000" fill="hold"/>
                                        <p:tgtEl>
                                          <p:spTgt spid="9"/>
                                        </p:tgtEl>
                                        <p:attrNameLst>
                                          <p:attrName>fillcolor</p:attrName>
                                        </p:attrNameLst>
                                      </p:cBhvr>
                                      <p:to>
                                        <a:srgbClr val="FFFF00"/>
                                      </p:to>
                                    </p:animClr>
                                    <p:set>
                                      <p:cBhvr>
                                        <p:cTn id="34" dur="2000" fill="hold"/>
                                        <p:tgtEl>
                                          <p:spTgt spid="9"/>
                                        </p:tgtEl>
                                        <p:attrNameLst>
                                          <p:attrName>fill.type</p:attrName>
                                        </p:attrNameLst>
                                      </p:cBhvr>
                                      <p:to>
                                        <p:strVal val="solid"/>
                                      </p:to>
                                    </p:set>
                                    <p:set>
                                      <p:cBhvr>
                                        <p:cTn id="35" dur="2000" fill="hold"/>
                                        <p:tgtEl>
                                          <p:spTgt spid="9"/>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barn(inVertical)">
                                      <p:cBhvr>
                                        <p:cTn id="40" dur="500"/>
                                        <p:tgtEl>
                                          <p:spTgt spid="38"/>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path" presetSubtype="0" accel="50000" decel="50000" fill="hold" grpId="2" nodeType="clickEffect">
                                  <p:stCondLst>
                                    <p:cond delay="0"/>
                                  </p:stCondLst>
                                  <p:childTnLst>
                                    <p:animMotion origin="layout" path="M -0.09362 0.0882 L -0.12175 0.17593 " pathEditMode="relative" rAng="0" ptsTypes="AA">
                                      <p:cBhvr>
                                        <p:cTn id="44" dur="2000" fill="hold"/>
                                        <p:tgtEl>
                                          <p:spTgt spid="5"/>
                                        </p:tgtEl>
                                        <p:attrNameLst>
                                          <p:attrName>ppt_x</p:attrName>
                                          <p:attrName>ppt_y</p:attrName>
                                        </p:attrNameLst>
                                      </p:cBhvr>
                                      <p:rCtr x="-1406" y="4375"/>
                                    </p:animMotion>
                                  </p:childTnLst>
                                </p:cTn>
                              </p:par>
                            </p:childTnLst>
                          </p:cTn>
                        </p:par>
                      </p:childTnLst>
                    </p:cTn>
                  </p:par>
                  <p:par>
                    <p:cTn id="45" fill="hold">
                      <p:stCondLst>
                        <p:cond delay="indefinite"/>
                      </p:stCondLst>
                      <p:childTnLst>
                        <p:par>
                          <p:cTn id="46" fill="hold">
                            <p:stCondLst>
                              <p:cond delay="0"/>
                            </p:stCondLst>
                            <p:childTnLst>
                              <p:par>
                                <p:cTn id="47" presetID="1" presetClass="emph" presetSubtype="2" fill="hold" nodeType="clickEffect">
                                  <p:stCondLst>
                                    <p:cond delay="0"/>
                                  </p:stCondLst>
                                  <p:childTnLst>
                                    <p:animClr clrSpc="rgb" dir="cw">
                                      <p:cBhvr>
                                        <p:cTn id="48" dur="2000" fill="hold"/>
                                        <p:tgtEl>
                                          <p:spTgt spid="11"/>
                                        </p:tgtEl>
                                        <p:attrNameLst>
                                          <p:attrName>fillcolor</p:attrName>
                                        </p:attrNameLst>
                                      </p:cBhvr>
                                      <p:to>
                                        <a:srgbClr val="FFFF00"/>
                                      </p:to>
                                    </p:animClr>
                                    <p:set>
                                      <p:cBhvr>
                                        <p:cTn id="49" dur="2000" fill="hold"/>
                                        <p:tgtEl>
                                          <p:spTgt spid="11"/>
                                        </p:tgtEl>
                                        <p:attrNameLst>
                                          <p:attrName>fill.type</p:attrName>
                                        </p:attrNameLst>
                                      </p:cBhvr>
                                      <p:to>
                                        <p:strVal val="solid"/>
                                      </p:to>
                                    </p:set>
                                    <p:set>
                                      <p:cBhvr>
                                        <p:cTn id="50" dur="2000" fill="hold"/>
                                        <p:tgtEl>
                                          <p:spTgt spid="11"/>
                                        </p:tgtEl>
                                        <p:attrNameLst>
                                          <p:attrName>fill.on</p:attrName>
                                        </p:attrNameLst>
                                      </p:cBhvr>
                                      <p:to>
                                        <p:strVal val="true"/>
                                      </p:to>
                                    </p:set>
                                  </p:childTnLst>
                                </p:cTn>
                              </p:par>
                              <p:par>
                                <p:cTn id="51" presetID="42" presetClass="path" presetSubtype="0" accel="50000" decel="50000" fill="hold" grpId="3" nodeType="withEffect">
                                  <p:stCondLst>
                                    <p:cond delay="0"/>
                                  </p:stCondLst>
                                  <p:childTnLst>
                                    <p:animMotion origin="layout" path="M -0.12175 0.17593 L -0.09362 0.0882 " pathEditMode="relative" rAng="0" ptsTypes="AA">
                                      <p:cBhvr>
                                        <p:cTn id="52" dur="2000" fill="hold"/>
                                        <p:tgtEl>
                                          <p:spTgt spid="5"/>
                                        </p:tgtEl>
                                        <p:attrNameLst>
                                          <p:attrName>ppt_x</p:attrName>
                                          <p:attrName>ppt_y</p:attrName>
                                        </p:attrNameLst>
                                      </p:cBhvr>
                                      <p:rCtr x="1406" y="-4398"/>
                                    </p:animMotion>
                                  </p:childTnLst>
                                </p:cTn>
                              </p:par>
                            </p:childTnLst>
                          </p:cTn>
                        </p:par>
                      </p:childTnLst>
                    </p:cTn>
                  </p:par>
                  <p:par>
                    <p:cTn id="53" fill="hold">
                      <p:stCondLst>
                        <p:cond delay="indefinite"/>
                      </p:stCondLst>
                      <p:childTnLst>
                        <p:par>
                          <p:cTn id="54" fill="hold">
                            <p:stCondLst>
                              <p:cond delay="0"/>
                            </p:stCondLst>
                            <p:childTnLst>
                              <p:par>
                                <p:cTn id="55" presetID="42" presetClass="path" presetSubtype="0" accel="50000" decel="50000" fill="hold" grpId="4" nodeType="clickEffect">
                                  <p:stCondLst>
                                    <p:cond delay="0"/>
                                  </p:stCondLst>
                                  <p:childTnLst>
                                    <p:animMotion origin="layout" path="M -0.09362 0.0882 L -0.04362 0.15556 " pathEditMode="relative" rAng="0" ptsTypes="AA">
                                      <p:cBhvr>
                                        <p:cTn id="56" dur="2000" fill="hold"/>
                                        <p:tgtEl>
                                          <p:spTgt spid="5"/>
                                        </p:tgtEl>
                                        <p:attrNameLst>
                                          <p:attrName>ppt_x</p:attrName>
                                          <p:attrName>ppt_y</p:attrName>
                                        </p:attrNameLst>
                                      </p:cBhvr>
                                      <p:rCtr x="2500" y="3356"/>
                                    </p:animMotion>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barn(inVertical)">
                                      <p:cBhvr>
                                        <p:cTn id="61" dur="500"/>
                                        <p:tgtEl>
                                          <p:spTgt spid="39"/>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mph" presetSubtype="2" fill="hold" nodeType="clickEffect">
                                  <p:stCondLst>
                                    <p:cond delay="0"/>
                                  </p:stCondLst>
                                  <p:childTnLst>
                                    <p:animClr clrSpc="rgb" dir="cw">
                                      <p:cBhvr>
                                        <p:cTn id="65" dur="2000" fill="hold"/>
                                        <p:tgtEl>
                                          <p:spTgt spid="13"/>
                                        </p:tgtEl>
                                        <p:attrNameLst>
                                          <p:attrName>fillcolor</p:attrName>
                                        </p:attrNameLst>
                                      </p:cBhvr>
                                      <p:to>
                                        <a:srgbClr val="FFFF00"/>
                                      </p:to>
                                    </p:animClr>
                                    <p:set>
                                      <p:cBhvr>
                                        <p:cTn id="66" dur="2000" fill="hold"/>
                                        <p:tgtEl>
                                          <p:spTgt spid="13"/>
                                        </p:tgtEl>
                                        <p:attrNameLst>
                                          <p:attrName>fill.type</p:attrName>
                                        </p:attrNameLst>
                                      </p:cBhvr>
                                      <p:to>
                                        <p:strVal val="solid"/>
                                      </p:to>
                                    </p:set>
                                    <p:set>
                                      <p:cBhvr>
                                        <p:cTn id="67" dur="2000" fill="hold"/>
                                        <p:tgtEl>
                                          <p:spTgt spid="13"/>
                                        </p:tgtEl>
                                        <p:attrNameLst>
                                          <p:attrName>fill.on</p:attrName>
                                        </p:attrNameLst>
                                      </p:cBhvr>
                                      <p:to>
                                        <p:strVal val="true"/>
                                      </p:to>
                                    </p:set>
                                  </p:childTnLst>
                                </p:cTn>
                              </p:par>
                            </p:childTnLst>
                          </p:cTn>
                        </p:par>
                      </p:childTnLst>
                    </p:cTn>
                  </p:par>
                  <p:par>
                    <p:cTn id="68" fill="hold">
                      <p:stCondLst>
                        <p:cond delay="indefinite"/>
                      </p:stCondLst>
                      <p:childTnLst>
                        <p:par>
                          <p:cTn id="69" fill="hold">
                            <p:stCondLst>
                              <p:cond delay="0"/>
                            </p:stCondLst>
                            <p:childTnLst>
                              <p:par>
                                <p:cTn id="70" presetID="42" presetClass="path" presetSubtype="0" accel="50000" decel="50000" fill="hold" grpId="5" nodeType="clickEffect">
                                  <p:stCondLst>
                                    <p:cond delay="0"/>
                                  </p:stCondLst>
                                  <p:childTnLst>
                                    <p:animMotion origin="layout" path="M -0.04362 0.15556 L -0.02175 0.27245 " pathEditMode="relative" rAng="0" ptsTypes="AA">
                                      <p:cBhvr>
                                        <p:cTn id="71" dur="2000" fill="hold"/>
                                        <p:tgtEl>
                                          <p:spTgt spid="5"/>
                                        </p:tgtEl>
                                        <p:attrNameLst>
                                          <p:attrName>ppt_x</p:attrName>
                                          <p:attrName>ppt_y</p:attrName>
                                        </p:attrNameLst>
                                      </p:cBhvr>
                                      <p:rCtr x="1094" y="5833"/>
                                    </p:animMotion>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grpId="0" nodeType="clickEffect">
                                  <p:stCondLst>
                                    <p:cond delay="0"/>
                                  </p:stCondLst>
                                  <p:childTnLst>
                                    <p:set>
                                      <p:cBhvr>
                                        <p:cTn id="75" dur="1" fill="hold">
                                          <p:stCondLst>
                                            <p:cond delay="0"/>
                                          </p:stCondLst>
                                        </p:cTn>
                                        <p:tgtEl>
                                          <p:spTgt spid="40"/>
                                        </p:tgtEl>
                                        <p:attrNameLst>
                                          <p:attrName>style.visibility</p:attrName>
                                        </p:attrNameLst>
                                      </p:cBhvr>
                                      <p:to>
                                        <p:strVal val="visible"/>
                                      </p:to>
                                    </p:set>
                                    <p:animEffect transition="in" filter="barn(inVertical)">
                                      <p:cBhvr>
                                        <p:cTn id="76" dur="500"/>
                                        <p:tgtEl>
                                          <p:spTgt spid="40"/>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mph" presetSubtype="2" fill="hold" nodeType="clickEffect">
                                  <p:stCondLst>
                                    <p:cond delay="0"/>
                                  </p:stCondLst>
                                  <p:childTnLst>
                                    <p:animClr clrSpc="rgb" dir="cw">
                                      <p:cBhvr>
                                        <p:cTn id="80" dur="2000" fill="hold"/>
                                        <p:tgtEl>
                                          <p:spTgt spid="21"/>
                                        </p:tgtEl>
                                        <p:attrNameLst>
                                          <p:attrName>fillcolor</p:attrName>
                                        </p:attrNameLst>
                                      </p:cBhvr>
                                      <p:to>
                                        <a:srgbClr val="FFFF00"/>
                                      </p:to>
                                    </p:animClr>
                                    <p:set>
                                      <p:cBhvr>
                                        <p:cTn id="81" dur="2000" fill="hold"/>
                                        <p:tgtEl>
                                          <p:spTgt spid="21"/>
                                        </p:tgtEl>
                                        <p:attrNameLst>
                                          <p:attrName>fill.type</p:attrName>
                                        </p:attrNameLst>
                                      </p:cBhvr>
                                      <p:to>
                                        <p:strVal val="solid"/>
                                      </p:to>
                                    </p:set>
                                    <p:set>
                                      <p:cBhvr>
                                        <p:cTn id="82" dur="2000" fill="hold"/>
                                        <p:tgtEl>
                                          <p:spTgt spid="21"/>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42" presetClass="path" presetSubtype="0" accel="50000" decel="50000" fill="hold" grpId="6" nodeType="clickEffect">
                                  <p:stCondLst>
                                    <p:cond delay="0"/>
                                  </p:stCondLst>
                                  <p:childTnLst>
                                    <p:animMotion origin="layout" path="M -0.02175 0.27245 L -0.04362 0.15556 " pathEditMode="relative" rAng="0" ptsTypes="AA">
                                      <p:cBhvr>
                                        <p:cTn id="86" dur="2000" fill="hold"/>
                                        <p:tgtEl>
                                          <p:spTgt spid="5"/>
                                        </p:tgtEl>
                                        <p:attrNameLst>
                                          <p:attrName>ppt_x</p:attrName>
                                          <p:attrName>ppt_y</p:attrName>
                                        </p:attrNameLst>
                                      </p:cBhvr>
                                      <p:rCtr x="-1094" y="-5856"/>
                                    </p:animMotion>
                                  </p:childTnLst>
                                </p:cTn>
                              </p:par>
                            </p:childTnLst>
                          </p:cTn>
                        </p:par>
                      </p:childTnLst>
                    </p:cTn>
                  </p:par>
                  <p:par>
                    <p:cTn id="87" fill="hold">
                      <p:stCondLst>
                        <p:cond delay="indefinite"/>
                      </p:stCondLst>
                      <p:childTnLst>
                        <p:par>
                          <p:cTn id="88" fill="hold">
                            <p:stCondLst>
                              <p:cond delay="0"/>
                            </p:stCondLst>
                            <p:childTnLst>
                              <p:par>
                                <p:cTn id="89" presetID="42" presetClass="path" presetSubtype="0" accel="50000" decel="50000" fill="hold" grpId="7" nodeType="clickEffect">
                                  <p:stCondLst>
                                    <p:cond delay="0"/>
                                  </p:stCondLst>
                                  <p:childTnLst>
                                    <p:animMotion origin="layout" path="M -0.04362 0.15556 L -0.09362 0.0882 " pathEditMode="relative" rAng="0" ptsTypes="AA">
                                      <p:cBhvr>
                                        <p:cTn id="90" dur="2000" fill="hold"/>
                                        <p:tgtEl>
                                          <p:spTgt spid="5"/>
                                        </p:tgtEl>
                                        <p:attrNameLst>
                                          <p:attrName>ppt_x</p:attrName>
                                          <p:attrName>ppt_y</p:attrName>
                                        </p:attrNameLst>
                                      </p:cBhvr>
                                      <p:rCtr x="-2500" y="-3380"/>
                                    </p:animMotion>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grpId="8" nodeType="clickEffect">
                                  <p:stCondLst>
                                    <p:cond delay="0"/>
                                  </p:stCondLst>
                                  <p:childTnLst>
                                    <p:animMotion origin="layout" path="M -0.09362 0.0882 L 4.16667E-7 -1.11111E-6 " pathEditMode="relative" rAng="0" ptsTypes="AA">
                                      <p:cBhvr>
                                        <p:cTn id="94" dur="2000" fill="hold"/>
                                        <p:tgtEl>
                                          <p:spTgt spid="5"/>
                                        </p:tgtEl>
                                        <p:attrNameLst>
                                          <p:attrName>ppt_x</p:attrName>
                                          <p:attrName>ppt_y</p:attrName>
                                        </p:attrNameLst>
                                      </p:cBhvr>
                                      <p:rCtr x="4674" y="-4421"/>
                                    </p:animMotion>
                                  </p:childTnLst>
                                </p:cTn>
                              </p:par>
                            </p:childTnLst>
                          </p:cTn>
                        </p:par>
                      </p:childTnLst>
                    </p:cTn>
                  </p:par>
                  <p:par>
                    <p:cTn id="95" fill="hold">
                      <p:stCondLst>
                        <p:cond delay="indefinite"/>
                      </p:stCondLst>
                      <p:childTnLst>
                        <p:par>
                          <p:cTn id="96" fill="hold">
                            <p:stCondLst>
                              <p:cond delay="0"/>
                            </p:stCondLst>
                            <p:childTnLst>
                              <p:par>
                                <p:cTn id="97" presetID="42" presetClass="path" presetSubtype="0" accel="50000" decel="50000" fill="hold" grpId="9" nodeType="clickEffect">
                                  <p:stCondLst>
                                    <p:cond delay="0"/>
                                  </p:stCondLst>
                                  <p:childTnLst>
                                    <p:animMotion origin="layout" path="M 4.16667E-7 -1.11111E-6 L 0.09596 0.06921 " pathEditMode="relative" rAng="0" ptsTypes="AA">
                                      <p:cBhvr>
                                        <p:cTn id="98" dur="2000" fill="hold"/>
                                        <p:tgtEl>
                                          <p:spTgt spid="5"/>
                                        </p:tgtEl>
                                        <p:attrNameLst>
                                          <p:attrName>ppt_x</p:attrName>
                                          <p:attrName>ppt_y</p:attrName>
                                        </p:attrNameLst>
                                      </p:cBhvr>
                                      <p:rCtr x="4792" y="3449"/>
                                    </p:animMotion>
                                  </p:childTnLst>
                                </p:cTn>
                              </p:par>
                            </p:childTnLst>
                          </p:cTn>
                        </p:par>
                      </p:childTnLst>
                    </p:cTn>
                  </p:par>
                  <p:par>
                    <p:cTn id="99" fill="hold">
                      <p:stCondLst>
                        <p:cond delay="indefinite"/>
                      </p:stCondLst>
                      <p:childTnLst>
                        <p:par>
                          <p:cTn id="100" fill="hold">
                            <p:stCondLst>
                              <p:cond delay="0"/>
                            </p:stCondLst>
                            <p:childTnLst>
                              <p:par>
                                <p:cTn id="101" presetID="16" presetClass="entr" presetSubtype="21" fill="hold" grpId="0" nodeType="click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barn(inVertical)">
                                      <p:cBhvr>
                                        <p:cTn id="103" dur="500"/>
                                        <p:tgtEl>
                                          <p:spTgt spid="41"/>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mph" presetSubtype="2" fill="hold" nodeType="clickEffect">
                                  <p:stCondLst>
                                    <p:cond delay="0"/>
                                  </p:stCondLst>
                                  <p:childTnLst>
                                    <p:animClr clrSpc="rgb" dir="cw">
                                      <p:cBhvr>
                                        <p:cTn id="107" dur="2000" fill="hold"/>
                                        <p:tgtEl>
                                          <p:spTgt spid="15"/>
                                        </p:tgtEl>
                                        <p:attrNameLst>
                                          <p:attrName>fillcolor</p:attrName>
                                        </p:attrNameLst>
                                      </p:cBhvr>
                                      <p:to>
                                        <a:srgbClr val="FFFF00"/>
                                      </p:to>
                                    </p:animClr>
                                    <p:set>
                                      <p:cBhvr>
                                        <p:cTn id="108" dur="2000" fill="hold"/>
                                        <p:tgtEl>
                                          <p:spTgt spid="15"/>
                                        </p:tgtEl>
                                        <p:attrNameLst>
                                          <p:attrName>fill.type</p:attrName>
                                        </p:attrNameLst>
                                      </p:cBhvr>
                                      <p:to>
                                        <p:strVal val="solid"/>
                                      </p:to>
                                    </p:set>
                                    <p:set>
                                      <p:cBhvr>
                                        <p:cTn id="109" dur="2000" fill="hold"/>
                                        <p:tgtEl>
                                          <p:spTgt spid="15"/>
                                        </p:tgtEl>
                                        <p:attrNameLst>
                                          <p:attrName>fill.on</p:attrName>
                                        </p:attrNameLst>
                                      </p:cBhvr>
                                      <p:to>
                                        <p:strVal val="true"/>
                                      </p:to>
                                    </p:set>
                                  </p:childTnLst>
                                </p:cTn>
                              </p:par>
                            </p:childTnLst>
                          </p:cTn>
                        </p:par>
                      </p:childTnLst>
                    </p:cTn>
                  </p:par>
                  <p:par>
                    <p:cTn id="110" fill="hold">
                      <p:stCondLst>
                        <p:cond delay="indefinite"/>
                      </p:stCondLst>
                      <p:childTnLst>
                        <p:par>
                          <p:cTn id="111" fill="hold">
                            <p:stCondLst>
                              <p:cond delay="0"/>
                            </p:stCondLst>
                            <p:childTnLst>
                              <p:par>
                                <p:cTn id="112" presetID="42" presetClass="path" presetSubtype="0" accel="50000" decel="50000" fill="hold" grpId="10" nodeType="clickEffect">
                                  <p:stCondLst>
                                    <p:cond delay="0"/>
                                  </p:stCondLst>
                                  <p:childTnLst>
                                    <p:animMotion origin="layout" path="M 0.09596 0.06921 L 0.04362 0.17755 " pathEditMode="relative" rAng="0" ptsTypes="AA">
                                      <p:cBhvr>
                                        <p:cTn id="113" dur="2000" fill="hold"/>
                                        <p:tgtEl>
                                          <p:spTgt spid="5"/>
                                        </p:tgtEl>
                                        <p:attrNameLst>
                                          <p:attrName>ppt_x</p:attrName>
                                          <p:attrName>ppt_y</p:attrName>
                                        </p:attrNameLst>
                                      </p:cBhvr>
                                      <p:rCtr x="-2617" y="5417"/>
                                    </p:animMotion>
                                  </p:childTnLst>
                                </p:cTn>
                              </p:par>
                            </p:childTnLst>
                          </p:cTn>
                        </p:par>
                      </p:childTnLst>
                    </p:cTn>
                  </p:par>
                  <p:par>
                    <p:cTn id="114" fill="hold">
                      <p:stCondLst>
                        <p:cond delay="indefinite"/>
                      </p:stCondLst>
                      <p:childTnLst>
                        <p:par>
                          <p:cTn id="115" fill="hold">
                            <p:stCondLst>
                              <p:cond delay="0"/>
                            </p:stCondLst>
                            <p:childTnLst>
                              <p:par>
                                <p:cTn id="116" presetID="16" presetClass="entr" presetSubtype="21" fill="hold" grpId="0" nodeType="click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barn(inVertical)">
                                      <p:cBhvr>
                                        <p:cTn id="118" dur="500"/>
                                        <p:tgtEl>
                                          <p:spTgt spid="42"/>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mph" presetSubtype="2" fill="hold" nodeType="clickEffect">
                                  <p:stCondLst>
                                    <p:cond delay="0"/>
                                  </p:stCondLst>
                                  <p:childTnLst>
                                    <p:animClr clrSpc="rgb" dir="cw">
                                      <p:cBhvr>
                                        <p:cTn id="122" dur="2000" fill="hold"/>
                                        <p:tgtEl>
                                          <p:spTgt spid="17"/>
                                        </p:tgtEl>
                                        <p:attrNameLst>
                                          <p:attrName>fillcolor</p:attrName>
                                        </p:attrNameLst>
                                      </p:cBhvr>
                                      <p:to>
                                        <a:srgbClr val="FFFF00"/>
                                      </p:to>
                                    </p:animClr>
                                    <p:set>
                                      <p:cBhvr>
                                        <p:cTn id="123" dur="2000" fill="hold"/>
                                        <p:tgtEl>
                                          <p:spTgt spid="17"/>
                                        </p:tgtEl>
                                        <p:attrNameLst>
                                          <p:attrName>fill.type</p:attrName>
                                        </p:attrNameLst>
                                      </p:cBhvr>
                                      <p:to>
                                        <p:strVal val="solid"/>
                                      </p:to>
                                    </p:set>
                                    <p:set>
                                      <p:cBhvr>
                                        <p:cTn id="124" dur="2000" fill="hold"/>
                                        <p:tgtEl>
                                          <p:spTgt spid="17"/>
                                        </p:tgtEl>
                                        <p:attrNameLst>
                                          <p:attrName>fill.on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42" presetClass="path" presetSubtype="0" accel="50000" decel="50000" fill="hold" grpId="11" nodeType="clickEffect">
                                  <p:stCondLst>
                                    <p:cond delay="0"/>
                                  </p:stCondLst>
                                  <p:childTnLst>
                                    <p:animMotion origin="layout" path="M 0.04362 0.17755 L 0.09596 0.06921 " pathEditMode="relative" rAng="0" ptsTypes="AA">
                                      <p:cBhvr>
                                        <p:cTn id="128" dur="2000" fill="hold"/>
                                        <p:tgtEl>
                                          <p:spTgt spid="5"/>
                                        </p:tgtEl>
                                        <p:attrNameLst>
                                          <p:attrName>ppt_x</p:attrName>
                                          <p:attrName>ppt_y</p:attrName>
                                        </p:attrNameLst>
                                      </p:cBhvr>
                                      <p:rCtr x="2617" y="-5417"/>
                                    </p:animMotion>
                                  </p:childTnLst>
                                </p:cTn>
                              </p:par>
                            </p:childTnLst>
                          </p:cTn>
                        </p:par>
                      </p:childTnLst>
                    </p:cTn>
                  </p:par>
                  <p:par>
                    <p:cTn id="129" fill="hold">
                      <p:stCondLst>
                        <p:cond delay="indefinite"/>
                      </p:stCondLst>
                      <p:childTnLst>
                        <p:par>
                          <p:cTn id="130" fill="hold">
                            <p:stCondLst>
                              <p:cond delay="0"/>
                            </p:stCondLst>
                            <p:childTnLst>
                              <p:par>
                                <p:cTn id="131" presetID="42" presetClass="path" presetSubtype="0" accel="50000" decel="50000" fill="hold" grpId="12" nodeType="clickEffect">
                                  <p:stCondLst>
                                    <p:cond delay="0"/>
                                  </p:stCondLst>
                                  <p:childTnLst>
                                    <p:animMotion origin="layout" path="M 0.09596 0.06921 L 0.13086 0.18403 " pathEditMode="relative" rAng="0" ptsTypes="AA">
                                      <p:cBhvr>
                                        <p:cTn id="132" dur="2000" fill="hold"/>
                                        <p:tgtEl>
                                          <p:spTgt spid="5"/>
                                        </p:tgtEl>
                                        <p:attrNameLst>
                                          <p:attrName>ppt_x</p:attrName>
                                          <p:attrName>ppt_y</p:attrName>
                                        </p:attrNameLst>
                                      </p:cBhvr>
                                      <p:rCtr x="1745" y="5741"/>
                                    </p:animMotion>
                                  </p:childTnLst>
                                </p:cTn>
                              </p:par>
                            </p:childTnLst>
                          </p:cTn>
                        </p:par>
                      </p:childTnLst>
                    </p:cTn>
                  </p:par>
                  <p:par>
                    <p:cTn id="133" fill="hold">
                      <p:stCondLst>
                        <p:cond delay="indefinite"/>
                      </p:stCondLst>
                      <p:childTnLst>
                        <p:par>
                          <p:cTn id="134" fill="hold">
                            <p:stCondLst>
                              <p:cond delay="0"/>
                            </p:stCondLst>
                            <p:childTnLst>
                              <p:par>
                                <p:cTn id="135" presetID="16" presetClass="entr" presetSubtype="21" fill="hold" grpId="0" nodeType="click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barn(inVertical)">
                                      <p:cBhvr>
                                        <p:cTn id="137" dur="500"/>
                                        <p:tgtEl>
                                          <p:spTgt spid="43"/>
                                        </p:tgtEl>
                                      </p:cBhvr>
                                    </p:animEffect>
                                  </p:childTnLst>
                                </p:cTn>
                              </p:par>
                            </p:childTnLst>
                          </p:cTn>
                        </p:par>
                      </p:childTnLst>
                    </p:cTn>
                  </p:par>
                  <p:par>
                    <p:cTn id="138" fill="hold">
                      <p:stCondLst>
                        <p:cond delay="indefinite"/>
                      </p:stCondLst>
                      <p:childTnLst>
                        <p:par>
                          <p:cTn id="139" fill="hold">
                            <p:stCondLst>
                              <p:cond delay="0"/>
                            </p:stCondLst>
                            <p:childTnLst>
                              <p:par>
                                <p:cTn id="140" presetID="1" presetClass="emph" presetSubtype="2" fill="hold" nodeType="clickEffect">
                                  <p:stCondLst>
                                    <p:cond delay="0"/>
                                  </p:stCondLst>
                                  <p:childTnLst>
                                    <p:animClr clrSpc="rgb" dir="cw">
                                      <p:cBhvr>
                                        <p:cTn id="141" dur="2000" fill="hold"/>
                                        <p:tgtEl>
                                          <p:spTgt spid="19"/>
                                        </p:tgtEl>
                                        <p:attrNameLst>
                                          <p:attrName>fillcolor</p:attrName>
                                        </p:attrNameLst>
                                      </p:cBhvr>
                                      <p:to>
                                        <a:srgbClr val="FFFF00"/>
                                      </p:to>
                                    </p:animClr>
                                    <p:set>
                                      <p:cBhvr>
                                        <p:cTn id="142" dur="2000" fill="hold"/>
                                        <p:tgtEl>
                                          <p:spTgt spid="19"/>
                                        </p:tgtEl>
                                        <p:attrNameLst>
                                          <p:attrName>fill.type</p:attrName>
                                        </p:attrNameLst>
                                      </p:cBhvr>
                                      <p:to>
                                        <p:strVal val="solid"/>
                                      </p:to>
                                    </p:set>
                                    <p:set>
                                      <p:cBhvr>
                                        <p:cTn id="143" dur="2000" fill="hold"/>
                                        <p:tgtEl>
                                          <p:spTgt spid="19"/>
                                        </p:tgtEl>
                                        <p:attrNameLst>
                                          <p:attrName>fill.on</p:attrName>
                                        </p:attrNameLst>
                                      </p:cBhvr>
                                      <p:to>
                                        <p:strVal val="true"/>
                                      </p:to>
                                    </p:set>
                                  </p:childTnLst>
                                </p:cTn>
                              </p:par>
                            </p:childTnLst>
                          </p:cTn>
                        </p:par>
                      </p:childTnLst>
                    </p:cTn>
                  </p:par>
                  <p:par>
                    <p:cTn id="144" fill="hold">
                      <p:stCondLst>
                        <p:cond delay="indefinite"/>
                      </p:stCondLst>
                      <p:childTnLst>
                        <p:par>
                          <p:cTn id="145" fill="hold">
                            <p:stCondLst>
                              <p:cond delay="0"/>
                            </p:stCondLst>
                            <p:childTnLst>
                              <p:par>
                                <p:cTn id="146" presetID="42" presetClass="path" presetSubtype="0" accel="50000" decel="50000" fill="hold" grpId="13" nodeType="clickEffect">
                                  <p:stCondLst>
                                    <p:cond delay="0"/>
                                  </p:stCondLst>
                                  <p:childTnLst>
                                    <p:animMotion origin="layout" path="M 0.13086 0.18403 L 0.10221 0.26574 " pathEditMode="relative" rAng="0" ptsTypes="AA">
                                      <p:cBhvr>
                                        <p:cTn id="147" dur="2000" fill="hold"/>
                                        <p:tgtEl>
                                          <p:spTgt spid="5"/>
                                        </p:tgtEl>
                                        <p:attrNameLst>
                                          <p:attrName>ppt_x</p:attrName>
                                          <p:attrName>ppt_y</p:attrName>
                                        </p:attrNameLst>
                                      </p:cBhvr>
                                      <p:rCtr x="-1432" y="4074"/>
                                    </p:animMotion>
                                  </p:childTnLst>
                                </p:cTn>
                              </p:par>
                            </p:childTnLst>
                          </p:cTn>
                        </p:par>
                      </p:childTnLst>
                    </p:cTn>
                  </p:par>
                  <p:par>
                    <p:cTn id="148" fill="hold">
                      <p:stCondLst>
                        <p:cond delay="indefinite"/>
                      </p:stCondLst>
                      <p:childTnLst>
                        <p:par>
                          <p:cTn id="149" fill="hold">
                            <p:stCondLst>
                              <p:cond delay="0"/>
                            </p:stCondLst>
                            <p:childTnLst>
                              <p:par>
                                <p:cTn id="150" presetID="16" presetClass="entr" presetSubtype="21" fill="hold" grpId="0" nodeType="clickEffect">
                                  <p:stCondLst>
                                    <p:cond delay="0"/>
                                  </p:stCondLst>
                                  <p:childTnLst>
                                    <p:set>
                                      <p:cBhvr>
                                        <p:cTn id="151" dur="1" fill="hold">
                                          <p:stCondLst>
                                            <p:cond delay="0"/>
                                          </p:stCondLst>
                                        </p:cTn>
                                        <p:tgtEl>
                                          <p:spTgt spid="44"/>
                                        </p:tgtEl>
                                        <p:attrNameLst>
                                          <p:attrName>style.visibility</p:attrName>
                                        </p:attrNameLst>
                                      </p:cBhvr>
                                      <p:to>
                                        <p:strVal val="visible"/>
                                      </p:to>
                                    </p:set>
                                    <p:animEffect transition="in" filter="barn(inVertical)">
                                      <p:cBhvr>
                                        <p:cTn id="152" dur="500"/>
                                        <p:tgtEl>
                                          <p:spTgt spid="44"/>
                                        </p:tgtEl>
                                      </p:cBhvr>
                                    </p:animEffect>
                                  </p:childTnLst>
                                </p:cTn>
                              </p:par>
                            </p:childTnLst>
                          </p:cTn>
                        </p:par>
                      </p:childTnLst>
                    </p:cTn>
                  </p:par>
                  <p:par>
                    <p:cTn id="153" fill="hold">
                      <p:stCondLst>
                        <p:cond delay="indefinite"/>
                      </p:stCondLst>
                      <p:childTnLst>
                        <p:par>
                          <p:cTn id="154" fill="hold">
                            <p:stCondLst>
                              <p:cond delay="0"/>
                            </p:stCondLst>
                            <p:childTnLst>
                              <p:par>
                                <p:cTn id="155" presetID="1" presetClass="emph" presetSubtype="2" fill="hold" nodeType="clickEffect">
                                  <p:stCondLst>
                                    <p:cond delay="0"/>
                                  </p:stCondLst>
                                  <p:childTnLst>
                                    <p:animClr clrSpc="rgb" dir="cw">
                                      <p:cBhvr>
                                        <p:cTn id="156" dur="2000" fill="hold"/>
                                        <p:tgtEl>
                                          <p:spTgt spid="23"/>
                                        </p:tgtEl>
                                        <p:attrNameLst>
                                          <p:attrName>fillcolor</p:attrName>
                                        </p:attrNameLst>
                                      </p:cBhvr>
                                      <p:to>
                                        <a:srgbClr val="FFFF00"/>
                                      </p:to>
                                    </p:animClr>
                                    <p:set>
                                      <p:cBhvr>
                                        <p:cTn id="157" dur="2000" fill="hold"/>
                                        <p:tgtEl>
                                          <p:spTgt spid="23"/>
                                        </p:tgtEl>
                                        <p:attrNameLst>
                                          <p:attrName>fill.type</p:attrName>
                                        </p:attrNameLst>
                                      </p:cBhvr>
                                      <p:to>
                                        <p:strVal val="solid"/>
                                      </p:to>
                                    </p:set>
                                    <p:set>
                                      <p:cBhvr>
                                        <p:cTn id="158" dur="2000" fill="hold"/>
                                        <p:tgtEl>
                                          <p:spTgt spid="23"/>
                                        </p:tgtEl>
                                        <p:attrNameLst>
                                          <p:attrName>fill.on</p:attrName>
                                        </p:attrNameLst>
                                      </p:cBhvr>
                                      <p:to>
                                        <p:strVal val="true"/>
                                      </p:to>
                                    </p:set>
                                  </p:childTnLst>
                                </p:cTn>
                              </p:par>
                            </p:childTnLst>
                          </p:cTn>
                        </p:par>
                      </p:childTnLst>
                    </p:cTn>
                  </p:par>
                  <p:par>
                    <p:cTn id="159" fill="hold">
                      <p:stCondLst>
                        <p:cond delay="indefinite"/>
                      </p:stCondLst>
                      <p:childTnLst>
                        <p:par>
                          <p:cTn id="160" fill="hold">
                            <p:stCondLst>
                              <p:cond delay="0"/>
                            </p:stCondLst>
                            <p:childTnLst>
                              <p:par>
                                <p:cTn id="161" presetID="42" presetClass="path" presetSubtype="0" accel="50000" decel="50000" fill="hold" grpId="14" nodeType="clickEffect">
                                  <p:stCondLst>
                                    <p:cond delay="0"/>
                                  </p:stCondLst>
                                  <p:childTnLst>
                                    <p:animMotion origin="layout" path="M 0.10221 0.26574 L 0.13086 0.18403 " pathEditMode="relative" rAng="0" ptsTypes="AA">
                                      <p:cBhvr>
                                        <p:cTn id="162" dur="2000" fill="hold"/>
                                        <p:tgtEl>
                                          <p:spTgt spid="5"/>
                                        </p:tgtEl>
                                        <p:attrNameLst>
                                          <p:attrName>ppt_x</p:attrName>
                                          <p:attrName>ppt_y</p:attrName>
                                        </p:attrNameLst>
                                      </p:cBhvr>
                                      <p:rCtr x="1432" y="-4097"/>
                                    </p:animMotion>
                                  </p:childTnLst>
                                </p:cTn>
                              </p:par>
                            </p:childTnLst>
                          </p:cTn>
                        </p:par>
                      </p:childTnLst>
                    </p:cTn>
                  </p:par>
                  <p:par>
                    <p:cTn id="163" fill="hold">
                      <p:stCondLst>
                        <p:cond delay="indefinite"/>
                      </p:stCondLst>
                      <p:childTnLst>
                        <p:par>
                          <p:cTn id="164" fill="hold">
                            <p:stCondLst>
                              <p:cond delay="0"/>
                            </p:stCondLst>
                            <p:childTnLst>
                              <p:par>
                                <p:cTn id="165" presetID="42" presetClass="path" presetSubtype="0" accel="50000" decel="50000" fill="hold" grpId="15" nodeType="clickEffect">
                                  <p:stCondLst>
                                    <p:cond delay="0"/>
                                  </p:stCondLst>
                                  <p:childTnLst>
                                    <p:animMotion origin="layout" path="M 0.13086 0.18403 L 0.09596 0.06921 " pathEditMode="relative" rAng="0" ptsTypes="AA">
                                      <p:cBhvr>
                                        <p:cTn id="166" dur="2000" fill="hold"/>
                                        <p:tgtEl>
                                          <p:spTgt spid="5"/>
                                        </p:tgtEl>
                                        <p:attrNameLst>
                                          <p:attrName>ppt_x</p:attrName>
                                          <p:attrName>ppt_y</p:attrName>
                                        </p:attrNameLst>
                                      </p:cBhvr>
                                      <p:rCtr x="-1745" y="-5741"/>
                                    </p:animMotion>
                                  </p:childTnLst>
                                </p:cTn>
                              </p:par>
                            </p:childTnLst>
                          </p:cTn>
                        </p:par>
                      </p:childTnLst>
                    </p:cTn>
                  </p:par>
                  <p:par>
                    <p:cTn id="167" fill="hold">
                      <p:stCondLst>
                        <p:cond delay="indefinite"/>
                      </p:stCondLst>
                      <p:childTnLst>
                        <p:par>
                          <p:cTn id="168" fill="hold">
                            <p:stCondLst>
                              <p:cond delay="0"/>
                            </p:stCondLst>
                            <p:childTnLst>
                              <p:par>
                                <p:cTn id="169" presetID="42" presetClass="path" presetSubtype="0" accel="50000" decel="50000" fill="hold" grpId="16" nodeType="clickEffect">
                                  <p:stCondLst>
                                    <p:cond delay="0"/>
                                  </p:stCondLst>
                                  <p:childTnLst>
                                    <p:animMotion origin="layout" path="M 0.09596 0.06921 L 4.16667E-7 -1.11111E-6 " pathEditMode="relative" rAng="0" ptsTypes="AA">
                                      <p:cBhvr>
                                        <p:cTn id="170" dur="2000" fill="hold"/>
                                        <p:tgtEl>
                                          <p:spTgt spid="5"/>
                                        </p:tgtEl>
                                        <p:attrNameLst>
                                          <p:attrName>ppt_x</p:attrName>
                                          <p:attrName>ppt_y</p:attrName>
                                        </p:attrNameLst>
                                      </p:cBhvr>
                                      <p:rCtr x="-4805" y="-347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5" grpId="4" animBg="1"/>
      <p:bldP spid="5" grpId="5" animBg="1"/>
      <p:bldP spid="5" grpId="6" animBg="1"/>
      <p:bldP spid="5" grpId="7" animBg="1"/>
      <p:bldP spid="5" grpId="8" animBg="1"/>
      <p:bldP spid="5" grpId="9" animBg="1"/>
      <p:bldP spid="5" grpId="10" animBg="1"/>
      <p:bldP spid="5" grpId="11" animBg="1"/>
      <p:bldP spid="5" grpId="12" animBg="1"/>
      <p:bldP spid="5" grpId="13" animBg="1"/>
      <p:bldP spid="5" grpId="14" animBg="1"/>
      <p:bldP spid="5" grpId="15" animBg="1"/>
      <p:bldP spid="5" grpId="16" animBg="1"/>
      <p:bldP spid="35" grpId="0"/>
      <p:bldP spid="37" grpId="0"/>
      <p:bldP spid="38" grpId="0"/>
      <p:bldP spid="39" grpId="0"/>
      <p:bldP spid="40" grpId="0"/>
      <p:bldP spid="41" grpId="0"/>
      <p:bldP spid="42" grpId="0"/>
      <p:bldP spid="43" grpId="0"/>
      <p:bldP spid="4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4982"/>
            <a:ext cx="12192000" cy="565607"/>
          </a:xfrm>
        </p:spPr>
        <p:txBody>
          <a:bodyPr/>
          <a:lstStyle/>
          <a:p>
            <a:r>
              <a:rPr kumimoji="0" lang="en-SG" sz="2800" b="1" i="0" u="none" strike="noStrike" kern="1200" cap="none" spc="0" normalizeH="0" baseline="0" noProof="0" dirty="0">
                <a:ln>
                  <a:noFill/>
                </a:ln>
                <a:effectLst/>
                <a:uLnTx/>
                <a:uFillTx/>
                <a:latin typeface="Verdana" panose="020B0604030504040204" pitchFamily="34" charset="0"/>
                <a:cs typeface="Arial" panose="020B0604020202020204" pitchFamily="34" charset="0"/>
              </a:rPr>
              <a:t>In-order Depth First Traversal</a:t>
            </a:r>
            <a:endParaRPr lang="en-SG" dirty="0">
              <a:latin typeface="Verdana" panose="020B0604030504040204" pitchFamily="34" charset="0"/>
            </a:endParaRPr>
          </a:p>
        </p:txBody>
      </p:sp>
      <p:sp>
        <p:nvSpPr>
          <p:cNvPr id="3" name="Content Placeholder 1"/>
          <p:cNvSpPr txBox="1">
            <a:spLocks/>
          </p:cNvSpPr>
          <p:nvPr/>
        </p:nvSpPr>
        <p:spPr>
          <a:xfrm>
            <a:off x="914401" y="1380226"/>
            <a:ext cx="8681280"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SG" sz="2400" dirty="0"/>
              <a:t>Pre‐order</a:t>
            </a:r>
          </a:p>
          <a:p>
            <a:pPr lvl="1" algn="just">
              <a:lnSpc>
                <a:spcPct val="100000"/>
              </a:lnSpc>
              <a:buFont typeface="Verdana" panose="020B0604030504040204" pitchFamily="34" charset="0"/>
              <a:buChar char="-"/>
            </a:pPr>
            <a:r>
              <a:rPr lang="en-SG" sz="2400" dirty="0"/>
              <a:t>Process the current node’s data</a:t>
            </a:r>
          </a:p>
          <a:p>
            <a:pPr lvl="1" algn="just">
              <a:lnSpc>
                <a:spcPct val="100000"/>
              </a:lnSpc>
              <a:buFont typeface="Verdana" panose="020B0604030504040204" pitchFamily="34" charset="0"/>
              <a:buChar char="-"/>
            </a:pPr>
            <a:r>
              <a:rPr lang="en-SG" sz="2400" dirty="0"/>
              <a:t>Visit the left child subtree </a:t>
            </a:r>
          </a:p>
          <a:p>
            <a:pPr lvl="1" algn="just">
              <a:lnSpc>
                <a:spcPct val="100000"/>
              </a:lnSpc>
              <a:buFont typeface="Verdana" panose="020B0604030504040204" pitchFamily="34" charset="0"/>
              <a:buChar char="-"/>
            </a:pPr>
            <a:r>
              <a:rPr lang="en-SG" sz="2400" dirty="0"/>
              <a:t>Visit the right child subtree</a:t>
            </a:r>
          </a:p>
          <a:p>
            <a:pPr algn="just">
              <a:lnSpc>
                <a:spcPct val="150000"/>
              </a:lnSpc>
            </a:pPr>
            <a:r>
              <a:rPr lang="en-SG" sz="2400" b="1" dirty="0"/>
              <a:t>In‐order</a:t>
            </a:r>
          </a:p>
          <a:p>
            <a:pPr lvl="1" algn="just">
              <a:lnSpc>
                <a:spcPct val="100000"/>
              </a:lnSpc>
              <a:buFont typeface="Verdana" panose="020B0604030504040204" pitchFamily="34" charset="0"/>
              <a:buChar char="-"/>
            </a:pPr>
            <a:r>
              <a:rPr lang="en-SG" sz="2400" b="1" dirty="0"/>
              <a:t>Visit the left child subtree </a:t>
            </a:r>
          </a:p>
          <a:p>
            <a:pPr lvl="1" algn="just">
              <a:lnSpc>
                <a:spcPct val="100000"/>
              </a:lnSpc>
              <a:buFont typeface="Verdana" panose="020B0604030504040204" pitchFamily="34" charset="0"/>
              <a:buChar char="-"/>
            </a:pPr>
            <a:r>
              <a:rPr lang="en-SG" sz="2400" b="1" dirty="0"/>
              <a:t>Process the current node’s data</a:t>
            </a:r>
          </a:p>
          <a:p>
            <a:pPr lvl="1" algn="just">
              <a:lnSpc>
                <a:spcPct val="100000"/>
              </a:lnSpc>
              <a:buFont typeface="Verdana" panose="020B0604030504040204" pitchFamily="34" charset="0"/>
              <a:buChar char="-"/>
            </a:pPr>
            <a:r>
              <a:rPr lang="en-SG" sz="2400" b="1" dirty="0"/>
              <a:t>Visit the right child subtree</a:t>
            </a:r>
          </a:p>
          <a:p>
            <a:pPr algn="just">
              <a:lnSpc>
                <a:spcPct val="150000"/>
              </a:lnSpc>
            </a:pPr>
            <a:r>
              <a:rPr lang="en-SG" sz="2400" dirty="0"/>
              <a:t>Post‐order</a:t>
            </a:r>
          </a:p>
          <a:p>
            <a:pPr algn="just">
              <a:lnSpc>
                <a:spcPct val="150000"/>
              </a:lnSpc>
            </a:pPr>
            <a:endParaRPr lang="en-SG" sz="1800" dirty="0"/>
          </a:p>
        </p:txBody>
      </p:sp>
      <p:sp>
        <p:nvSpPr>
          <p:cNvPr id="87" name="object 49">
            <a:extLst>
              <a:ext uri="{FF2B5EF4-FFF2-40B4-BE49-F238E27FC236}">
                <a16:creationId xmlns:a16="http://schemas.microsoft.com/office/drawing/2014/main" id="{6F1B93AC-2337-A031-BAC0-1F2EF53A5E69}"/>
              </a:ext>
            </a:extLst>
          </p:cNvPr>
          <p:cNvSpPr/>
          <p:nvPr/>
        </p:nvSpPr>
        <p:spPr>
          <a:xfrm>
            <a:off x="8652293" y="2514600"/>
            <a:ext cx="797560" cy="508000"/>
          </a:xfrm>
          <a:custGeom>
            <a:avLst/>
            <a:gdLst/>
            <a:ahLst/>
            <a:cxnLst/>
            <a:rect l="l" t="t" r="r" b="b"/>
            <a:pathLst>
              <a:path w="797559" h="508000">
                <a:moveTo>
                  <a:pt x="0" y="253948"/>
                </a:moveTo>
                <a:lnTo>
                  <a:pt x="5218" y="212757"/>
                </a:lnTo>
                <a:lnTo>
                  <a:pt x="20326" y="173681"/>
                </a:lnTo>
                <a:lnTo>
                  <a:pt x="44502" y="137244"/>
                </a:lnTo>
                <a:lnTo>
                  <a:pt x="76927" y="103970"/>
                </a:lnTo>
                <a:lnTo>
                  <a:pt x="116778" y="74379"/>
                </a:lnTo>
                <a:lnTo>
                  <a:pt x="163235" y="48997"/>
                </a:lnTo>
                <a:lnTo>
                  <a:pt x="215477" y="28345"/>
                </a:lnTo>
                <a:lnTo>
                  <a:pt x="272683" y="12946"/>
                </a:lnTo>
                <a:lnTo>
                  <a:pt x="334033" y="3323"/>
                </a:lnTo>
                <a:lnTo>
                  <a:pt x="398705" y="0"/>
                </a:lnTo>
                <a:lnTo>
                  <a:pt x="431405" y="841"/>
                </a:lnTo>
                <a:lnTo>
                  <a:pt x="494519" y="7380"/>
                </a:lnTo>
                <a:lnTo>
                  <a:pt x="553900" y="19956"/>
                </a:lnTo>
                <a:lnTo>
                  <a:pt x="608727" y="38047"/>
                </a:lnTo>
                <a:lnTo>
                  <a:pt x="658179" y="61130"/>
                </a:lnTo>
                <a:lnTo>
                  <a:pt x="701436" y="88681"/>
                </a:lnTo>
                <a:lnTo>
                  <a:pt x="737676" y="120179"/>
                </a:lnTo>
                <a:lnTo>
                  <a:pt x="766079" y="155100"/>
                </a:lnTo>
                <a:lnTo>
                  <a:pt x="785824" y="192922"/>
                </a:lnTo>
                <a:lnTo>
                  <a:pt x="796090" y="233121"/>
                </a:lnTo>
                <a:lnTo>
                  <a:pt x="797412" y="253948"/>
                </a:lnTo>
                <a:lnTo>
                  <a:pt x="796090" y="274776"/>
                </a:lnTo>
                <a:lnTo>
                  <a:pt x="785824" y="314975"/>
                </a:lnTo>
                <a:lnTo>
                  <a:pt x="766079" y="352797"/>
                </a:lnTo>
                <a:lnTo>
                  <a:pt x="737676" y="387718"/>
                </a:lnTo>
                <a:lnTo>
                  <a:pt x="701436" y="419216"/>
                </a:lnTo>
                <a:lnTo>
                  <a:pt x="658179" y="446767"/>
                </a:lnTo>
                <a:lnTo>
                  <a:pt x="608727" y="469850"/>
                </a:lnTo>
                <a:lnTo>
                  <a:pt x="553900" y="487941"/>
                </a:lnTo>
                <a:lnTo>
                  <a:pt x="494519" y="500517"/>
                </a:lnTo>
                <a:lnTo>
                  <a:pt x="431405" y="507056"/>
                </a:lnTo>
                <a:lnTo>
                  <a:pt x="398705" y="507898"/>
                </a:lnTo>
                <a:lnTo>
                  <a:pt x="366005" y="507056"/>
                </a:lnTo>
                <a:lnTo>
                  <a:pt x="302892" y="500517"/>
                </a:lnTo>
                <a:lnTo>
                  <a:pt x="243511" y="487941"/>
                </a:lnTo>
                <a:lnTo>
                  <a:pt x="188684" y="469850"/>
                </a:lnTo>
                <a:lnTo>
                  <a:pt x="139232" y="446767"/>
                </a:lnTo>
                <a:lnTo>
                  <a:pt x="95975" y="419216"/>
                </a:lnTo>
                <a:lnTo>
                  <a:pt x="59735" y="387718"/>
                </a:lnTo>
                <a:lnTo>
                  <a:pt x="31332" y="352797"/>
                </a:lnTo>
                <a:lnTo>
                  <a:pt x="11587" y="314975"/>
                </a:lnTo>
                <a:lnTo>
                  <a:pt x="1321" y="274776"/>
                </a:lnTo>
                <a:lnTo>
                  <a:pt x="0" y="253948"/>
                </a:lnTo>
                <a:close/>
              </a:path>
            </a:pathLst>
          </a:custGeom>
          <a:ln w="76199">
            <a:solidFill>
              <a:srgbClr val="FAA757"/>
            </a:solidFill>
          </a:ln>
        </p:spPr>
        <p:txBody>
          <a:bodyPr wrap="square" lIns="0" tIns="0" rIns="0" bIns="0" rtlCol="0"/>
          <a:lstStyle/>
          <a:p>
            <a:endParaRPr sz="2000">
              <a:solidFill>
                <a:prstClr val="black"/>
              </a:solidFill>
            </a:endParaRPr>
          </a:p>
        </p:txBody>
      </p:sp>
      <p:sp>
        <p:nvSpPr>
          <p:cNvPr id="88" name="object 6">
            <a:extLst>
              <a:ext uri="{FF2B5EF4-FFF2-40B4-BE49-F238E27FC236}">
                <a16:creationId xmlns:a16="http://schemas.microsoft.com/office/drawing/2014/main" id="{B6CD7233-4C87-28A5-BA11-E56BA7C98F6F}"/>
              </a:ext>
            </a:extLst>
          </p:cNvPr>
          <p:cNvSpPr/>
          <p:nvPr/>
        </p:nvSpPr>
        <p:spPr>
          <a:xfrm>
            <a:off x="8851682" y="2594337"/>
            <a:ext cx="398780" cy="297180"/>
          </a:xfrm>
          <a:prstGeom prst="ellipse">
            <a:avLst/>
          </a:prstGeom>
          <a:solidFill>
            <a:schemeClr val="bg1"/>
          </a:solidFill>
        </p:spPr>
        <p:txBody>
          <a:bodyPr wrap="square" lIns="0" tIns="0" rIns="0" bIns="0" rtlCol="0"/>
          <a:lstStyle/>
          <a:p>
            <a:r>
              <a:rPr lang="en-US" sz="2000" dirty="0">
                <a:solidFill>
                  <a:prstClr val="black"/>
                </a:solidFill>
              </a:rPr>
              <a:t> E</a:t>
            </a:r>
            <a:endParaRPr sz="2000" dirty="0">
              <a:solidFill>
                <a:prstClr val="black"/>
              </a:solidFill>
            </a:endParaRPr>
          </a:p>
        </p:txBody>
      </p:sp>
      <p:sp>
        <p:nvSpPr>
          <p:cNvPr id="89" name="object 7">
            <a:extLst>
              <a:ext uri="{FF2B5EF4-FFF2-40B4-BE49-F238E27FC236}">
                <a16:creationId xmlns:a16="http://schemas.microsoft.com/office/drawing/2014/main" id="{A1C93AF9-2017-506B-22C1-427B85DEBBF2}"/>
              </a:ext>
            </a:extLst>
          </p:cNvPr>
          <p:cNvSpPr/>
          <p:nvPr/>
        </p:nvSpPr>
        <p:spPr>
          <a:xfrm>
            <a:off x="8851682" y="2594337"/>
            <a:ext cx="398780" cy="297180"/>
          </a:xfrm>
          <a:prstGeom prst="ellipse">
            <a:avLst/>
          </a:prstGeom>
          <a:solidFill>
            <a:schemeClr val="bg1"/>
          </a:solidFill>
          <a:ln w="25399">
            <a:solidFill>
              <a:srgbClr val="839950"/>
            </a:solidFill>
          </a:ln>
        </p:spPr>
        <p:txBody>
          <a:bodyPr wrap="square" lIns="0" tIns="0" rIns="0" bIns="0" rtlCol="0"/>
          <a:lstStyle/>
          <a:p>
            <a:r>
              <a:rPr lang="en-US" sz="1400">
                <a:solidFill>
                  <a:prstClr val="black"/>
                </a:solidFill>
              </a:rPr>
              <a:t> </a:t>
            </a:r>
            <a:r>
              <a:rPr lang="en-US" sz="2000">
                <a:solidFill>
                  <a:prstClr val="black"/>
                </a:solidFill>
              </a:rPr>
              <a:t>E</a:t>
            </a:r>
            <a:endParaRPr sz="2000" dirty="0">
              <a:solidFill>
                <a:prstClr val="black"/>
              </a:solidFill>
            </a:endParaRPr>
          </a:p>
        </p:txBody>
      </p:sp>
      <p:sp>
        <p:nvSpPr>
          <p:cNvPr id="90" name="object 9">
            <a:extLst>
              <a:ext uri="{FF2B5EF4-FFF2-40B4-BE49-F238E27FC236}">
                <a16:creationId xmlns:a16="http://schemas.microsoft.com/office/drawing/2014/main" id="{009B0C87-8FD3-44CD-98F5-3C1D7BFBE77F}"/>
              </a:ext>
            </a:extLst>
          </p:cNvPr>
          <p:cNvSpPr/>
          <p:nvPr/>
        </p:nvSpPr>
        <p:spPr>
          <a:xfrm>
            <a:off x="7776721" y="3102985"/>
            <a:ext cx="398780" cy="297180"/>
          </a:xfrm>
          <a:prstGeom prst="ellipse">
            <a:avLst/>
          </a:prstGeom>
          <a:solidFill>
            <a:schemeClr val="bg1"/>
          </a:solidFill>
          <a:ln w="25399">
            <a:solidFill>
              <a:srgbClr val="839950"/>
            </a:solidFill>
          </a:ln>
        </p:spPr>
        <p:txBody>
          <a:bodyPr wrap="square" lIns="0" tIns="0" rIns="0" bIns="0" rtlCol="0"/>
          <a:lstStyle/>
          <a:p>
            <a:r>
              <a:rPr lang="en-US" sz="1200" dirty="0">
                <a:solidFill>
                  <a:prstClr val="black"/>
                </a:solidFill>
              </a:rPr>
              <a:t> </a:t>
            </a:r>
            <a:r>
              <a:rPr lang="en-US" sz="2000" dirty="0">
                <a:solidFill>
                  <a:prstClr val="black"/>
                </a:solidFill>
              </a:rPr>
              <a:t>B</a:t>
            </a:r>
            <a:endParaRPr sz="2000" dirty="0">
              <a:solidFill>
                <a:prstClr val="black"/>
              </a:solidFill>
            </a:endParaRPr>
          </a:p>
        </p:txBody>
      </p:sp>
      <p:sp>
        <p:nvSpPr>
          <p:cNvPr id="91" name="object 11">
            <a:extLst>
              <a:ext uri="{FF2B5EF4-FFF2-40B4-BE49-F238E27FC236}">
                <a16:creationId xmlns:a16="http://schemas.microsoft.com/office/drawing/2014/main" id="{76F68D82-ED28-C2CA-1617-8EADC7FDD636}"/>
              </a:ext>
            </a:extLst>
          </p:cNvPr>
          <p:cNvSpPr/>
          <p:nvPr/>
        </p:nvSpPr>
        <p:spPr>
          <a:xfrm>
            <a:off x="7274370" y="3760625"/>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A</a:t>
            </a:r>
            <a:endParaRPr sz="2000" dirty="0">
              <a:solidFill>
                <a:prstClr val="black"/>
              </a:solidFill>
            </a:endParaRPr>
          </a:p>
        </p:txBody>
      </p:sp>
      <p:sp>
        <p:nvSpPr>
          <p:cNvPr id="92" name="object 12">
            <a:extLst>
              <a:ext uri="{FF2B5EF4-FFF2-40B4-BE49-F238E27FC236}">
                <a16:creationId xmlns:a16="http://schemas.microsoft.com/office/drawing/2014/main" id="{F5DF2CA1-9886-A760-1D4D-C8CF57212598}"/>
              </a:ext>
            </a:extLst>
          </p:cNvPr>
          <p:cNvSpPr/>
          <p:nvPr/>
        </p:nvSpPr>
        <p:spPr>
          <a:xfrm>
            <a:off x="8452977" y="3782176"/>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93" name="object 13">
            <a:extLst>
              <a:ext uri="{FF2B5EF4-FFF2-40B4-BE49-F238E27FC236}">
                <a16:creationId xmlns:a16="http://schemas.microsoft.com/office/drawing/2014/main" id="{D7A0E17D-3703-5C76-371D-9ECAAAECA5F7}"/>
              </a:ext>
            </a:extLst>
          </p:cNvPr>
          <p:cNvSpPr/>
          <p:nvPr/>
        </p:nvSpPr>
        <p:spPr>
          <a:xfrm>
            <a:off x="8347498" y="3845345"/>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C</a:t>
            </a:r>
            <a:endParaRPr sz="2000" dirty="0">
              <a:solidFill>
                <a:prstClr val="black"/>
              </a:solidFill>
            </a:endParaRPr>
          </a:p>
        </p:txBody>
      </p:sp>
      <p:sp>
        <p:nvSpPr>
          <p:cNvPr id="94" name="object 15">
            <a:extLst>
              <a:ext uri="{FF2B5EF4-FFF2-40B4-BE49-F238E27FC236}">
                <a16:creationId xmlns:a16="http://schemas.microsoft.com/office/drawing/2014/main" id="{AA92CDE6-24CA-96FC-05F4-3376F34A7189}"/>
              </a:ext>
            </a:extLst>
          </p:cNvPr>
          <p:cNvSpPr/>
          <p:nvPr/>
        </p:nvSpPr>
        <p:spPr>
          <a:xfrm>
            <a:off x="9979521" y="3155701"/>
            <a:ext cx="398780" cy="297180"/>
          </a:xfrm>
          <a:prstGeom prst="ellipse">
            <a:avLst/>
          </a:prstGeom>
          <a:solidFill>
            <a:schemeClr val="bg1"/>
          </a:solidFill>
          <a:ln w="25399">
            <a:solidFill>
              <a:srgbClr val="839950"/>
            </a:solidFill>
          </a:ln>
        </p:spPr>
        <p:txBody>
          <a:bodyPr wrap="square" lIns="0" tIns="0" rIns="0" bIns="0" rtlCol="0"/>
          <a:lstStyle/>
          <a:p>
            <a:r>
              <a:rPr lang="en-US" sz="900" dirty="0">
                <a:solidFill>
                  <a:prstClr val="black"/>
                </a:solidFill>
              </a:rPr>
              <a:t> </a:t>
            </a:r>
            <a:r>
              <a:rPr lang="en-US" sz="2000">
                <a:solidFill>
                  <a:prstClr val="black"/>
                </a:solidFill>
              </a:rPr>
              <a:t>G</a:t>
            </a:r>
            <a:endParaRPr sz="2000" dirty="0">
              <a:solidFill>
                <a:prstClr val="black"/>
              </a:solidFill>
            </a:endParaRPr>
          </a:p>
        </p:txBody>
      </p:sp>
      <p:sp>
        <p:nvSpPr>
          <p:cNvPr id="95" name="object 16">
            <a:extLst>
              <a:ext uri="{FF2B5EF4-FFF2-40B4-BE49-F238E27FC236}">
                <a16:creationId xmlns:a16="http://schemas.microsoft.com/office/drawing/2014/main" id="{19ACD3F6-82E5-098C-8D51-40534F29E115}"/>
              </a:ext>
            </a:extLst>
          </p:cNvPr>
          <p:cNvSpPr/>
          <p:nvPr/>
        </p:nvSpPr>
        <p:spPr>
          <a:xfrm>
            <a:off x="9250388" y="378699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96" name="object 17">
            <a:extLst>
              <a:ext uri="{FF2B5EF4-FFF2-40B4-BE49-F238E27FC236}">
                <a16:creationId xmlns:a16="http://schemas.microsoft.com/office/drawing/2014/main" id="{6D1B5887-F3C4-DEFC-8706-687C163CC1E9}"/>
              </a:ext>
            </a:extLst>
          </p:cNvPr>
          <p:cNvSpPr/>
          <p:nvPr/>
        </p:nvSpPr>
        <p:spPr>
          <a:xfrm>
            <a:off x="9331868" y="3760625"/>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F</a:t>
            </a:r>
            <a:endParaRPr sz="2000" dirty="0">
              <a:solidFill>
                <a:prstClr val="black"/>
              </a:solidFill>
            </a:endParaRPr>
          </a:p>
        </p:txBody>
      </p:sp>
      <p:sp>
        <p:nvSpPr>
          <p:cNvPr id="97" name="object 19">
            <a:extLst>
              <a:ext uri="{FF2B5EF4-FFF2-40B4-BE49-F238E27FC236}">
                <a16:creationId xmlns:a16="http://schemas.microsoft.com/office/drawing/2014/main" id="{A88E034F-9544-0FBA-512D-63F1A9928C71}"/>
              </a:ext>
            </a:extLst>
          </p:cNvPr>
          <p:cNvSpPr/>
          <p:nvPr/>
        </p:nvSpPr>
        <p:spPr>
          <a:xfrm>
            <a:off x="10507671" y="3696755"/>
            <a:ext cx="398780" cy="297180"/>
          </a:xfrm>
          <a:prstGeom prst="ellipse">
            <a:avLst/>
          </a:prstGeom>
          <a:solidFill>
            <a:schemeClr val="bg1"/>
          </a:solidFill>
          <a:ln w="25399">
            <a:solidFill>
              <a:srgbClr val="839950"/>
            </a:solidFill>
          </a:ln>
        </p:spPr>
        <p:txBody>
          <a:bodyPr wrap="square" lIns="0" tIns="0" rIns="0" bIns="0" rtlCol="0"/>
          <a:lstStyle/>
          <a:p>
            <a:r>
              <a:rPr lang="en-US" sz="2000">
                <a:solidFill>
                  <a:prstClr val="black"/>
                </a:solidFill>
              </a:rPr>
              <a:t> I</a:t>
            </a:r>
            <a:endParaRPr sz="2000" dirty="0">
              <a:solidFill>
                <a:prstClr val="black"/>
              </a:solidFill>
            </a:endParaRPr>
          </a:p>
        </p:txBody>
      </p:sp>
      <p:sp>
        <p:nvSpPr>
          <p:cNvPr id="98" name="object 38">
            <a:extLst>
              <a:ext uri="{FF2B5EF4-FFF2-40B4-BE49-F238E27FC236}">
                <a16:creationId xmlns:a16="http://schemas.microsoft.com/office/drawing/2014/main" id="{31EF42D0-C263-C7E6-5248-03A41BFEFB2C}"/>
              </a:ext>
            </a:extLst>
          </p:cNvPr>
          <p:cNvSpPr/>
          <p:nvPr/>
        </p:nvSpPr>
        <p:spPr>
          <a:xfrm>
            <a:off x="8652330" y="446450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99" name="object 39">
            <a:extLst>
              <a:ext uri="{FF2B5EF4-FFF2-40B4-BE49-F238E27FC236}">
                <a16:creationId xmlns:a16="http://schemas.microsoft.com/office/drawing/2014/main" id="{BBE2D227-AE3C-570A-74A0-029718D50DAF}"/>
              </a:ext>
            </a:extLst>
          </p:cNvPr>
          <p:cNvSpPr/>
          <p:nvPr/>
        </p:nvSpPr>
        <p:spPr>
          <a:xfrm>
            <a:off x="8652330" y="4464505"/>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D</a:t>
            </a:r>
            <a:endParaRPr sz="2000" dirty="0">
              <a:solidFill>
                <a:prstClr val="black"/>
              </a:solidFill>
            </a:endParaRPr>
          </a:p>
        </p:txBody>
      </p:sp>
      <p:sp>
        <p:nvSpPr>
          <p:cNvPr id="100" name="object 40">
            <a:extLst>
              <a:ext uri="{FF2B5EF4-FFF2-40B4-BE49-F238E27FC236}">
                <a16:creationId xmlns:a16="http://schemas.microsoft.com/office/drawing/2014/main" id="{DCF6FF19-5D29-0BFC-C1B4-61B7A74CFA10}"/>
              </a:ext>
            </a:extLst>
          </p:cNvPr>
          <p:cNvSpPr/>
          <p:nvPr/>
        </p:nvSpPr>
        <p:spPr>
          <a:xfrm>
            <a:off x="9848445" y="446450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01" name="object 41">
            <a:extLst>
              <a:ext uri="{FF2B5EF4-FFF2-40B4-BE49-F238E27FC236}">
                <a16:creationId xmlns:a16="http://schemas.microsoft.com/office/drawing/2014/main" id="{B6FE1927-2162-5F85-2A53-758E61EBDCB0}"/>
              </a:ext>
            </a:extLst>
          </p:cNvPr>
          <p:cNvSpPr/>
          <p:nvPr/>
        </p:nvSpPr>
        <p:spPr>
          <a:xfrm>
            <a:off x="10120511" y="4474289"/>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H</a:t>
            </a:r>
            <a:endParaRPr sz="2000" dirty="0">
              <a:solidFill>
                <a:prstClr val="black"/>
              </a:solidFill>
            </a:endParaRPr>
          </a:p>
        </p:txBody>
      </p:sp>
      <p:cxnSp>
        <p:nvCxnSpPr>
          <p:cNvPr id="102" name="直接箭头连接符 22">
            <a:extLst>
              <a:ext uri="{FF2B5EF4-FFF2-40B4-BE49-F238E27FC236}">
                <a16:creationId xmlns:a16="http://schemas.microsoft.com/office/drawing/2014/main" id="{B7DF4A1F-ABD5-8A67-1322-0E083B35AD9B}"/>
              </a:ext>
            </a:extLst>
          </p:cNvPr>
          <p:cNvCxnSpPr>
            <a:stCxn id="89" idx="5"/>
            <a:endCxn id="94" idx="1"/>
          </p:cNvCxnSpPr>
          <p:nvPr/>
        </p:nvCxnSpPr>
        <p:spPr>
          <a:xfrm>
            <a:off x="9192062" y="2847996"/>
            <a:ext cx="845859" cy="3512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23">
            <a:extLst>
              <a:ext uri="{FF2B5EF4-FFF2-40B4-BE49-F238E27FC236}">
                <a16:creationId xmlns:a16="http://schemas.microsoft.com/office/drawing/2014/main" id="{D1E5EE7E-866C-B05B-621E-E1978ACE989A}"/>
              </a:ext>
            </a:extLst>
          </p:cNvPr>
          <p:cNvCxnSpPr>
            <a:stCxn id="89" idx="3"/>
          </p:cNvCxnSpPr>
          <p:nvPr/>
        </p:nvCxnSpPr>
        <p:spPr>
          <a:xfrm flipH="1">
            <a:off x="8166062" y="2847996"/>
            <a:ext cx="744020" cy="340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24">
            <a:extLst>
              <a:ext uri="{FF2B5EF4-FFF2-40B4-BE49-F238E27FC236}">
                <a16:creationId xmlns:a16="http://schemas.microsoft.com/office/drawing/2014/main" id="{D59F4645-D910-0B80-5504-E1F4EFA9F781}"/>
              </a:ext>
            </a:extLst>
          </p:cNvPr>
          <p:cNvCxnSpPr>
            <a:endCxn id="91" idx="0"/>
          </p:cNvCxnSpPr>
          <p:nvPr/>
        </p:nvCxnSpPr>
        <p:spPr>
          <a:xfrm flipH="1">
            <a:off x="7473760" y="3398543"/>
            <a:ext cx="381120" cy="3620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25">
            <a:extLst>
              <a:ext uri="{FF2B5EF4-FFF2-40B4-BE49-F238E27FC236}">
                <a16:creationId xmlns:a16="http://schemas.microsoft.com/office/drawing/2014/main" id="{C1A86120-9D60-5A48-89FA-ECF6EDD3D19C}"/>
              </a:ext>
            </a:extLst>
          </p:cNvPr>
          <p:cNvCxnSpPr>
            <a:stCxn id="94" idx="3"/>
          </p:cNvCxnSpPr>
          <p:nvPr/>
        </p:nvCxnSpPr>
        <p:spPr>
          <a:xfrm flipH="1">
            <a:off x="9649091" y="3409360"/>
            <a:ext cx="388830" cy="3407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26">
            <a:extLst>
              <a:ext uri="{FF2B5EF4-FFF2-40B4-BE49-F238E27FC236}">
                <a16:creationId xmlns:a16="http://schemas.microsoft.com/office/drawing/2014/main" id="{BB3AE90A-65E7-5F0D-A2AD-39AF3ABF143C}"/>
              </a:ext>
            </a:extLst>
          </p:cNvPr>
          <p:cNvCxnSpPr>
            <a:stCxn id="90" idx="5"/>
            <a:endCxn id="93" idx="1"/>
          </p:cNvCxnSpPr>
          <p:nvPr/>
        </p:nvCxnSpPr>
        <p:spPr>
          <a:xfrm>
            <a:off x="8117101" y="3356644"/>
            <a:ext cx="288797" cy="5322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27">
            <a:extLst>
              <a:ext uri="{FF2B5EF4-FFF2-40B4-BE49-F238E27FC236}">
                <a16:creationId xmlns:a16="http://schemas.microsoft.com/office/drawing/2014/main" id="{0CD2D3F0-138C-D83E-13CD-8EC50D0262B8}"/>
              </a:ext>
            </a:extLst>
          </p:cNvPr>
          <p:cNvCxnSpPr>
            <a:stCxn id="94" idx="5"/>
          </p:cNvCxnSpPr>
          <p:nvPr/>
        </p:nvCxnSpPr>
        <p:spPr>
          <a:xfrm>
            <a:off x="10319901" y="3409360"/>
            <a:ext cx="289638" cy="3407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28">
            <a:extLst>
              <a:ext uri="{FF2B5EF4-FFF2-40B4-BE49-F238E27FC236}">
                <a16:creationId xmlns:a16="http://schemas.microsoft.com/office/drawing/2014/main" id="{24114CC8-0C8E-3E1A-4AC3-2FD2DFD544DB}"/>
              </a:ext>
            </a:extLst>
          </p:cNvPr>
          <p:cNvCxnSpPr>
            <a:stCxn id="93" idx="4"/>
            <a:endCxn id="99" idx="1"/>
          </p:cNvCxnSpPr>
          <p:nvPr/>
        </p:nvCxnSpPr>
        <p:spPr>
          <a:xfrm>
            <a:off x="8546888" y="4142525"/>
            <a:ext cx="163842" cy="3655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29">
            <a:extLst>
              <a:ext uri="{FF2B5EF4-FFF2-40B4-BE49-F238E27FC236}">
                <a16:creationId xmlns:a16="http://schemas.microsoft.com/office/drawing/2014/main" id="{DF1EFFB1-F30D-FD9D-10A7-EB0CEA983AE7}"/>
              </a:ext>
            </a:extLst>
          </p:cNvPr>
          <p:cNvCxnSpPr>
            <a:stCxn id="97" idx="4"/>
            <a:endCxn id="101" idx="0"/>
          </p:cNvCxnSpPr>
          <p:nvPr/>
        </p:nvCxnSpPr>
        <p:spPr>
          <a:xfrm flipH="1">
            <a:off x="10319901" y="3993935"/>
            <a:ext cx="387160" cy="48035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481911"/>
      </p:ext>
    </p:extLst>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4127"/>
            <a:ext cx="12192000" cy="565607"/>
          </a:xfrm>
        </p:spPr>
        <p:txBody>
          <a:bodyPr/>
          <a:lstStyle/>
          <a:p>
            <a:r>
              <a:rPr kumimoji="0" lang="en-SG" b="1" i="0" u="none" strike="noStrike" kern="1200" cap="none" spc="0" normalizeH="0" baseline="0" noProof="0" dirty="0">
                <a:ln>
                  <a:noFill/>
                </a:ln>
                <a:effectLst/>
                <a:uLnTx/>
                <a:uFillTx/>
                <a:latin typeface="Verdana" panose="020B0604030504040204" pitchFamily="34" charset="0"/>
                <a:cs typeface="Arial" panose="020B0604020202020204" pitchFamily="34" charset="0"/>
              </a:rPr>
              <a:t>In-order Depth First Traversal</a:t>
            </a:r>
            <a:endParaRPr lang="en-SG" dirty="0"/>
          </a:p>
        </p:txBody>
      </p:sp>
      <p:sp>
        <p:nvSpPr>
          <p:cNvPr id="4" name="Content Placeholder 1"/>
          <p:cNvSpPr txBox="1">
            <a:spLocks/>
          </p:cNvSpPr>
          <p:nvPr/>
        </p:nvSpPr>
        <p:spPr>
          <a:xfrm>
            <a:off x="1219200" y="1380226"/>
            <a:ext cx="8702040" cy="432249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SG" sz="2000" dirty="0">
              <a:latin typeface="Courier New" panose="02070309020205020404" pitchFamily="49" charset="0"/>
              <a:cs typeface="Courier New" panose="02070309020205020404" pitchFamily="49" charset="0"/>
            </a:endParaRPr>
          </a:p>
          <a:p>
            <a:pPr marL="0" indent="0">
              <a:buNone/>
            </a:pPr>
            <a:r>
              <a:rPr lang="en-SG" sz="2000" dirty="0">
                <a:latin typeface="Courier New" panose="02070309020205020404" pitchFamily="49" charset="0"/>
                <a:cs typeface="Courier New" panose="02070309020205020404" pitchFamily="49" charset="0"/>
              </a:rPr>
              <a:t>def </a:t>
            </a:r>
            <a:r>
              <a:rPr lang="en-SG" sz="2000" dirty="0" err="1">
                <a:latin typeface="Courier New" panose="02070309020205020404" pitchFamily="49" charset="0"/>
                <a:cs typeface="Courier New" panose="02070309020205020404" pitchFamily="49" charset="0"/>
              </a:rPr>
              <a:t>in_order_traversal</a:t>
            </a:r>
            <a:r>
              <a:rPr lang="en-SG" sz="2000" dirty="0">
                <a:latin typeface="Courier New" panose="02070309020205020404" pitchFamily="49" charset="0"/>
                <a:cs typeface="Courier New" panose="02070309020205020404" pitchFamily="49" charset="0"/>
              </a:rPr>
              <a:t>(self, node):</a:t>
            </a:r>
          </a:p>
          <a:p>
            <a:pPr marL="0" indent="0">
              <a:buNone/>
            </a:pPr>
            <a:r>
              <a:rPr lang="en-SG" sz="2000" dirty="0">
                <a:latin typeface="Courier New" panose="02070309020205020404" pitchFamily="49" charset="0"/>
                <a:cs typeface="Courier New" panose="02070309020205020404" pitchFamily="49" charset="0"/>
              </a:rPr>
              <a:t>      if node:</a:t>
            </a:r>
          </a:p>
          <a:p>
            <a:pPr marL="0" indent="0">
              <a:buNone/>
            </a:pPr>
            <a:r>
              <a:rPr lang="en-SG"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self.in_order_traversal</a:t>
            </a:r>
            <a:r>
              <a:rPr lang="en-SG" sz="2000" dirty="0">
                <a:latin typeface="Courier New" panose="02070309020205020404" pitchFamily="49" charset="0"/>
                <a:cs typeface="Courier New" panose="02070309020205020404" pitchFamily="49" charset="0"/>
              </a:rPr>
              <a:t>(</a:t>
            </a:r>
            <a:r>
              <a:rPr lang="en-SG" sz="2000" dirty="0" err="1">
                <a:latin typeface="Courier New" panose="02070309020205020404" pitchFamily="49" charset="0"/>
                <a:cs typeface="Courier New" panose="02070309020205020404" pitchFamily="49" charset="0"/>
              </a:rPr>
              <a:t>node.left</a:t>
            </a:r>
            <a:r>
              <a:rPr lang="en-SG"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a:t>
            </a:r>
            <a:r>
              <a:rPr lang="en-US" sz="2000" dirty="0">
                <a:solidFill>
                  <a:srgbClr val="00B050"/>
                </a:solidFill>
                <a:latin typeface="Courier New" panose="02070309020205020404" pitchFamily="49" charset="0"/>
                <a:cs typeface="Courier New" panose="02070309020205020404" pitchFamily="49" charset="0"/>
              </a:rPr>
              <a:t>   print(</a:t>
            </a:r>
            <a:r>
              <a:rPr lang="en-US" sz="2000" dirty="0" err="1">
                <a:solidFill>
                  <a:srgbClr val="00B050"/>
                </a:solidFill>
                <a:latin typeface="Courier New" panose="02070309020205020404" pitchFamily="49" charset="0"/>
                <a:cs typeface="Courier New" panose="02070309020205020404" pitchFamily="49" charset="0"/>
              </a:rPr>
              <a:t>node.data</a:t>
            </a:r>
            <a:r>
              <a:rPr lang="en-US" sz="2000" dirty="0">
                <a:solidFill>
                  <a:srgbClr val="00B050"/>
                </a:solidFill>
                <a:latin typeface="Courier New" panose="02070309020205020404" pitchFamily="49" charset="0"/>
                <a:cs typeface="Courier New" panose="02070309020205020404" pitchFamily="49" charset="0"/>
              </a:rPr>
              <a:t>, end=" ")</a:t>
            </a:r>
            <a:endParaRPr lang="en-SG" sz="2000" dirty="0">
              <a:solidFill>
                <a:srgbClr val="00B050"/>
              </a:solidFill>
              <a:latin typeface="Courier New" panose="02070309020205020404" pitchFamily="49" charset="0"/>
              <a:cs typeface="Courier New" panose="02070309020205020404" pitchFamily="49" charset="0"/>
            </a:endParaRPr>
          </a:p>
          <a:p>
            <a:pPr marL="0" indent="0">
              <a:buNone/>
            </a:pPr>
            <a:r>
              <a:rPr lang="en-SG"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self.in_order_traversal</a:t>
            </a:r>
            <a:r>
              <a:rPr lang="en-SG" sz="2000" dirty="0">
                <a:latin typeface="Courier New" panose="02070309020205020404" pitchFamily="49" charset="0"/>
                <a:cs typeface="Courier New" panose="02070309020205020404" pitchFamily="49" charset="0"/>
              </a:rPr>
              <a:t>(</a:t>
            </a:r>
            <a:r>
              <a:rPr lang="en-SG" sz="2000" dirty="0" err="1">
                <a:latin typeface="Courier New" panose="02070309020205020404" pitchFamily="49" charset="0"/>
                <a:cs typeface="Courier New" panose="02070309020205020404" pitchFamily="49" charset="0"/>
              </a:rPr>
              <a:t>node.right</a:t>
            </a:r>
            <a:r>
              <a:rPr lang="en-SG" sz="2000" dirty="0">
                <a:latin typeface="Courier New" panose="02070309020205020404" pitchFamily="49" charset="0"/>
                <a:cs typeface="Courier New" panose="02070309020205020404" pitchFamily="49" charset="0"/>
              </a:rPr>
              <a:t>)</a:t>
            </a:r>
          </a:p>
          <a:p>
            <a:pPr marL="0" indent="0" algn="just">
              <a:lnSpc>
                <a:spcPct val="150000"/>
              </a:lnSpc>
              <a:buNone/>
            </a:pPr>
            <a:endParaRPr lang="en-SG" sz="1800" dirty="0"/>
          </a:p>
        </p:txBody>
      </p:sp>
      <p:sp>
        <p:nvSpPr>
          <p:cNvPr id="3" name="Rectangle 2"/>
          <p:cNvSpPr/>
          <p:nvPr/>
        </p:nvSpPr>
        <p:spPr>
          <a:xfrm>
            <a:off x="1751076" y="3124200"/>
            <a:ext cx="5868924" cy="457200"/>
          </a:xfrm>
          <a:prstGeom prst="rect">
            <a:avLst/>
          </a:prstGeom>
          <a:noFill/>
          <a:ln w="19050">
            <a:solidFill>
              <a:srgbClr val="FAA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object 49">
            <a:extLst>
              <a:ext uri="{FF2B5EF4-FFF2-40B4-BE49-F238E27FC236}">
                <a16:creationId xmlns:a16="http://schemas.microsoft.com/office/drawing/2014/main" id="{8ACD451B-0D71-231B-7AB8-2361195BC267}"/>
              </a:ext>
            </a:extLst>
          </p:cNvPr>
          <p:cNvSpPr/>
          <p:nvPr/>
        </p:nvSpPr>
        <p:spPr>
          <a:xfrm>
            <a:off x="9001543" y="3613119"/>
            <a:ext cx="797560" cy="508000"/>
          </a:xfrm>
          <a:custGeom>
            <a:avLst/>
            <a:gdLst/>
            <a:ahLst/>
            <a:cxnLst/>
            <a:rect l="l" t="t" r="r" b="b"/>
            <a:pathLst>
              <a:path w="797559" h="508000">
                <a:moveTo>
                  <a:pt x="0" y="253948"/>
                </a:moveTo>
                <a:lnTo>
                  <a:pt x="5218" y="212757"/>
                </a:lnTo>
                <a:lnTo>
                  <a:pt x="20326" y="173681"/>
                </a:lnTo>
                <a:lnTo>
                  <a:pt x="44502" y="137244"/>
                </a:lnTo>
                <a:lnTo>
                  <a:pt x="76927" y="103970"/>
                </a:lnTo>
                <a:lnTo>
                  <a:pt x="116778" y="74379"/>
                </a:lnTo>
                <a:lnTo>
                  <a:pt x="163235" y="48997"/>
                </a:lnTo>
                <a:lnTo>
                  <a:pt x="215477" y="28345"/>
                </a:lnTo>
                <a:lnTo>
                  <a:pt x="272683" y="12946"/>
                </a:lnTo>
                <a:lnTo>
                  <a:pt x="334033" y="3323"/>
                </a:lnTo>
                <a:lnTo>
                  <a:pt x="398705" y="0"/>
                </a:lnTo>
                <a:lnTo>
                  <a:pt x="431405" y="841"/>
                </a:lnTo>
                <a:lnTo>
                  <a:pt x="494519" y="7380"/>
                </a:lnTo>
                <a:lnTo>
                  <a:pt x="553900" y="19956"/>
                </a:lnTo>
                <a:lnTo>
                  <a:pt x="608727" y="38047"/>
                </a:lnTo>
                <a:lnTo>
                  <a:pt x="658179" y="61130"/>
                </a:lnTo>
                <a:lnTo>
                  <a:pt x="701436" y="88681"/>
                </a:lnTo>
                <a:lnTo>
                  <a:pt x="737676" y="120179"/>
                </a:lnTo>
                <a:lnTo>
                  <a:pt x="766079" y="155100"/>
                </a:lnTo>
                <a:lnTo>
                  <a:pt x="785824" y="192922"/>
                </a:lnTo>
                <a:lnTo>
                  <a:pt x="796090" y="233121"/>
                </a:lnTo>
                <a:lnTo>
                  <a:pt x="797412" y="253948"/>
                </a:lnTo>
                <a:lnTo>
                  <a:pt x="796090" y="274776"/>
                </a:lnTo>
                <a:lnTo>
                  <a:pt x="785824" y="314975"/>
                </a:lnTo>
                <a:lnTo>
                  <a:pt x="766079" y="352797"/>
                </a:lnTo>
                <a:lnTo>
                  <a:pt x="737676" y="387718"/>
                </a:lnTo>
                <a:lnTo>
                  <a:pt x="701436" y="419216"/>
                </a:lnTo>
                <a:lnTo>
                  <a:pt x="658179" y="446767"/>
                </a:lnTo>
                <a:lnTo>
                  <a:pt x="608727" y="469850"/>
                </a:lnTo>
                <a:lnTo>
                  <a:pt x="553900" y="487941"/>
                </a:lnTo>
                <a:lnTo>
                  <a:pt x="494519" y="500517"/>
                </a:lnTo>
                <a:lnTo>
                  <a:pt x="431405" y="507056"/>
                </a:lnTo>
                <a:lnTo>
                  <a:pt x="398705" y="507898"/>
                </a:lnTo>
                <a:lnTo>
                  <a:pt x="366005" y="507056"/>
                </a:lnTo>
                <a:lnTo>
                  <a:pt x="302892" y="500517"/>
                </a:lnTo>
                <a:lnTo>
                  <a:pt x="243511" y="487941"/>
                </a:lnTo>
                <a:lnTo>
                  <a:pt x="188684" y="469850"/>
                </a:lnTo>
                <a:lnTo>
                  <a:pt x="139232" y="446767"/>
                </a:lnTo>
                <a:lnTo>
                  <a:pt x="95975" y="419216"/>
                </a:lnTo>
                <a:lnTo>
                  <a:pt x="59735" y="387718"/>
                </a:lnTo>
                <a:lnTo>
                  <a:pt x="31332" y="352797"/>
                </a:lnTo>
                <a:lnTo>
                  <a:pt x="11587" y="314975"/>
                </a:lnTo>
                <a:lnTo>
                  <a:pt x="1321" y="274776"/>
                </a:lnTo>
                <a:lnTo>
                  <a:pt x="0" y="253948"/>
                </a:lnTo>
                <a:close/>
              </a:path>
            </a:pathLst>
          </a:custGeom>
          <a:ln w="76199">
            <a:solidFill>
              <a:srgbClr val="FAA757"/>
            </a:solidFill>
          </a:ln>
        </p:spPr>
        <p:txBody>
          <a:bodyPr wrap="square" lIns="0" tIns="0" rIns="0" bIns="0" rtlCol="0"/>
          <a:lstStyle/>
          <a:p>
            <a:endParaRPr sz="2000">
              <a:solidFill>
                <a:prstClr val="black"/>
              </a:solidFill>
            </a:endParaRPr>
          </a:p>
        </p:txBody>
      </p:sp>
      <p:sp>
        <p:nvSpPr>
          <p:cNvPr id="46" name="object 6">
            <a:extLst>
              <a:ext uri="{FF2B5EF4-FFF2-40B4-BE49-F238E27FC236}">
                <a16:creationId xmlns:a16="http://schemas.microsoft.com/office/drawing/2014/main" id="{ECB78D26-B41C-250C-8872-DAD0C35C0BAF}"/>
              </a:ext>
            </a:extLst>
          </p:cNvPr>
          <p:cNvSpPr/>
          <p:nvPr/>
        </p:nvSpPr>
        <p:spPr>
          <a:xfrm>
            <a:off x="9200932" y="3692856"/>
            <a:ext cx="398780" cy="297180"/>
          </a:xfrm>
          <a:prstGeom prst="ellipse">
            <a:avLst/>
          </a:prstGeom>
          <a:solidFill>
            <a:schemeClr val="bg1"/>
          </a:solidFill>
        </p:spPr>
        <p:txBody>
          <a:bodyPr wrap="square" lIns="0" tIns="0" rIns="0" bIns="0" rtlCol="0"/>
          <a:lstStyle/>
          <a:p>
            <a:r>
              <a:rPr lang="en-US" sz="2000" dirty="0">
                <a:solidFill>
                  <a:prstClr val="black"/>
                </a:solidFill>
              </a:rPr>
              <a:t> E</a:t>
            </a:r>
            <a:endParaRPr sz="2000" dirty="0">
              <a:solidFill>
                <a:prstClr val="black"/>
              </a:solidFill>
            </a:endParaRPr>
          </a:p>
        </p:txBody>
      </p:sp>
      <p:sp>
        <p:nvSpPr>
          <p:cNvPr id="47" name="object 7">
            <a:extLst>
              <a:ext uri="{FF2B5EF4-FFF2-40B4-BE49-F238E27FC236}">
                <a16:creationId xmlns:a16="http://schemas.microsoft.com/office/drawing/2014/main" id="{1AEAD93F-C986-3E02-7ABB-AE4BB38B71DB}"/>
              </a:ext>
            </a:extLst>
          </p:cNvPr>
          <p:cNvSpPr/>
          <p:nvPr/>
        </p:nvSpPr>
        <p:spPr>
          <a:xfrm>
            <a:off x="9200932" y="3692856"/>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E</a:t>
            </a:r>
            <a:endParaRPr sz="2000" dirty="0">
              <a:solidFill>
                <a:prstClr val="black"/>
              </a:solidFill>
            </a:endParaRPr>
          </a:p>
        </p:txBody>
      </p:sp>
      <p:sp>
        <p:nvSpPr>
          <p:cNvPr id="48" name="object 9">
            <a:extLst>
              <a:ext uri="{FF2B5EF4-FFF2-40B4-BE49-F238E27FC236}">
                <a16:creationId xmlns:a16="http://schemas.microsoft.com/office/drawing/2014/main" id="{4A35FFE6-D12D-F96D-9622-DC07F9904A49}"/>
              </a:ext>
            </a:extLst>
          </p:cNvPr>
          <p:cNvSpPr/>
          <p:nvPr/>
        </p:nvSpPr>
        <p:spPr>
          <a:xfrm>
            <a:off x="8099406" y="4339090"/>
            <a:ext cx="398780" cy="297180"/>
          </a:xfrm>
          <a:prstGeom prst="ellipse">
            <a:avLst/>
          </a:prstGeom>
          <a:solidFill>
            <a:schemeClr val="bg1"/>
          </a:solidFill>
          <a:ln w="25399">
            <a:solidFill>
              <a:srgbClr val="839950"/>
            </a:solidFill>
          </a:ln>
        </p:spPr>
        <p:txBody>
          <a:bodyPr wrap="square" lIns="0" tIns="0" rIns="0" bIns="0" rtlCol="0"/>
          <a:lstStyle/>
          <a:p>
            <a:r>
              <a:rPr lang="en-US" sz="1200" dirty="0">
                <a:solidFill>
                  <a:prstClr val="black"/>
                </a:solidFill>
              </a:rPr>
              <a:t> </a:t>
            </a:r>
            <a:r>
              <a:rPr lang="en-US" sz="2000" dirty="0">
                <a:solidFill>
                  <a:prstClr val="black"/>
                </a:solidFill>
              </a:rPr>
              <a:t>B</a:t>
            </a:r>
            <a:endParaRPr sz="2000" dirty="0">
              <a:solidFill>
                <a:prstClr val="black"/>
              </a:solidFill>
            </a:endParaRPr>
          </a:p>
        </p:txBody>
      </p:sp>
      <p:sp>
        <p:nvSpPr>
          <p:cNvPr id="49" name="object 10">
            <a:extLst>
              <a:ext uri="{FF2B5EF4-FFF2-40B4-BE49-F238E27FC236}">
                <a16:creationId xmlns:a16="http://schemas.microsoft.com/office/drawing/2014/main" id="{8DF6236A-167E-92D3-8C0D-77EF600B1BA5}"/>
              </a:ext>
            </a:extLst>
          </p:cNvPr>
          <p:cNvSpPr/>
          <p:nvPr/>
        </p:nvSpPr>
        <p:spPr>
          <a:xfrm>
            <a:off x="8004816" y="488069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50" name="object 11">
            <a:extLst>
              <a:ext uri="{FF2B5EF4-FFF2-40B4-BE49-F238E27FC236}">
                <a16:creationId xmlns:a16="http://schemas.microsoft.com/office/drawing/2014/main" id="{C140C3D8-A296-11E5-82EC-821434BB31B3}"/>
              </a:ext>
            </a:extLst>
          </p:cNvPr>
          <p:cNvSpPr/>
          <p:nvPr/>
        </p:nvSpPr>
        <p:spPr>
          <a:xfrm>
            <a:off x="7720093" y="4940193"/>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t>A</a:t>
            </a:r>
            <a:endParaRPr sz="2000" dirty="0"/>
          </a:p>
        </p:txBody>
      </p:sp>
      <p:sp>
        <p:nvSpPr>
          <p:cNvPr id="51" name="object 13">
            <a:extLst>
              <a:ext uri="{FF2B5EF4-FFF2-40B4-BE49-F238E27FC236}">
                <a16:creationId xmlns:a16="http://schemas.microsoft.com/office/drawing/2014/main" id="{DDD9E836-8E1F-750B-C254-015A3365636A}"/>
              </a:ext>
            </a:extLst>
          </p:cNvPr>
          <p:cNvSpPr/>
          <p:nvPr/>
        </p:nvSpPr>
        <p:spPr>
          <a:xfrm>
            <a:off x="8659790" y="4820369"/>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C</a:t>
            </a:r>
            <a:endParaRPr sz="2000" dirty="0">
              <a:solidFill>
                <a:prstClr val="black"/>
              </a:solidFill>
            </a:endParaRPr>
          </a:p>
        </p:txBody>
      </p:sp>
      <p:sp>
        <p:nvSpPr>
          <p:cNvPr id="52" name="object 15">
            <a:extLst>
              <a:ext uri="{FF2B5EF4-FFF2-40B4-BE49-F238E27FC236}">
                <a16:creationId xmlns:a16="http://schemas.microsoft.com/office/drawing/2014/main" id="{945CE85E-FF0C-947F-EB12-76C5A9C59123}"/>
              </a:ext>
            </a:extLst>
          </p:cNvPr>
          <p:cNvSpPr/>
          <p:nvPr/>
        </p:nvSpPr>
        <p:spPr>
          <a:xfrm>
            <a:off x="10360476" y="4189339"/>
            <a:ext cx="398780" cy="297180"/>
          </a:xfrm>
          <a:prstGeom prst="ellipse">
            <a:avLst/>
          </a:prstGeom>
          <a:solidFill>
            <a:schemeClr val="bg1"/>
          </a:solidFill>
          <a:ln w="25399">
            <a:solidFill>
              <a:srgbClr val="839950"/>
            </a:solidFill>
          </a:ln>
        </p:spPr>
        <p:txBody>
          <a:bodyPr wrap="square" lIns="0" tIns="0" rIns="0" bIns="0" rtlCol="0"/>
          <a:lstStyle/>
          <a:p>
            <a:r>
              <a:rPr lang="en-US" sz="900">
                <a:solidFill>
                  <a:prstClr val="black"/>
                </a:solidFill>
              </a:rPr>
              <a:t> </a:t>
            </a:r>
            <a:r>
              <a:rPr lang="en-US" sz="2000">
                <a:solidFill>
                  <a:prstClr val="black"/>
                </a:solidFill>
              </a:rPr>
              <a:t>G</a:t>
            </a:r>
            <a:endParaRPr sz="2000" dirty="0">
              <a:solidFill>
                <a:prstClr val="black"/>
              </a:solidFill>
            </a:endParaRPr>
          </a:p>
        </p:txBody>
      </p:sp>
      <p:sp>
        <p:nvSpPr>
          <p:cNvPr id="53" name="object 16">
            <a:extLst>
              <a:ext uri="{FF2B5EF4-FFF2-40B4-BE49-F238E27FC236}">
                <a16:creationId xmlns:a16="http://schemas.microsoft.com/office/drawing/2014/main" id="{7E1D8017-95BF-708E-10D2-BE83BA3260AC}"/>
              </a:ext>
            </a:extLst>
          </p:cNvPr>
          <p:cNvSpPr/>
          <p:nvPr/>
        </p:nvSpPr>
        <p:spPr>
          <a:xfrm>
            <a:off x="9599638" y="4885514"/>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54" name="object 17">
            <a:extLst>
              <a:ext uri="{FF2B5EF4-FFF2-40B4-BE49-F238E27FC236}">
                <a16:creationId xmlns:a16="http://schemas.microsoft.com/office/drawing/2014/main" id="{DE52894F-A07F-6E35-78AA-3788CB07271F}"/>
              </a:ext>
            </a:extLst>
          </p:cNvPr>
          <p:cNvSpPr/>
          <p:nvPr/>
        </p:nvSpPr>
        <p:spPr>
          <a:xfrm>
            <a:off x="9798859" y="4949333"/>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F</a:t>
            </a:r>
            <a:endParaRPr sz="2000" dirty="0">
              <a:solidFill>
                <a:prstClr val="black"/>
              </a:solidFill>
            </a:endParaRPr>
          </a:p>
        </p:txBody>
      </p:sp>
      <p:sp>
        <p:nvSpPr>
          <p:cNvPr id="55" name="object 18">
            <a:extLst>
              <a:ext uri="{FF2B5EF4-FFF2-40B4-BE49-F238E27FC236}">
                <a16:creationId xmlns:a16="http://schemas.microsoft.com/office/drawing/2014/main" id="{1E2FEEA1-DF7D-12DD-B046-53A7F38EEB48}"/>
              </a:ext>
            </a:extLst>
          </p:cNvPr>
          <p:cNvSpPr/>
          <p:nvPr/>
        </p:nvSpPr>
        <p:spPr>
          <a:xfrm>
            <a:off x="10397049" y="4885514"/>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56" name="object 19">
            <a:extLst>
              <a:ext uri="{FF2B5EF4-FFF2-40B4-BE49-F238E27FC236}">
                <a16:creationId xmlns:a16="http://schemas.microsoft.com/office/drawing/2014/main" id="{57464BEE-6D47-EA07-9B29-E6E7C6AD3AC7}"/>
              </a:ext>
            </a:extLst>
          </p:cNvPr>
          <p:cNvSpPr/>
          <p:nvPr/>
        </p:nvSpPr>
        <p:spPr>
          <a:xfrm>
            <a:off x="10747457" y="4969714"/>
            <a:ext cx="398780" cy="297180"/>
          </a:xfrm>
          <a:prstGeom prst="ellipse">
            <a:avLst/>
          </a:prstGeom>
          <a:solidFill>
            <a:schemeClr val="bg1"/>
          </a:solidFill>
          <a:ln w="25399">
            <a:solidFill>
              <a:srgbClr val="839950"/>
            </a:solidFill>
          </a:ln>
        </p:spPr>
        <p:txBody>
          <a:bodyPr wrap="square" lIns="0" tIns="0" rIns="0" bIns="0" rtlCol="0"/>
          <a:lstStyle/>
          <a:p>
            <a:r>
              <a:rPr lang="en-US" sz="2000">
                <a:solidFill>
                  <a:prstClr val="black"/>
                </a:solidFill>
              </a:rPr>
              <a:t> I</a:t>
            </a:r>
            <a:endParaRPr sz="2000" dirty="0">
              <a:solidFill>
                <a:prstClr val="black"/>
              </a:solidFill>
            </a:endParaRPr>
          </a:p>
        </p:txBody>
      </p:sp>
      <p:sp>
        <p:nvSpPr>
          <p:cNvPr id="57" name="object 38">
            <a:extLst>
              <a:ext uri="{FF2B5EF4-FFF2-40B4-BE49-F238E27FC236}">
                <a16:creationId xmlns:a16="http://schemas.microsoft.com/office/drawing/2014/main" id="{1014C282-0F6D-CCB4-F0D4-6767CCB57755}"/>
              </a:ext>
            </a:extLst>
          </p:cNvPr>
          <p:cNvSpPr/>
          <p:nvPr/>
        </p:nvSpPr>
        <p:spPr>
          <a:xfrm>
            <a:off x="9001580" y="5563024"/>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58" name="object 39">
            <a:extLst>
              <a:ext uri="{FF2B5EF4-FFF2-40B4-BE49-F238E27FC236}">
                <a16:creationId xmlns:a16="http://schemas.microsoft.com/office/drawing/2014/main" id="{BAEC6D42-066A-B13C-090F-07DC237CFD26}"/>
              </a:ext>
            </a:extLst>
          </p:cNvPr>
          <p:cNvSpPr/>
          <p:nvPr/>
        </p:nvSpPr>
        <p:spPr>
          <a:xfrm>
            <a:off x="8946667" y="5563024"/>
            <a:ext cx="398780" cy="297180"/>
          </a:xfrm>
          <a:prstGeom prst="ellipse">
            <a:avLst/>
          </a:prstGeom>
          <a:solidFill>
            <a:schemeClr val="bg1"/>
          </a:solidFill>
          <a:ln w="25399">
            <a:solidFill>
              <a:srgbClr val="839950"/>
            </a:solidFill>
          </a:ln>
        </p:spPr>
        <p:txBody>
          <a:bodyPr wrap="square" lIns="0" tIns="0" rIns="0" bIns="0" rtlCol="0"/>
          <a:lstStyle/>
          <a:p>
            <a:r>
              <a:rPr lang="en-US" sz="1050">
                <a:solidFill>
                  <a:prstClr val="black"/>
                </a:solidFill>
              </a:rPr>
              <a:t> </a:t>
            </a:r>
            <a:r>
              <a:rPr lang="en-US" sz="2000">
                <a:solidFill>
                  <a:prstClr val="black"/>
                </a:solidFill>
              </a:rPr>
              <a:t>D</a:t>
            </a:r>
            <a:endParaRPr sz="2000" dirty="0">
              <a:solidFill>
                <a:prstClr val="black"/>
              </a:solidFill>
            </a:endParaRPr>
          </a:p>
        </p:txBody>
      </p:sp>
      <p:sp>
        <p:nvSpPr>
          <p:cNvPr id="59" name="object 41">
            <a:extLst>
              <a:ext uri="{FF2B5EF4-FFF2-40B4-BE49-F238E27FC236}">
                <a16:creationId xmlns:a16="http://schemas.microsoft.com/office/drawing/2014/main" id="{8BAE3332-227E-D802-0E4E-A9946D946B00}"/>
              </a:ext>
            </a:extLst>
          </p:cNvPr>
          <p:cNvSpPr/>
          <p:nvPr/>
        </p:nvSpPr>
        <p:spPr>
          <a:xfrm>
            <a:off x="10486648" y="5581689"/>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H</a:t>
            </a:r>
            <a:endParaRPr sz="2000" dirty="0">
              <a:solidFill>
                <a:prstClr val="black"/>
              </a:solidFill>
            </a:endParaRPr>
          </a:p>
        </p:txBody>
      </p:sp>
      <p:cxnSp>
        <p:nvCxnSpPr>
          <p:cNvPr id="60" name="直接箭头连接符 38">
            <a:extLst>
              <a:ext uri="{FF2B5EF4-FFF2-40B4-BE49-F238E27FC236}">
                <a16:creationId xmlns:a16="http://schemas.microsoft.com/office/drawing/2014/main" id="{55F5E626-67AF-4916-99B5-7213E7DB276B}"/>
              </a:ext>
            </a:extLst>
          </p:cNvPr>
          <p:cNvCxnSpPr>
            <a:stCxn id="47" idx="5"/>
            <a:endCxn id="52" idx="1"/>
          </p:cNvCxnSpPr>
          <p:nvPr/>
        </p:nvCxnSpPr>
        <p:spPr>
          <a:xfrm>
            <a:off x="9541312" y="3946515"/>
            <a:ext cx="877564" cy="2863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39">
            <a:extLst>
              <a:ext uri="{FF2B5EF4-FFF2-40B4-BE49-F238E27FC236}">
                <a16:creationId xmlns:a16="http://schemas.microsoft.com/office/drawing/2014/main" id="{095EFCDD-FB68-1F09-2431-AEA9C2ABF69D}"/>
              </a:ext>
            </a:extLst>
          </p:cNvPr>
          <p:cNvCxnSpPr>
            <a:stCxn id="47" idx="3"/>
          </p:cNvCxnSpPr>
          <p:nvPr/>
        </p:nvCxnSpPr>
        <p:spPr>
          <a:xfrm flipH="1">
            <a:off x="8408576" y="3946515"/>
            <a:ext cx="850756" cy="47602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40">
            <a:extLst>
              <a:ext uri="{FF2B5EF4-FFF2-40B4-BE49-F238E27FC236}">
                <a16:creationId xmlns:a16="http://schemas.microsoft.com/office/drawing/2014/main" id="{2BE3ED7D-68D6-E6C0-D503-16E017B683A9}"/>
              </a:ext>
            </a:extLst>
          </p:cNvPr>
          <p:cNvCxnSpPr>
            <a:endCxn id="50" idx="0"/>
          </p:cNvCxnSpPr>
          <p:nvPr/>
        </p:nvCxnSpPr>
        <p:spPr>
          <a:xfrm flipH="1">
            <a:off x="7919483" y="4592749"/>
            <a:ext cx="249084" cy="34744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41">
            <a:extLst>
              <a:ext uri="{FF2B5EF4-FFF2-40B4-BE49-F238E27FC236}">
                <a16:creationId xmlns:a16="http://schemas.microsoft.com/office/drawing/2014/main" id="{7BCE6A3F-7469-ED71-2D86-681D8FA4EDE8}"/>
              </a:ext>
            </a:extLst>
          </p:cNvPr>
          <p:cNvCxnSpPr>
            <a:stCxn id="52" idx="3"/>
          </p:cNvCxnSpPr>
          <p:nvPr/>
        </p:nvCxnSpPr>
        <p:spPr>
          <a:xfrm flipH="1">
            <a:off x="10034915" y="4442998"/>
            <a:ext cx="383961" cy="5267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42">
            <a:extLst>
              <a:ext uri="{FF2B5EF4-FFF2-40B4-BE49-F238E27FC236}">
                <a16:creationId xmlns:a16="http://schemas.microsoft.com/office/drawing/2014/main" id="{55F7C20B-42C0-4AAB-3CAB-5A54351F4015}"/>
              </a:ext>
            </a:extLst>
          </p:cNvPr>
          <p:cNvCxnSpPr>
            <a:stCxn id="48" idx="5"/>
          </p:cNvCxnSpPr>
          <p:nvPr/>
        </p:nvCxnSpPr>
        <p:spPr>
          <a:xfrm>
            <a:off x="8439786" y="4592749"/>
            <a:ext cx="304114" cy="2624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43">
            <a:extLst>
              <a:ext uri="{FF2B5EF4-FFF2-40B4-BE49-F238E27FC236}">
                <a16:creationId xmlns:a16="http://schemas.microsoft.com/office/drawing/2014/main" id="{EE1092AF-AB2C-0847-9536-6903F5B479FC}"/>
              </a:ext>
            </a:extLst>
          </p:cNvPr>
          <p:cNvCxnSpPr>
            <a:stCxn id="52" idx="5"/>
            <a:endCxn id="56" idx="0"/>
          </p:cNvCxnSpPr>
          <p:nvPr/>
        </p:nvCxnSpPr>
        <p:spPr>
          <a:xfrm>
            <a:off x="10700856" y="4442998"/>
            <a:ext cx="245991" cy="5267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44">
            <a:extLst>
              <a:ext uri="{FF2B5EF4-FFF2-40B4-BE49-F238E27FC236}">
                <a16:creationId xmlns:a16="http://schemas.microsoft.com/office/drawing/2014/main" id="{451F5357-91DB-8A37-3A4D-83FF24A1C9EF}"/>
              </a:ext>
            </a:extLst>
          </p:cNvPr>
          <p:cNvCxnSpPr>
            <a:endCxn id="57" idx="0"/>
          </p:cNvCxnSpPr>
          <p:nvPr/>
        </p:nvCxnSpPr>
        <p:spPr>
          <a:xfrm>
            <a:off x="8953414" y="5117549"/>
            <a:ext cx="247556" cy="4454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45">
            <a:extLst>
              <a:ext uri="{FF2B5EF4-FFF2-40B4-BE49-F238E27FC236}">
                <a16:creationId xmlns:a16="http://schemas.microsoft.com/office/drawing/2014/main" id="{11F9A8CE-10DD-5250-3626-CC1A4D8F2BED}"/>
              </a:ext>
            </a:extLst>
          </p:cNvPr>
          <p:cNvCxnSpPr>
            <a:stCxn id="56" idx="4"/>
            <a:endCxn id="59" idx="0"/>
          </p:cNvCxnSpPr>
          <p:nvPr/>
        </p:nvCxnSpPr>
        <p:spPr>
          <a:xfrm flipH="1">
            <a:off x="10686038" y="5266894"/>
            <a:ext cx="260809" cy="3147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8" name="矩形 2">
            <a:extLst>
              <a:ext uri="{FF2B5EF4-FFF2-40B4-BE49-F238E27FC236}">
                <a16:creationId xmlns:a16="http://schemas.microsoft.com/office/drawing/2014/main" id="{7CE3F14A-82B9-B8D3-2341-340C1378A0DB}"/>
              </a:ext>
            </a:extLst>
          </p:cNvPr>
          <p:cNvSpPr/>
          <p:nvPr/>
        </p:nvSpPr>
        <p:spPr>
          <a:xfrm>
            <a:off x="3535106" y="5237373"/>
            <a:ext cx="3822035" cy="52973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Verdana (Body)"/>
            </a:endParaRPr>
          </a:p>
        </p:txBody>
      </p:sp>
      <p:sp>
        <p:nvSpPr>
          <p:cNvPr id="69" name="文本框 8">
            <a:extLst>
              <a:ext uri="{FF2B5EF4-FFF2-40B4-BE49-F238E27FC236}">
                <a16:creationId xmlns:a16="http://schemas.microsoft.com/office/drawing/2014/main" id="{3DC602C3-31DA-2CED-D924-DC0CF602327E}"/>
              </a:ext>
            </a:extLst>
          </p:cNvPr>
          <p:cNvSpPr txBox="1"/>
          <p:nvPr/>
        </p:nvSpPr>
        <p:spPr>
          <a:xfrm>
            <a:off x="3590407" y="5279132"/>
            <a:ext cx="372942" cy="369332"/>
          </a:xfrm>
          <a:prstGeom prst="rect">
            <a:avLst/>
          </a:prstGeom>
          <a:noFill/>
        </p:spPr>
        <p:txBody>
          <a:bodyPr wrap="square" rtlCol="0">
            <a:spAutoFit/>
          </a:bodyPr>
          <a:lstStyle/>
          <a:p>
            <a:r>
              <a:rPr lang="en-US" altLang="zh-CN" dirty="0">
                <a:solidFill>
                  <a:schemeClr val="bg1"/>
                </a:solidFill>
                <a:latin typeface="Verdana (Body)"/>
              </a:rPr>
              <a:t>A</a:t>
            </a:r>
            <a:endParaRPr lang="zh-CN" altLang="en-US" dirty="0">
              <a:solidFill>
                <a:schemeClr val="bg1"/>
              </a:solidFill>
              <a:latin typeface="Verdana (Body)"/>
            </a:endParaRPr>
          </a:p>
        </p:txBody>
      </p:sp>
      <p:sp>
        <p:nvSpPr>
          <p:cNvPr id="70" name="文本框 9">
            <a:extLst>
              <a:ext uri="{FF2B5EF4-FFF2-40B4-BE49-F238E27FC236}">
                <a16:creationId xmlns:a16="http://schemas.microsoft.com/office/drawing/2014/main" id="{7BD0D8DF-A519-4593-0D4F-7FD35E26C898}"/>
              </a:ext>
            </a:extLst>
          </p:cNvPr>
          <p:cNvSpPr txBox="1"/>
          <p:nvPr/>
        </p:nvSpPr>
        <p:spPr>
          <a:xfrm>
            <a:off x="3535106" y="4796993"/>
            <a:ext cx="1106484" cy="369332"/>
          </a:xfrm>
          <a:prstGeom prst="rect">
            <a:avLst/>
          </a:prstGeom>
          <a:noFill/>
        </p:spPr>
        <p:txBody>
          <a:bodyPr wrap="square" rtlCol="0">
            <a:spAutoFit/>
          </a:bodyPr>
          <a:lstStyle/>
          <a:p>
            <a:r>
              <a:rPr lang="en-US" altLang="zh-CN" dirty="0">
                <a:latin typeface="Verdana (Body)"/>
              </a:rPr>
              <a:t>Output: </a:t>
            </a:r>
            <a:endParaRPr lang="zh-CN" altLang="en-US" dirty="0">
              <a:latin typeface="Verdana (Body)"/>
            </a:endParaRPr>
          </a:p>
        </p:txBody>
      </p:sp>
      <p:sp>
        <p:nvSpPr>
          <p:cNvPr id="71" name="文本框 46">
            <a:extLst>
              <a:ext uri="{FF2B5EF4-FFF2-40B4-BE49-F238E27FC236}">
                <a16:creationId xmlns:a16="http://schemas.microsoft.com/office/drawing/2014/main" id="{991EA371-DB4C-D0C7-93B9-7BDB63074BE0}"/>
              </a:ext>
            </a:extLst>
          </p:cNvPr>
          <p:cNvSpPr txBox="1"/>
          <p:nvPr/>
        </p:nvSpPr>
        <p:spPr>
          <a:xfrm>
            <a:off x="3922118" y="5279132"/>
            <a:ext cx="372942" cy="369332"/>
          </a:xfrm>
          <a:prstGeom prst="rect">
            <a:avLst/>
          </a:prstGeom>
          <a:noFill/>
        </p:spPr>
        <p:txBody>
          <a:bodyPr wrap="square" rtlCol="0">
            <a:spAutoFit/>
          </a:bodyPr>
          <a:lstStyle/>
          <a:p>
            <a:r>
              <a:rPr lang="en-US" altLang="zh-CN" dirty="0">
                <a:solidFill>
                  <a:schemeClr val="bg1"/>
                </a:solidFill>
                <a:latin typeface="Verdana (Body)"/>
              </a:rPr>
              <a:t>B</a:t>
            </a:r>
            <a:endParaRPr lang="zh-CN" altLang="en-US" dirty="0">
              <a:solidFill>
                <a:schemeClr val="bg1"/>
              </a:solidFill>
              <a:latin typeface="Verdana (Body)"/>
            </a:endParaRPr>
          </a:p>
        </p:txBody>
      </p:sp>
      <p:sp>
        <p:nvSpPr>
          <p:cNvPr id="72" name="文本框 47">
            <a:extLst>
              <a:ext uri="{FF2B5EF4-FFF2-40B4-BE49-F238E27FC236}">
                <a16:creationId xmlns:a16="http://schemas.microsoft.com/office/drawing/2014/main" id="{20F8EC6F-9818-7AA4-EF25-53E4F16B0951}"/>
              </a:ext>
            </a:extLst>
          </p:cNvPr>
          <p:cNvSpPr txBox="1"/>
          <p:nvPr/>
        </p:nvSpPr>
        <p:spPr>
          <a:xfrm>
            <a:off x="4253829" y="5279132"/>
            <a:ext cx="372942" cy="369332"/>
          </a:xfrm>
          <a:prstGeom prst="rect">
            <a:avLst/>
          </a:prstGeom>
          <a:noFill/>
        </p:spPr>
        <p:txBody>
          <a:bodyPr wrap="square" rtlCol="0">
            <a:spAutoFit/>
          </a:bodyPr>
          <a:lstStyle/>
          <a:p>
            <a:r>
              <a:rPr lang="en-US" altLang="zh-CN" dirty="0">
                <a:solidFill>
                  <a:schemeClr val="bg1"/>
                </a:solidFill>
                <a:latin typeface="Verdana (Body)"/>
              </a:rPr>
              <a:t>C</a:t>
            </a:r>
            <a:endParaRPr lang="zh-CN" altLang="en-US" dirty="0">
              <a:solidFill>
                <a:schemeClr val="bg1"/>
              </a:solidFill>
              <a:latin typeface="Verdana (Body)"/>
            </a:endParaRPr>
          </a:p>
        </p:txBody>
      </p:sp>
      <p:sp>
        <p:nvSpPr>
          <p:cNvPr id="73" name="文本框 48">
            <a:extLst>
              <a:ext uri="{FF2B5EF4-FFF2-40B4-BE49-F238E27FC236}">
                <a16:creationId xmlns:a16="http://schemas.microsoft.com/office/drawing/2014/main" id="{5029368D-DE49-E634-9147-A812E3765CA9}"/>
              </a:ext>
            </a:extLst>
          </p:cNvPr>
          <p:cNvSpPr txBox="1"/>
          <p:nvPr/>
        </p:nvSpPr>
        <p:spPr>
          <a:xfrm>
            <a:off x="4585540" y="5279132"/>
            <a:ext cx="372942" cy="369332"/>
          </a:xfrm>
          <a:prstGeom prst="rect">
            <a:avLst/>
          </a:prstGeom>
          <a:noFill/>
        </p:spPr>
        <p:txBody>
          <a:bodyPr wrap="square" rtlCol="0">
            <a:spAutoFit/>
          </a:bodyPr>
          <a:lstStyle/>
          <a:p>
            <a:r>
              <a:rPr lang="en-US" altLang="zh-CN" dirty="0">
                <a:solidFill>
                  <a:schemeClr val="bg1"/>
                </a:solidFill>
                <a:latin typeface="Verdana (Body)"/>
              </a:rPr>
              <a:t>D</a:t>
            </a:r>
            <a:endParaRPr lang="zh-CN" altLang="en-US" dirty="0">
              <a:solidFill>
                <a:schemeClr val="bg1"/>
              </a:solidFill>
              <a:latin typeface="Verdana (Body)"/>
            </a:endParaRPr>
          </a:p>
        </p:txBody>
      </p:sp>
      <p:sp>
        <p:nvSpPr>
          <p:cNvPr id="74" name="文本框 49">
            <a:extLst>
              <a:ext uri="{FF2B5EF4-FFF2-40B4-BE49-F238E27FC236}">
                <a16:creationId xmlns:a16="http://schemas.microsoft.com/office/drawing/2014/main" id="{19A2A4D2-BB79-6266-DC43-70FDF12194DF}"/>
              </a:ext>
            </a:extLst>
          </p:cNvPr>
          <p:cNvSpPr txBox="1"/>
          <p:nvPr/>
        </p:nvSpPr>
        <p:spPr>
          <a:xfrm>
            <a:off x="4917251" y="5279132"/>
            <a:ext cx="372942" cy="369332"/>
          </a:xfrm>
          <a:prstGeom prst="rect">
            <a:avLst/>
          </a:prstGeom>
          <a:noFill/>
        </p:spPr>
        <p:txBody>
          <a:bodyPr wrap="square" rtlCol="0">
            <a:spAutoFit/>
          </a:bodyPr>
          <a:lstStyle/>
          <a:p>
            <a:r>
              <a:rPr lang="en-US" altLang="zh-CN" dirty="0">
                <a:solidFill>
                  <a:schemeClr val="bg1"/>
                </a:solidFill>
                <a:latin typeface="Verdana (Body)"/>
              </a:rPr>
              <a:t>E</a:t>
            </a:r>
            <a:endParaRPr lang="zh-CN" altLang="en-US" dirty="0">
              <a:solidFill>
                <a:schemeClr val="bg1"/>
              </a:solidFill>
              <a:latin typeface="Verdana (Body)"/>
            </a:endParaRPr>
          </a:p>
        </p:txBody>
      </p:sp>
      <p:sp>
        <p:nvSpPr>
          <p:cNvPr id="75" name="文本框 50">
            <a:extLst>
              <a:ext uri="{FF2B5EF4-FFF2-40B4-BE49-F238E27FC236}">
                <a16:creationId xmlns:a16="http://schemas.microsoft.com/office/drawing/2014/main" id="{39F19D7F-808D-673F-C598-B1BF62820418}"/>
              </a:ext>
            </a:extLst>
          </p:cNvPr>
          <p:cNvSpPr txBox="1"/>
          <p:nvPr/>
        </p:nvSpPr>
        <p:spPr>
          <a:xfrm>
            <a:off x="5248962" y="5279132"/>
            <a:ext cx="372942" cy="369332"/>
          </a:xfrm>
          <a:prstGeom prst="rect">
            <a:avLst/>
          </a:prstGeom>
          <a:noFill/>
        </p:spPr>
        <p:txBody>
          <a:bodyPr wrap="square" rtlCol="0">
            <a:spAutoFit/>
          </a:bodyPr>
          <a:lstStyle/>
          <a:p>
            <a:r>
              <a:rPr lang="en-US" altLang="zh-CN" dirty="0">
                <a:solidFill>
                  <a:schemeClr val="bg1"/>
                </a:solidFill>
                <a:latin typeface="Verdana (Body)"/>
              </a:rPr>
              <a:t>F</a:t>
            </a:r>
            <a:endParaRPr lang="zh-CN" altLang="en-US" dirty="0">
              <a:solidFill>
                <a:schemeClr val="bg1"/>
              </a:solidFill>
              <a:latin typeface="Verdana (Body)"/>
            </a:endParaRPr>
          </a:p>
        </p:txBody>
      </p:sp>
      <p:sp>
        <p:nvSpPr>
          <p:cNvPr id="76" name="文本框 51">
            <a:extLst>
              <a:ext uri="{FF2B5EF4-FFF2-40B4-BE49-F238E27FC236}">
                <a16:creationId xmlns:a16="http://schemas.microsoft.com/office/drawing/2014/main" id="{DE267D03-2355-0D0D-6FF9-2C5C93E01ABA}"/>
              </a:ext>
            </a:extLst>
          </p:cNvPr>
          <p:cNvSpPr txBox="1"/>
          <p:nvPr/>
        </p:nvSpPr>
        <p:spPr>
          <a:xfrm>
            <a:off x="5580673" y="5279132"/>
            <a:ext cx="372942" cy="369332"/>
          </a:xfrm>
          <a:prstGeom prst="rect">
            <a:avLst/>
          </a:prstGeom>
          <a:noFill/>
        </p:spPr>
        <p:txBody>
          <a:bodyPr wrap="square" rtlCol="0">
            <a:spAutoFit/>
          </a:bodyPr>
          <a:lstStyle/>
          <a:p>
            <a:r>
              <a:rPr lang="en-US" altLang="zh-CN" dirty="0">
                <a:solidFill>
                  <a:schemeClr val="bg1"/>
                </a:solidFill>
                <a:latin typeface="Verdana (Body)"/>
              </a:rPr>
              <a:t>G</a:t>
            </a:r>
            <a:endParaRPr lang="zh-CN" altLang="en-US" dirty="0">
              <a:solidFill>
                <a:schemeClr val="bg1"/>
              </a:solidFill>
              <a:latin typeface="Verdana (Body)"/>
            </a:endParaRPr>
          </a:p>
        </p:txBody>
      </p:sp>
      <p:sp>
        <p:nvSpPr>
          <p:cNvPr id="77" name="文本框 52">
            <a:extLst>
              <a:ext uri="{FF2B5EF4-FFF2-40B4-BE49-F238E27FC236}">
                <a16:creationId xmlns:a16="http://schemas.microsoft.com/office/drawing/2014/main" id="{82813018-6E04-5C8E-02FF-907862673583}"/>
              </a:ext>
            </a:extLst>
          </p:cNvPr>
          <p:cNvSpPr txBox="1"/>
          <p:nvPr/>
        </p:nvSpPr>
        <p:spPr>
          <a:xfrm>
            <a:off x="5912384" y="5279132"/>
            <a:ext cx="372942" cy="369332"/>
          </a:xfrm>
          <a:prstGeom prst="rect">
            <a:avLst/>
          </a:prstGeom>
          <a:noFill/>
        </p:spPr>
        <p:txBody>
          <a:bodyPr wrap="square" rtlCol="0">
            <a:spAutoFit/>
          </a:bodyPr>
          <a:lstStyle/>
          <a:p>
            <a:r>
              <a:rPr lang="en-US" altLang="zh-CN" dirty="0">
                <a:solidFill>
                  <a:schemeClr val="bg1"/>
                </a:solidFill>
                <a:latin typeface="Verdana (Body)"/>
              </a:rPr>
              <a:t>H</a:t>
            </a:r>
            <a:endParaRPr lang="zh-CN" altLang="en-US" dirty="0">
              <a:solidFill>
                <a:schemeClr val="bg1"/>
              </a:solidFill>
              <a:latin typeface="Verdana (Body)"/>
            </a:endParaRPr>
          </a:p>
        </p:txBody>
      </p:sp>
      <p:sp>
        <p:nvSpPr>
          <p:cNvPr id="78" name="文本框 53">
            <a:extLst>
              <a:ext uri="{FF2B5EF4-FFF2-40B4-BE49-F238E27FC236}">
                <a16:creationId xmlns:a16="http://schemas.microsoft.com/office/drawing/2014/main" id="{B4979E88-BF9B-7D51-4053-F295DD4A9DB6}"/>
              </a:ext>
            </a:extLst>
          </p:cNvPr>
          <p:cNvSpPr txBox="1"/>
          <p:nvPr/>
        </p:nvSpPr>
        <p:spPr>
          <a:xfrm>
            <a:off x="6244097" y="5279132"/>
            <a:ext cx="372942" cy="369332"/>
          </a:xfrm>
          <a:prstGeom prst="rect">
            <a:avLst/>
          </a:prstGeom>
          <a:noFill/>
        </p:spPr>
        <p:txBody>
          <a:bodyPr wrap="square" rtlCol="0">
            <a:spAutoFit/>
          </a:bodyPr>
          <a:lstStyle/>
          <a:p>
            <a:r>
              <a:rPr lang="en-US" altLang="zh-CN" dirty="0">
                <a:solidFill>
                  <a:schemeClr val="bg1"/>
                </a:solidFill>
                <a:latin typeface="Verdana (Body)"/>
              </a:rPr>
              <a:t>I</a:t>
            </a:r>
            <a:endParaRPr lang="zh-CN" altLang="en-US" dirty="0">
              <a:solidFill>
                <a:schemeClr val="bg1"/>
              </a:solidFill>
              <a:latin typeface="Verdana (Body)"/>
            </a:endParaRPr>
          </a:p>
        </p:txBody>
      </p:sp>
      <p:sp>
        <p:nvSpPr>
          <p:cNvPr id="79" name="Rectangle 78">
            <a:extLst>
              <a:ext uri="{FF2B5EF4-FFF2-40B4-BE49-F238E27FC236}">
                <a16:creationId xmlns:a16="http://schemas.microsoft.com/office/drawing/2014/main" id="{7E6EB1EC-8F96-B56D-CFD1-BC3B5B6A5C37}"/>
              </a:ext>
            </a:extLst>
          </p:cNvPr>
          <p:cNvSpPr/>
          <p:nvPr/>
        </p:nvSpPr>
        <p:spPr>
          <a:xfrm>
            <a:off x="990600" y="1752600"/>
            <a:ext cx="7384115" cy="23747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284867378"/>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fltVal val="0"/>
                                          </p:val>
                                        </p:tav>
                                        <p:tav tm="100000">
                                          <p:val>
                                            <p:strVal val="#ppt_w"/>
                                          </p:val>
                                        </p:tav>
                                      </p:tavLst>
                                    </p:anim>
                                    <p:anim calcmode="lin" valueType="num">
                                      <p:cBhvr>
                                        <p:cTn id="8" dur="500" fill="hold"/>
                                        <p:tgtEl>
                                          <p:spTgt spid="45"/>
                                        </p:tgtEl>
                                        <p:attrNameLst>
                                          <p:attrName>ppt_h</p:attrName>
                                        </p:attrNameLst>
                                      </p:cBhvr>
                                      <p:tavLst>
                                        <p:tav tm="0">
                                          <p:val>
                                            <p:fltVal val="0"/>
                                          </p:val>
                                        </p:tav>
                                        <p:tav tm="100000">
                                          <p:val>
                                            <p:strVal val="#ppt_h"/>
                                          </p:val>
                                        </p:tav>
                                      </p:tavLst>
                                    </p:anim>
                                    <p:animEffect transition="in" filter="fade">
                                      <p:cBhvr>
                                        <p:cTn id="9" dur="500"/>
                                        <p:tgtEl>
                                          <p:spTgt spid="4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1.04167E-6 -2.59259E-6 L -0.09362 0.0882 " pathEditMode="relative" rAng="0" ptsTypes="AA">
                                      <p:cBhvr>
                                        <p:cTn id="13" dur="2000" fill="hold"/>
                                        <p:tgtEl>
                                          <p:spTgt spid="45"/>
                                        </p:tgtEl>
                                        <p:attrNameLst>
                                          <p:attrName>ppt_x</p:attrName>
                                          <p:attrName>ppt_y</p:attrName>
                                        </p:attrNameLst>
                                      </p:cBhvr>
                                      <p:rCtr x="-4688" y="4398"/>
                                    </p:animMotion>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grpId="2" nodeType="clickEffect">
                                  <p:stCondLst>
                                    <p:cond delay="0"/>
                                  </p:stCondLst>
                                  <p:childTnLst>
                                    <p:animMotion origin="layout" path="M -0.09362 0.0882 L -0.12174 0.17593 " pathEditMode="relative" rAng="0" ptsTypes="AA">
                                      <p:cBhvr>
                                        <p:cTn id="17" dur="2000" fill="hold"/>
                                        <p:tgtEl>
                                          <p:spTgt spid="45"/>
                                        </p:tgtEl>
                                        <p:attrNameLst>
                                          <p:attrName>ppt_x</p:attrName>
                                          <p:attrName>ppt_y</p:attrName>
                                        </p:attrNameLst>
                                      </p:cBhvr>
                                      <p:rCtr x="-1406" y="4375"/>
                                    </p:animMotion>
                                  </p:childTnLst>
                                </p:cTn>
                              </p:par>
                            </p:childTnLst>
                          </p:cTn>
                        </p:par>
                      </p:childTnLst>
                    </p:cTn>
                  </p:par>
                  <p:par>
                    <p:cTn id="18" fill="hold">
                      <p:stCondLst>
                        <p:cond delay="indefinite"/>
                      </p:stCondLst>
                      <p:childTnLst>
                        <p:par>
                          <p:cTn id="19" fill="hold">
                            <p:stCondLst>
                              <p:cond delay="0"/>
                            </p:stCondLst>
                            <p:childTnLst>
                              <p:par>
                                <p:cTn id="20" presetID="1" presetClass="emph" presetSubtype="2" fill="hold" nodeType="clickEffect">
                                  <p:stCondLst>
                                    <p:cond delay="0"/>
                                  </p:stCondLst>
                                  <p:childTnLst>
                                    <p:animClr clrSpc="rgb" dir="cw">
                                      <p:cBhvr>
                                        <p:cTn id="21" dur="2000" fill="hold"/>
                                        <p:tgtEl>
                                          <p:spTgt spid="50"/>
                                        </p:tgtEl>
                                        <p:attrNameLst>
                                          <p:attrName>fillcolor</p:attrName>
                                        </p:attrNameLst>
                                      </p:cBhvr>
                                      <p:to>
                                        <a:srgbClr val="FFFF00"/>
                                      </p:to>
                                    </p:animClr>
                                    <p:set>
                                      <p:cBhvr>
                                        <p:cTn id="22" dur="2000" fill="hold"/>
                                        <p:tgtEl>
                                          <p:spTgt spid="50"/>
                                        </p:tgtEl>
                                        <p:attrNameLst>
                                          <p:attrName>fill.type</p:attrName>
                                        </p:attrNameLst>
                                      </p:cBhvr>
                                      <p:to>
                                        <p:strVal val="solid"/>
                                      </p:to>
                                    </p:set>
                                    <p:set>
                                      <p:cBhvr>
                                        <p:cTn id="23" dur="2000" fill="hold"/>
                                        <p:tgtEl>
                                          <p:spTgt spid="50"/>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69"/>
                                        </p:tgtEl>
                                        <p:attrNameLst>
                                          <p:attrName>style.visibility</p:attrName>
                                        </p:attrNameLst>
                                      </p:cBhvr>
                                      <p:to>
                                        <p:strVal val="visible"/>
                                      </p:to>
                                    </p:set>
                                    <p:animEffect transition="in" filter="barn(inVertical)">
                                      <p:cBhvr>
                                        <p:cTn id="28" dur="500"/>
                                        <p:tgtEl>
                                          <p:spTgt spid="69"/>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3" nodeType="clickEffect">
                                  <p:stCondLst>
                                    <p:cond delay="0"/>
                                  </p:stCondLst>
                                  <p:childTnLst>
                                    <p:animMotion origin="layout" path="M -0.12174 0.17593 L -0.09362 0.0882 " pathEditMode="relative" rAng="0" ptsTypes="AA">
                                      <p:cBhvr>
                                        <p:cTn id="32" dur="2000" fill="hold"/>
                                        <p:tgtEl>
                                          <p:spTgt spid="45"/>
                                        </p:tgtEl>
                                        <p:attrNameLst>
                                          <p:attrName>ppt_x</p:attrName>
                                          <p:attrName>ppt_y</p:attrName>
                                        </p:attrNameLst>
                                      </p:cBhvr>
                                      <p:rCtr x="1406" y="-4398"/>
                                    </p:animMotion>
                                  </p:childTnLst>
                                </p:cTn>
                              </p:par>
                            </p:childTnLst>
                          </p:cTn>
                        </p:par>
                      </p:childTnLst>
                    </p:cTn>
                  </p:par>
                  <p:par>
                    <p:cTn id="33" fill="hold">
                      <p:stCondLst>
                        <p:cond delay="indefinite"/>
                      </p:stCondLst>
                      <p:childTnLst>
                        <p:par>
                          <p:cTn id="34" fill="hold">
                            <p:stCondLst>
                              <p:cond delay="0"/>
                            </p:stCondLst>
                            <p:childTnLst>
                              <p:par>
                                <p:cTn id="35" presetID="1" presetClass="emph" presetSubtype="2" fill="hold" nodeType="clickEffect">
                                  <p:stCondLst>
                                    <p:cond delay="0"/>
                                  </p:stCondLst>
                                  <p:childTnLst>
                                    <p:animClr clrSpc="rgb" dir="cw">
                                      <p:cBhvr>
                                        <p:cTn id="36" dur="2000" fill="hold"/>
                                        <p:tgtEl>
                                          <p:spTgt spid="48"/>
                                        </p:tgtEl>
                                        <p:attrNameLst>
                                          <p:attrName>fillcolor</p:attrName>
                                        </p:attrNameLst>
                                      </p:cBhvr>
                                      <p:to>
                                        <a:srgbClr val="FFFF00"/>
                                      </p:to>
                                    </p:animClr>
                                    <p:set>
                                      <p:cBhvr>
                                        <p:cTn id="37" dur="2000" fill="hold"/>
                                        <p:tgtEl>
                                          <p:spTgt spid="48"/>
                                        </p:tgtEl>
                                        <p:attrNameLst>
                                          <p:attrName>fill.type</p:attrName>
                                        </p:attrNameLst>
                                      </p:cBhvr>
                                      <p:to>
                                        <p:strVal val="solid"/>
                                      </p:to>
                                    </p:set>
                                    <p:set>
                                      <p:cBhvr>
                                        <p:cTn id="38" dur="2000" fill="hold"/>
                                        <p:tgtEl>
                                          <p:spTgt spid="48"/>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71"/>
                                        </p:tgtEl>
                                        <p:attrNameLst>
                                          <p:attrName>style.visibility</p:attrName>
                                        </p:attrNameLst>
                                      </p:cBhvr>
                                      <p:to>
                                        <p:strVal val="visible"/>
                                      </p:to>
                                    </p:set>
                                    <p:animEffect transition="in" filter="barn(inVertical)">
                                      <p:cBhvr>
                                        <p:cTn id="43" dur="500"/>
                                        <p:tgtEl>
                                          <p:spTgt spid="71"/>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path" presetSubtype="0" accel="50000" decel="50000" fill="hold" grpId="4" nodeType="clickEffect">
                                  <p:stCondLst>
                                    <p:cond delay="0"/>
                                  </p:stCondLst>
                                  <p:childTnLst>
                                    <p:animMotion origin="layout" path="M -0.09362 0.0882 L -0.04362 0.15556 " pathEditMode="relative" rAng="0" ptsTypes="AA">
                                      <p:cBhvr>
                                        <p:cTn id="47" dur="2000" fill="hold"/>
                                        <p:tgtEl>
                                          <p:spTgt spid="45"/>
                                        </p:tgtEl>
                                        <p:attrNameLst>
                                          <p:attrName>ppt_x</p:attrName>
                                          <p:attrName>ppt_y</p:attrName>
                                        </p:attrNameLst>
                                      </p:cBhvr>
                                      <p:rCtr x="2500" y="3356"/>
                                    </p:animMotion>
                                  </p:childTnLst>
                                </p:cTn>
                              </p:par>
                            </p:childTnLst>
                          </p:cTn>
                        </p:par>
                      </p:childTnLst>
                    </p:cTn>
                  </p:par>
                  <p:par>
                    <p:cTn id="48" fill="hold">
                      <p:stCondLst>
                        <p:cond delay="indefinite"/>
                      </p:stCondLst>
                      <p:childTnLst>
                        <p:par>
                          <p:cTn id="49" fill="hold">
                            <p:stCondLst>
                              <p:cond delay="0"/>
                            </p:stCondLst>
                            <p:childTnLst>
                              <p:par>
                                <p:cTn id="50" presetID="1" presetClass="emph" presetSubtype="2" fill="hold" nodeType="clickEffect">
                                  <p:stCondLst>
                                    <p:cond delay="0"/>
                                  </p:stCondLst>
                                  <p:childTnLst>
                                    <p:animClr clrSpc="rgb" dir="cw">
                                      <p:cBhvr>
                                        <p:cTn id="51" dur="2000" fill="hold"/>
                                        <p:tgtEl>
                                          <p:spTgt spid="51"/>
                                        </p:tgtEl>
                                        <p:attrNameLst>
                                          <p:attrName>fillcolor</p:attrName>
                                        </p:attrNameLst>
                                      </p:cBhvr>
                                      <p:to>
                                        <a:srgbClr val="FFFF00"/>
                                      </p:to>
                                    </p:animClr>
                                    <p:set>
                                      <p:cBhvr>
                                        <p:cTn id="52" dur="2000" fill="hold"/>
                                        <p:tgtEl>
                                          <p:spTgt spid="51"/>
                                        </p:tgtEl>
                                        <p:attrNameLst>
                                          <p:attrName>fill.type</p:attrName>
                                        </p:attrNameLst>
                                      </p:cBhvr>
                                      <p:to>
                                        <p:strVal val="solid"/>
                                      </p:to>
                                    </p:set>
                                    <p:set>
                                      <p:cBhvr>
                                        <p:cTn id="53" dur="2000" fill="hold"/>
                                        <p:tgtEl>
                                          <p:spTgt spid="51"/>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72"/>
                                        </p:tgtEl>
                                        <p:attrNameLst>
                                          <p:attrName>style.visibility</p:attrName>
                                        </p:attrNameLst>
                                      </p:cBhvr>
                                      <p:to>
                                        <p:strVal val="visible"/>
                                      </p:to>
                                    </p:set>
                                    <p:animEffect transition="in" filter="barn(inVertical)">
                                      <p:cBhvr>
                                        <p:cTn id="58" dur="500"/>
                                        <p:tgtEl>
                                          <p:spTgt spid="72"/>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grpId="5" nodeType="clickEffect">
                                  <p:stCondLst>
                                    <p:cond delay="0"/>
                                  </p:stCondLst>
                                  <p:childTnLst>
                                    <p:animMotion origin="layout" path="M -0.04362 0.15556 L -0.02174 0.27246 " pathEditMode="relative" rAng="0" ptsTypes="AA">
                                      <p:cBhvr>
                                        <p:cTn id="62" dur="2000" fill="hold"/>
                                        <p:tgtEl>
                                          <p:spTgt spid="45"/>
                                        </p:tgtEl>
                                        <p:attrNameLst>
                                          <p:attrName>ppt_x</p:attrName>
                                          <p:attrName>ppt_y</p:attrName>
                                        </p:attrNameLst>
                                      </p:cBhvr>
                                      <p:rCtr x="1094" y="5833"/>
                                    </p:animMotion>
                                  </p:childTnLst>
                                </p:cTn>
                              </p:par>
                            </p:childTnLst>
                          </p:cTn>
                        </p:par>
                      </p:childTnLst>
                    </p:cTn>
                  </p:par>
                  <p:par>
                    <p:cTn id="63" fill="hold">
                      <p:stCondLst>
                        <p:cond delay="indefinite"/>
                      </p:stCondLst>
                      <p:childTnLst>
                        <p:par>
                          <p:cTn id="64" fill="hold">
                            <p:stCondLst>
                              <p:cond delay="0"/>
                            </p:stCondLst>
                            <p:childTnLst>
                              <p:par>
                                <p:cTn id="65" presetID="1" presetClass="emph" presetSubtype="2" fill="hold" nodeType="clickEffect">
                                  <p:stCondLst>
                                    <p:cond delay="0"/>
                                  </p:stCondLst>
                                  <p:childTnLst>
                                    <p:animClr clrSpc="rgb" dir="cw">
                                      <p:cBhvr>
                                        <p:cTn id="66" dur="2000" fill="hold"/>
                                        <p:tgtEl>
                                          <p:spTgt spid="58"/>
                                        </p:tgtEl>
                                        <p:attrNameLst>
                                          <p:attrName>fillcolor</p:attrName>
                                        </p:attrNameLst>
                                      </p:cBhvr>
                                      <p:to>
                                        <a:srgbClr val="FFFF00"/>
                                      </p:to>
                                    </p:animClr>
                                    <p:set>
                                      <p:cBhvr>
                                        <p:cTn id="67" dur="2000" fill="hold"/>
                                        <p:tgtEl>
                                          <p:spTgt spid="58"/>
                                        </p:tgtEl>
                                        <p:attrNameLst>
                                          <p:attrName>fill.type</p:attrName>
                                        </p:attrNameLst>
                                      </p:cBhvr>
                                      <p:to>
                                        <p:strVal val="solid"/>
                                      </p:to>
                                    </p:set>
                                    <p:set>
                                      <p:cBhvr>
                                        <p:cTn id="68" dur="2000" fill="hold"/>
                                        <p:tgtEl>
                                          <p:spTgt spid="58"/>
                                        </p:tgtEl>
                                        <p:attrNameLst>
                                          <p:attrName>fill.on</p:attrName>
                                        </p:attrNameLst>
                                      </p:cBhvr>
                                      <p:to>
                                        <p:strVal val="true"/>
                                      </p:to>
                                    </p:set>
                                  </p:childTnLst>
                                </p:cTn>
                              </p:par>
                            </p:childTnLst>
                          </p:cTn>
                        </p:par>
                      </p:childTnLst>
                    </p:cTn>
                  </p:par>
                  <p:par>
                    <p:cTn id="69" fill="hold">
                      <p:stCondLst>
                        <p:cond delay="indefinite"/>
                      </p:stCondLst>
                      <p:childTnLst>
                        <p:par>
                          <p:cTn id="70" fill="hold">
                            <p:stCondLst>
                              <p:cond delay="0"/>
                            </p:stCondLst>
                            <p:childTnLst>
                              <p:par>
                                <p:cTn id="71" presetID="16" presetClass="entr" presetSubtype="21" fill="hold" grpId="0" nodeType="clickEffect">
                                  <p:stCondLst>
                                    <p:cond delay="0"/>
                                  </p:stCondLst>
                                  <p:childTnLst>
                                    <p:set>
                                      <p:cBhvr>
                                        <p:cTn id="72" dur="1" fill="hold">
                                          <p:stCondLst>
                                            <p:cond delay="0"/>
                                          </p:stCondLst>
                                        </p:cTn>
                                        <p:tgtEl>
                                          <p:spTgt spid="73"/>
                                        </p:tgtEl>
                                        <p:attrNameLst>
                                          <p:attrName>style.visibility</p:attrName>
                                        </p:attrNameLst>
                                      </p:cBhvr>
                                      <p:to>
                                        <p:strVal val="visible"/>
                                      </p:to>
                                    </p:set>
                                    <p:animEffect transition="in" filter="barn(inVertical)">
                                      <p:cBhvr>
                                        <p:cTn id="73" dur="500"/>
                                        <p:tgtEl>
                                          <p:spTgt spid="73"/>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grpId="6" nodeType="clickEffect">
                                  <p:stCondLst>
                                    <p:cond delay="0"/>
                                  </p:stCondLst>
                                  <p:childTnLst>
                                    <p:animMotion origin="layout" path="M -0.02174 0.27246 L -0.04362 0.15556 " pathEditMode="relative" rAng="0" ptsTypes="AA">
                                      <p:cBhvr>
                                        <p:cTn id="77" dur="2000" fill="hold"/>
                                        <p:tgtEl>
                                          <p:spTgt spid="45"/>
                                        </p:tgtEl>
                                        <p:attrNameLst>
                                          <p:attrName>ppt_x</p:attrName>
                                          <p:attrName>ppt_y</p:attrName>
                                        </p:attrNameLst>
                                      </p:cBhvr>
                                      <p:rCtr x="-1094" y="-5856"/>
                                    </p:animMotion>
                                  </p:childTnLst>
                                </p:cTn>
                              </p:par>
                            </p:childTnLst>
                          </p:cTn>
                        </p:par>
                      </p:childTnLst>
                    </p:cTn>
                  </p:par>
                  <p:par>
                    <p:cTn id="78" fill="hold">
                      <p:stCondLst>
                        <p:cond delay="indefinite"/>
                      </p:stCondLst>
                      <p:childTnLst>
                        <p:par>
                          <p:cTn id="79" fill="hold">
                            <p:stCondLst>
                              <p:cond delay="0"/>
                            </p:stCondLst>
                            <p:childTnLst>
                              <p:par>
                                <p:cTn id="80" presetID="42" presetClass="path" presetSubtype="0" accel="50000" decel="50000" fill="hold" grpId="7" nodeType="clickEffect">
                                  <p:stCondLst>
                                    <p:cond delay="0"/>
                                  </p:stCondLst>
                                  <p:childTnLst>
                                    <p:animMotion origin="layout" path="M -0.04362 0.15556 L -0.09362 0.0882 " pathEditMode="relative" rAng="0" ptsTypes="AA">
                                      <p:cBhvr>
                                        <p:cTn id="81" dur="2000" fill="hold"/>
                                        <p:tgtEl>
                                          <p:spTgt spid="45"/>
                                        </p:tgtEl>
                                        <p:attrNameLst>
                                          <p:attrName>ppt_x</p:attrName>
                                          <p:attrName>ppt_y</p:attrName>
                                        </p:attrNameLst>
                                      </p:cBhvr>
                                      <p:rCtr x="-2500" y="-3380"/>
                                    </p:animMotion>
                                  </p:childTnLst>
                                </p:cTn>
                              </p:par>
                            </p:childTnLst>
                          </p:cTn>
                        </p:par>
                      </p:childTnLst>
                    </p:cTn>
                  </p:par>
                  <p:par>
                    <p:cTn id="82" fill="hold">
                      <p:stCondLst>
                        <p:cond delay="indefinite"/>
                      </p:stCondLst>
                      <p:childTnLst>
                        <p:par>
                          <p:cTn id="83" fill="hold">
                            <p:stCondLst>
                              <p:cond delay="0"/>
                            </p:stCondLst>
                            <p:childTnLst>
                              <p:par>
                                <p:cTn id="84" presetID="42" presetClass="path" presetSubtype="0" accel="50000" decel="50000" fill="hold" grpId="8" nodeType="clickEffect">
                                  <p:stCondLst>
                                    <p:cond delay="0"/>
                                  </p:stCondLst>
                                  <p:childTnLst>
                                    <p:animMotion origin="layout" path="M -0.09362 0.0882 L -1.04167E-6 -2.59259E-6 " pathEditMode="relative" rAng="0" ptsTypes="AA">
                                      <p:cBhvr>
                                        <p:cTn id="85" dur="2000" fill="hold"/>
                                        <p:tgtEl>
                                          <p:spTgt spid="45"/>
                                        </p:tgtEl>
                                        <p:attrNameLst>
                                          <p:attrName>ppt_x</p:attrName>
                                          <p:attrName>ppt_y</p:attrName>
                                        </p:attrNameLst>
                                      </p:cBhvr>
                                      <p:rCtr x="4674" y="-4421"/>
                                    </p:animMotion>
                                  </p:childTnLst>
                                </p:cTn>
                              </p:par>
                            </p:childTnLst>
                          </p:cTn>
                        </p:par>
                      </p:childTnLst>
                    </p:cTn>
                  </p:par>
                  <p:par>
                    <p:cTn id="86" fill="hold">
                      <p:stCondLst>
                        <p:cond delay="indefinite"/>
                      </p:stCondLst>
                      <p:childTnLst>
                        <p:par>
                          <p:cTn id="87" fill="hold">
                            <p:stCondLst>
                              <p:cond delay="0"/>
                            </p:stCondLst>
                            <p:childTnLst>
                              <p:par>
                                <p:cTn id="88" presetID="1" presetClass="emph" presetSubtype="2" fill="hold" nodeType="clickEffect">
                                  <p:stCondLst>
                                    <p:cond delay="0"/>
                                  </p:stCondLst>
                                  <p:childTnLst>
                                    <p:animClr clrSpc="rgb" dir="cw">
                                      <p:cBhvr>
                                        <p:cTn id="89" dur="2000" fill="hold"/>
                                        <p:tgtEl>
                                          <p:spTgt spid="47"/>
                                        </p:tgtEl>
                                        <p:attrNameLst>
                                          <p:attrName>fillcolor</p:attrName>
                                        </p:attrNameLst>
                                      </p:cBhvr>
                                      <p:to>
                                        <a:srgbClr val="FFFF00"/>
                                      </p:to>
                                    </p:animClr>
                                    <p:set>
                                      <p:cBhvr>
                                        <p:cTn id="90" dur="2000" fill="hold"/>
                                        <p:tgtEl>
                                          <p:spTgt spid="47"/>
                                        </p:tgtEl>
                                        <p:attrNameLst>
                                          <p:attrName>fill.type</p:attrName>
                                        </p:attrNameLst>
                                      </p:cBhvr>
                                      <p:to>
                                        <p:strVal val="solid"/>
                                      </p:to>
                                    </p:set>
                                    <p:set>
                                      <p:cBhvr>
                                        <p:cTn id="91" dur="2000" fill="hold"/>
                                        <p:tgtEl>
                                          <p:spTgt spid="47"/>
                                        </p:tgtEl>
                                        <p:attrNameLst>
                                          <p:attrName>fill.on</p:attrName>
                                        </p:attrNameLst>
                                      </p:cBhvr>
                                      <p:to>
                                        <p:strVal val="true"/>
                                      </p:to>
                                    </p:set>
                                  </p:childTnLst>
                                </p:cTn>
                              </p:par>
                            </p:childTnLst>
                          </p:cTn>
                        </p:par>
                      </p:childTnLst>
                    </p:cTn>
                  </p:par>
                  <p:par>
                    <p:cTn id="92" fill="hold">
                      <p:stCondLst>
                        <p:cond delay="indefinite"/>
                      </p:stCondLst>
                      <p:childTnLst>
                        <p:par>
                          <p:cTn id="93" fill="hold">
                            <p:stCondLst>
                              <p:cond delay="0"/>
                            </p:stCondLst>
                            <p:childTnLst>
                              <p:par>
                                <p:cTn id="94" presetID="16" presetClass="entr" presetSubtype="21" fill="hold" grpId="0" nodeType="clickEffect">
                                  <p:stCondLst>
                                    <p:cond delay="0"/>
                                  </p:stCondLst>
                                  <p:childTnLst>
                                    <p:set>
                                      <p:cBhvr>
                                        <p:cTn id="95" dur="1" fill="hold">
                                          <p:stCondLst>
                                            <p:cond delay="0"/>
                                          </p:stCondLst>
                                        </p:cTn>
                                        <p:tgtEl>
                                          <p:spTgt spid="74"/>
                                        </p:tgtEl>
                                        <p:attrNameLst>
                                          <p:attrName>style.visibility</p:attrName>
                                        </p:attrNameLst>
                                      </p:cBhvr>
                                      <p:to>
                                        <p:strVal val="visible"/>
                                      </p:to>
                                    </p:set>
                                    <p:animEffect transition="in" filter="barn(inVertical)">
                                      <p:cBhvr>
                                        <p:cTn id="96" dur="500"/>
                                        <p:tgtEl>
                                          <p:spTgt spid="74"/>
                                        </p:tgtEl>
                                      </p:cBhvr>
                                    </p:animEffect>
                                  </p:childTnLst>
                                </p:cTn>
                              </p:par>
                            </p:childTnLst>
                          </p:cTn>
                        </p:par>
                      </p:childTnLst>
                    </p:cTn>
                  </p:par>
                  <p:par>
                    <p:cTn id="97" fill="hold">
                      <p:stCondLst>
                        <p:cond delay="indefinite"/>
                      </p:stCondLst>
                      <p:childTnLst>
                        <p:par>
                          <p:cTn id="98" fill="hold">
                            <p:stCondLst>
                              <p:cond delay="0"/>
                            </p:stCondLst>
                            <p:childTnLst>
                              <p:par>
                                <p:cTn id="99" presetID="42" presetClass="path" presetSubtype="0" accel="50000" decel="50000" fill="hold" grpId="9" nodeType="clickEffect">
                                  <p:stCondLst>
                                    <p:cond delay="0"/>
                                  </p:stCondLst>
                                  <p:childTnLst>
                                    <p:animMotion origin="layout" path="M -1.04167E-6 -2.59259E-6 L 0.09596 0.06922 " pathEditMode="relative" rAng="0" ptsTypes="AA">
                                      <p:cBhvr>
                                        <p:cTn id="100" dur="2000" fill="hold"/>
                                        <p:tgtEl>
                                          <p:spTgt spid="45"/>
                                        </p:tgtEl>
                                        <p:attrNameLst>
                                          <p:attrName>ppt_x</p:attrName>
                                          <p:attrName>ppt_y</p:attrName>
                                        </p:attrNameLst>
                                      </p:cBhvr>
                                      <p:rCtr x="4792" y="3449"/>
                                    </p:animMotion>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10" nodeType="clickEffect">
                                  <p:stCondLst>
                                    <p:cond delay="0"/>
                                  </p:stCondLst>
                                  <p:childTnLst>
                                    <p:animMotion origin="layout" path="M 0.09596 0.06922 L 0.04362 0.17755 " pathEditMode="relative" rAng="0" ptsTypes="AA">
                                      <p:cBhvr>
                                        <p:cTn id="104" dur="2000" fill="hold"/>
                                        <p:tgtEl>
                                          <p:spTgt spid="45"/>
                                        </p:tgtEl>
                                        <p:attrNameLst>
                                          <p:attrName>ppt_x</p:attrName>
                                          <p:attrName>ppt_y</p:attrName>
                                        </p:attrNameLst>
                                      </p:cBhvr>
                                      <p:rCtr x="-2617" y="5417"/>
                                    </p:animMotion>
                                  </p:childTnLst>
                                </p:cTn>
                              </p:par>
                            </p:childTnLst>
                          </p:cTn>
                        </p:par>
                      </p:childTnLst>
                    </p:cTn>
                  </p:par>
                  <p:par>
                    <p:cTn id="105" fill="hold">
                      <p:stCondLst>
                        <p:cond delay="indefinite"/>
                      </p:stCondLst>
                      <p:childTnLst>
                        <p:par>
                          <p:cTn id="106" fill="hold">
                            <p:stCondLst>
                              <p:cond delay="0"/>
                            </p:stCondLst>
                            <p:childTnLst>
                              <p:par>
                                <p:cTn id="107" presetID="1" presetClass="emph" presetSubtype="2" fill="hold" nodeType="clickEffect">
                                  <p:stCondLst>
                                    <p:cond delay="0"/>
                                  </p:stCondLst>
                                  <p:childTnLst>
                                    <p:animClr clrSpc="rgb" dir="cw">
                                      <p:cBhvr>
                                        <p:cTn id="108" dur="2000" fill="hold"/>
                                        <p:tgtEl>
                                          <p:spTgt spid="54"/>
                                        </p:tgtEl>
                                        <p:attrNameLst>
                                          <p:attrName>fillcolor</p:attrName>
                                        </p:attrNameLst>
                                      </p:cBhvr>
                                      <p:to>
                                        <a:srgbClr val="FFFF00"/>
                                      </p:to>
                                    </p:animClr>
                                    <p:set>
                                      <p:cBhvr>
                                        <p:cTn id="109" dur="2000" fill="hold"/>
                                        <p:tgtEl>
                                          <p:spTgt spid="54"/>
                                        </p:tgtEl>
                                        <p:attrNameLst>
                                          <p:attrName>fill.type</p:attrName>
                                        </p:attrNameLst>
                                      </p:cBhvr>
                                      <p:to>
                                        <p:strVal val="solid"/>
                                      </p:to>
                                    </p:set>
                                    <p:set>
                                      <p:cBhvr>
                                        <p:cTn id="110" dur="2000" fill="hold"/>
                                        <p:tgtEl>
                                          <p:spTgt spid="54"/>
                                        </p:tgtEl>
                                        <p:attrNameLst>
                                          <p:attrName>fill.on</p:attrName>
                                        </p:attrNameLst>
                                      </p:cBhvr>
                                      <p:to>
                                        <p:strVal val="true"/>
                                      </p:to>
                                    </p:set>
                                  </p:childTnLst>
                                </p:cTn>
                              </p:par>
                            </p:childTnLst>
                          </p:cTn>
                        </p:par>
                      </p:childTnLst>
                    </p:cTn>
                  </p:par>
                  <p:par>
                    <p:cTn id="111" fill="hold">
                      <p:stCondLst>
                        <p:cond delay="indefinite"/>
                      </p:stCondLst>
                      <p:childTnLst>
                        <p:par>
                          <p:cTn id="112" fill="hold">
                            <p:stCondLst>
                              <p:cond delay="0"/>
                            </p:stCondLst>
                            <p:childTnLst>
                              <p:par>
                                <p:cTn id="113" presetID="16" presetClass="entr" presetSubtype="21" fill="hold" grpId="0" nodeType="clickEffect">
                                  <p:stCondLst>
                                    <p:cond delay="0"/>
                                  </p:stCondLst>
                                  <p:childTnLst>
                                    <p:set>
                                      <p:cBhvr>
                                        <p:cTn id="114" dur="1" fill="hold">
                                          <p:stCondLst>
                                            <p:cond delay="0"/>
                                          </p:stCondLst>
                                        </p:cTn>
                                        <p:tgtEl>
                                          <p:spTgt spid="75"/>
                                        </p:tgtEl>
                                        <p:attrNameLst>
                                          <p:attrName>style.visibility</p:attrName>
                                        </p:attrNameLst>
                                      </p:cBhvr>
                                      <p:to>
                                        <p:strVal val="visible"/>
                                      </p:to>
                                    </p:set>
                                    <p:animEffect transition="in" filter="barn(inVertical)">
                                      <p:cBhvr>
                                        <p:cTn id="115" dur="500"/>
                                        <p:tgtEl>
                                          <p:spTgt spid="75"/>
                                        </p:tgtEl>
                                      </p:cBhvr>
                                    </p:animEffect>
                                  </p:childTnLst>
                                </p:cTn>
                              </p:par>
                            </p:childTnLst>
                          </p:cTn>
                        </p:par>
                      </p:childTnLst>
                    </p:cTn>
                  </p:par>
                  <p:par>
                    <p:cTn id="116" fill="hold">
                      <p:stCondLst>
                        <p:cond delay="indefinite"/>
                      </p:stCondLst>
                      <p:childTnLst>
                        <p:par>
                          <p:cTn id="117" fill="hold">
                            <p:stCondLst>
                              <p:cond delay="0"/>
                            </p:stCondLst>
                            <p:childTnLst>
                              <p:par>
                                <p:cTn id="118" presetID="42" presetClass="path" presetSubtype="0" accel="50000" decel="50000" fill="hold" grpId="11" nodeType="clickEffect">
                                  <p:stCondLst>
                                    <p:cond delay="0"/>
                                  </p:stCondLst>
                                  <p:childTnLst>
                                    <p:animMotion origin="layout" path="M 0.04362 0.17755 L 0.09596 0.06922 " pathEditMode="relative" rAng="0" ptsTypes="AA">
                                      <p:cBhvr>
                                        <p:cTn id="119" dur="2000" fill="hold"/>
                                        <p:tgtEl>
                                          <p:spTgt spid="45"/>
                                        </p:tgtEl>
                                        <p:attrNameLst>
                                          <p:attrName>ppt_x</p:attrName>
                                          <p:attrName>ppt_y</p:attrName>
                                        </p:attrNameLst>
                                      </p:cBhvr>
                                      <p:rCtr x="2617" y="-5417"/>
                                    </p:animMotion>
                                  </p:childTnLst>
                                </p:cTn>
                              </p:par>
                            </p:childTnLst>
                          </p:cTn>
                        </p:par>
                      </p:childTnLst>
                    </p:cTn>
                  </p:par>
                  <p:par>
                    <p:cTn id="120" fill="hold">
                      <p:stCondLst>
                        <p:cond delay="indefinite"/>
                      </p:stCondLst>
                      <p:childTnLst>
                        <p:par>
                          <p:cTn id="121" fill="hold">
                            <p:stCondLst>
                              <p:cond delay="0"/>
                            </p:stCondLst>
                            <p:childTnLst>
                              <p:par>
                                <p:cTn id="122" presetID="1" presetClass="emph" presetSubtype="2" fill="hold" nodeType="clickEffect">
                                  <p:stCondLst>
                                    <p:cond delay="0"/>
                                  </p:stCondLst>
                                  <p:childTnLst>
                                    <p:animClr clrSpc="rgb" dir="cw">
                                      <p:cBhvr>
                                        <p:cTn id="123" dur="2000" fill="hold"/>
                                        <p:tgtEl>
                                          <p:spTgt spid="52"/>
                                        </p:tgtEl>
                                        <p:attrNameLst>
                                          <p:attrName>fillcolor</p:attrName>
                                        </p:attrNameLst>
                                      </p:cBhvr>
                                      <p:to>
                                        <a:srgbClr val="FFFF00"/>
                                      </p:to>
                                    </p:animClr>
                                    <p:set>
                                      <p:cBhvr>
                                        <p:cTn id="124" dur="2000" fill="hold"/>
                                        <p:tgtEl>
                                          <p:spTgt spid="52"/>
                                        </p:tgtEl>
                                        <p:attrNameLst>
                                          <p:attrName>fill.type</p:attrName>
                                        </p:attrNameLst>
                                      </p:cBhvr>
                                      <p:to>
                                        <p:strVal val="solid"/>
                                      </p:to>
                                    </p:set>
                                    <p:set>
                                      <p:cBhvr>
                                        <p:cTn id="125" dur="2000" fill="hold"/>
                                        <p:tgtEl>
                                          <p:spTgt spid="52"/>
                                        </p:tgtEl>
                                        <p:attrNameLst>
                                          <p:attrName>fill.on</p:attrName>
                                        </p:attrNameLst>
                                      </p:cBhvr>
                                      <p:to>
                                        <p:strVal val="true"/>
                                      </p:to>
                                    </p:set>
                                  </p:childTnLst>
                                </p:cTn>
                              </p:par>
                            </p:childTnLst>
                          </p:cTn>
                        </p:par>
                      </p:childTnLst>
                    </p:cTn>
                  </p:par>
                  <p:par>
                    <p:cTn id="126" fill="hold">
                      <p:stCondLst>
                        <p:cond delay="indefinite"/>
                      </p:stCondLst>
                      <p:childTnLst>
                        <p:par>
                          <p:cTn id="127" fill="hold">
                            <p:stCondLst>
                              <p:cond delay="0"/>
                            </p:stCondLst>
                            <p:childTnLst>
                              <p:par>
                                <p:cTn id="128" presetID="16" presetClass="entr" presetSubtype="21" fill="hold" grpId="0" nodeType="clickEffect">
                                  <p:stCondLst>
                                    <p:cond delay="0"/>
                                  </p:stCondLst>
                                  <p:childTnLst>
                                    <p:set>
                                      <p:cBhvr>
                                        <p:cTn id="129" dur="1" fill="hold">
                                          <p:stCondLst>
                                            <p:cond delay="0"/>
                                          </p:stCondLst>
                                        </p:cTn>
                                        <p:tgtEl>
                                          <p:spTgt spid="76"/>
                                        </p:tgtEl>
                                        <p:attrNameLst>
                                          <p:attrName>style.visibility</p:attrName>
                                        </p:attrNameLst>
                                      </p:cBhvr>
                                      <p:to>
                                        <p:strVal val="visible"/>
                                      </p:to>
                                    </p:set>
                                    <p:animEffect transition="in" filter="barn(inVertical)">
                                      <p:cBhvr>
                                        <p:cTn id="130" dur="500"/>
                                        <p:tgtEl>
                                          <p:spTgt spid="76"/>
                                        </p:tgtEl>
                                      </p:cBhvr>
                                    </p:animEffect>
                                  </p:childTnLst>
                                </p:cTn>
                              </p:par>
                            </p:childTnLst>
                          </p:cTn>
                        </p:par>
                      </p:childTnLst>
                    </p:cTn>
                  </p:par>
                  <p:par>
                    <p:cTn id="131" fill="hold">
                      <p:stCondLst>
                        <p:cond delay="indefinite"/>
                      </p:stCondLst>
                      <p:childTnLst>
                        <p:par>
                          <p:cTn id="132" fill="hold">
                            <p:stCondLst>
                              <p:cond delay="0"/>
                            </p:stCondLst>
                            <p:childTnLst>
                              <p:par>
                                <p:cTn id="133" presetID="42" presetClass="path" presetSubtype="0" accel="50000" decel="50000" fill="hold" grpId="12" nodeType="clickEffect">
                                  <p:stCondLst>
                                    <p:cond delay="0"/>
                                  </p:stCondLst>
                                  <p:childTnLst>
                                    <p:animMotion origin="layout" path="M 0.09596 0.06922 L 0.13086 0.18403 " pathEditMode="relative" rAng="0" ptsTypes="AA">
                                      <p:cBhvr>
                                        <p:cTn id="134" dur="2000" fill="hold"/>
                                        <p:tgtEl>
                                          <p:spTgt spid="45"/>
                                        </p:tgtEl>
                                        <p:attrNameLst>
                                          <p:attrName>ppt_x</p:attrName>
                                          <p:attrName>ppt_y</p:attrName>
                                        </p:attrNameLst>
                                      </p:cBhvr>
                                      <p:rCtr x="1745" y="5741"/>
                                    </p:animMotion>
                                  </p:childTnLst>
                                </p:cTn>
                              </p:par>
                            </p:childTnLst>
                          </p:cTn>
                        </p:par>
                      </p:childTnLst>
                    </p:cTn>
                  </p:par>
                  <p:par>
                    <p:cTn id="135" fill="hold">
                      <p:stCondLst>
                        <p:cond delay="indefinite"/>
                      </p:stCondLst>
                      <p:childTnLst>
                        <p:par>
                          <p:cTn id="136" fill="hold">
                            <p:stCondLst>
                              <p:cond delay="0"/>
                            </p:stCondLst>
                            <p:childTnLst>
                              <p:par>
                                <p:cTn id="137" presetID="42" presetClass="path" presetSubtype="0" accel="50000" decel="50000" fill="hold" grpId="13" nodeType="clickEffect">
                                  <p:stCondLst>
                                    <p:cond delay="0"/>
                                  </p:stCondLst>
                                  <p:childTnLst>
                                    <p:animMotion origin="layout" path="M 0.13086 0.18403 L 0.10221 0.26574 " pathEditMode="relative" rAng="0" ptsTypes="AA">
                                      <p:cBhvr>
                                        <p:cTn id="138" dur="2000" fill="hold"/>
                                        <p:tgtEl>
                                          <p:spTgt spid="45"/>
                                        </p:tgtEl>
                                        <p:attrNameLst>
                                          <p:attrName>ppt_x</p:attrName>
                                          <p:attrName>ppt_y</p:attrName>
                                        </p:attrNameLst>
                                      </p:cBhvr>
                                      <p:rCtr x="-1432" y="4074"/>
                                    </p:animMotion>
                                  </p:childTnLst>
                                </p:cTn>
                              </p:par>
                            </p:childTnLst>
                          </p:cTn>
                        </p:par>
                      </p:childTnLst>
                    </p:cTn>
                  </p:par>
                  <p:par>
                    <p:cTn id="139" fill="hold">
                      <p:stCondLst>
                        <p:cond delay="indefinite"/>
                      </p:stCondLst>
                      <p:childTnLst>
                        <p:par>
                          <p:cTn id="140" fill="hold">
                            <p:stCondLst>
                              <p:cond delay="0"/>
                            </p:stCondLst>
                            <p:childTnLst>
                              <p:par>
                                <p:cTn id="141" presetID="1" presetClass="emph" presetSubtype="2" fill="hold" nodeType="clickEffect">
                                  <p:stCondLst>
                                    <p:cond delay="0"/>
                                  </p:stCondLst>
                                  <p:childTnLst>
                                    <p:animClr clrSpc="rgb" dir="cw">
                                      <p:cBhvr>
                                        <p:cTn id="142" dur="2000" fill="hold"/>
                                        <p:tgtEl>
                                          <p:spTgt spid="59"/>
                                        </p:tgtEl>
                                        <p:attrNameLst>
                                          <p:attrName>fillcolor</p:attrName>
                                        </p:attrNameLst>
                                      </p:cBhvr>
                                      <p:to>
                                        <a:srgbClr val="FFFF00"/>
                                      </p:to>
                                    </p:animClr>
                                    <p:set>
                                      <p:cBhvr>
                                        <p:cTn id="143" dur="2000" fill="hold"/>
                                        <p:tgtEl>
                                          <p:spTgt spid="59"/>
                                        </p:tgtEl>
                                        <p:attrNameLst>
                                          <p:attrName>fill.type</p:attrName>
                                        </p:attrNameLst>
                                      </p:cBhvr>
                                      <p:to>
                                        <p:strVal val="solid"/>
                                      </p:to>
                                    </p:set>
                                    <p:set>
                                      <p:cBhvr>
                                        <p:cTn id="144" dur="2000" fill="hold"/>
                                        <p:tgtEl>
                                          <p:spTgt spid="59"/>
                                        </p:tgtEl>
                                        <p:attrNameLst>
                                          <p:attrName>fill.on</p:attrName>
                                        </p:attrNameLst>
                                      </p:cBhvr>
                                      <p:to>
                                        <p:strVal val="true"/>
                                      </p:to>
                                    </p:set>
                                  </p:childTnLst>
                                </p:cTn>
                              </p:par>
                            </p:childTnLst>
                          </p:cTn>
                        </p:par>
                      </p:childTnLst>
                    </p:cTn>
                  </p:par>
                  <p:par>
                    <p:cTn id="145" fill="hold">
                      <p:stCondLst>
                        <p:cond delay="indefinite"/>
                      </p:stCondLst>
                      <p:childTnLst>
                        <p:par>
                          <p:cTn id="146" fill="hold">
                            <p:stCondLst>
                              <p:cond delay="0"/>
                            </p:stCondLst>
                            <p:childTnLst>
                              <p:par>
                                <p:cTn id="147" presetID="16" presetClass="entr" presetSubtype="21" fill="hold" grpId="0" nodeType="clickEffect">
                                  <p:stCondLst>
                                    <p:cond delay="0"/>
                                  </p:stCondLst>
                                  <p:childTnLst>
                                    <p:set>
                                      <p:cBhvr>
                                        <p:cTn id="148" dur="1" fill="hold">
                                          <p:stCondLst>
                                            <p:cond delay="0"/>
                                          </p:stCondLst>
                                        </p:cTn>
                                        <p:tgtEl>
                                          <p:spTgt spid="77"/>
                                        </p:tgtEl>
                                        <p:attrNameLst>
                                          <p:attrName>style.visibility</p:attrName>
                                        </p:attrNameLst>
                                      </p:cBhvr>
                                      <p:to>
                                        <p:strVal val="visible"/>
                                      </p:to>
                                    </p:set>
                                    <p:animEffect transition="in" filter="barn(inVertical)">
                                      <p:cBhvr>
                                        <p:cTn id="149" dur="500"/>
                                        <p:tgtEl>
                                          <p:spTgt spid="77"/>
                                        </p:tgtEl>
                                      </p:cBhvr>
                                    </p:animEffect>
                                  </p:childTnLst>
                                </p:cTn>
                              </p:par>
                            </p:childTnLst>
                          </p:cTn>
                        </p:par>
                      </p:childTnLst>
                    </p:cTn>
                  </p:par>
                  <p:par>
                    <p:cTn id="150" fill="hold">
                      <p:stCondLst>
                        <p:cond delay="indefinite"/>
                      </p:stCondLst>
                      <p:childTnLst>
                        <p:par>
                          <p:cTn id="151" fill="hold">
                            <p:stCondLst>
                              <p:cond delay="0"/>
                            </p:stCondLst>
                            <p:childTnLst>
                              <p:par>
                                <p:cTn id="152" presetID="42" presetClass="path" presetSubtype="0" accel="50000" decel="50000" fill="hold" grpId="14" nodeType="clickEffect">
                                  <p:stCondLst>
                                    <p:cond delay="0"/>
                                  </p:stCondLst>
                                  <p:childTnLst>
                                    <p:animMotion origin="layout" path="M 0.10221 0.26574 L 0.13086 0.18403 " pathEditMode="relative" rAng="0" ptsTypes="AA">
                                      <p:cBhvr>
                                        <p:cTn id="153" dur="2000" fill="hold"/>
                                        <p:tgtEl>
                                          <p:spTgt spid="45"/>
                                        </p:tgtEl>
                                        <p:attrNameLst>
                                          <p:attrName>ppt_x</p:attrName>
                                          <p:attrName>ppt_y</p:attrName>
                                        </p:attrNameLst>
                                      </p:cBhvr>
                                      <p:rCtr x="1432" y="-4097"/>
                                    </p:animMotion>
                                  </p:childTnLst>
                                </p:cTn>
                              </p:par>
                            </p:childTnLst>
                          </p:cTn>
                        </p:par>
                      </p:childTnLst>
                    </p:cTn>
                  </p:par>
                  <p:par>
                    <p:cTn id="154" fill="hold">
                      <p:stCondLst>
                        <p:cond delay="indefinite"/>
                      </p:stCondLst>
                      <p:childTnLst>
                        <p:par>
                          <p:cTn id="155" fill="hold">
                            <p:stCondLst>
                              <p:cond delay="0"/>
                            </p:stCondLst>
                            <p:childTnLst>
                              <p:par>
                                <p:cTn id="156" presetID="1" presetClass="emph" presetSubtype="2" fill="hold" nodeType="clickEffect">
                                  <p:stCondLst>
                                    <p:cond delay="0"/>
                                  </p:stCondLst>
                                  <p:childTnLst>
                                    <p:animClr clrSpc="rgb" dir="cw">
                                      <p:cBhvr>
                                        <p:cTn id="157" dur="2000" fill="hold"/>
                                        <p:tgtEl>
                                          <p:spTgt spid="56"/>
                                        </p:tgtEl>
                                        <p:attrNameLst>
                                          <p:attrName>fillcolor</p:attrName>
                                        </p:attrNameLst>
                                      </p:cBhvr>
                                      <p:to>
                                        <a:srgbClr val="FFFF00"/>
                                      </p:to>
                                    </p:animClr>
                                    <p:set>
                                      <p:cBhvr>
                                        <p:cTn id="158" dur="2000" fill="hold"/>
                                        <p:tgtEl>
                                          <p:spTgt spid="56"/>
                                        </p:tgtEl>
                                        <p:attrNameLst>
                                          <p:attrName>fill.type</p:attrName>
                                        </p:attrNameLst>
                                      </p:cBhvr>
                                      <p:to>
                                        <p:strVal val="solid"/>
                                      </p:to>
                                    </p:set>
                                    <p:set>
                                      <p:cBhvr>
                                        <p:cTn id="159" dur="2000" fill="hold"/>
                                        <p:tgtEl>
                                          <p:spTgt spid="56"/>
                                        </p:tgtEl>
                                        <p:attrNameLst>
                                          <p:attrName>fill.on</p:attrName>
                                        </p:attrNameLst>
                                      </p:cBhvr>
                                      <p:to>
                                        <p:strVal val="true"/>
                                      </p:to>
                                    </p:set>
                                  </p:childTnLst>
                                </p:cTn>
                              </p:par>
                            </p:childTnLst>
                          </p:cTn>
                        </p:par>
                      </p:childTnLst>
                    </p:cTn>
                  </p:par>
                  <p:par>
                    <p:cTn id="160" fill="hold">
                      <p:stCondLst>
                        <p:cond delay="indefinite"/>
                      </p:stCondLst>
                      <p:childTnLst>
                        <p:par>
                          <p:cTn id="161" fill="hold">
                            <p:stCondLst>
                              <p:cond delay="0"/>
                            </p:stCondLst>
                            <p:childTnLst>
                              <p:par>
                                <p:cTn id="162" presetID="16" presetClass="entr" presetSubtype="21" fill="hold" grpId="0" nodeType="clickEffect">
                                  <p:stCondLst>
                                    <p:cond delay="0"/>
                                  </p:stCondLst>
                                  <p:childTnLst>
                                    <p:set>
                                      <p:cBhvr>
                                        <p:cTn id="163" dur="1" fill="hold">
                                          <p:stCondLst>
                                            <p:cond delay="0"/>
                                          </p:stCondLst>
                                        </p:cTn>
                                        <p:tgtEl>
                                          <p:spTgt spid="78"/>
                                        </p:tgtEl>
                                        <p:attrNameLst>
                                          <p:attrName>style.visibility</p:attrName>
                                        </p:attrNameLst>
                                      </p:cBhvr>
                                      <p:to>
                                        <p:strVal val="visible"/>
                                      </p:to>
                                    </p:set>
                                    <p:animEffect transition="in" filter="barn(inVertical)">
                                      <p:cBhvr>
                                        <p:cTn id="164" dur="500"/>
                                        <p:tgtEl>
                                          <p:spTgt spid="78"/>
                                        </p:tgtEl>
                                      </p:cBhvr>
                                    </p:animEffect>
                                  </p:childTnLst>
                                </p:cTn>
                              </p:par>
                            </p:childTnLst>
                          </p:cTn>
                        </p:par>
                      </p:childTnLst>
                    </p:cTn>
                  </p:par>
                  <p:par>
                    <p:cTn id="165" fill="hold">
                      <p:stCondLst>
                        <p:cond delay="indefinite"/>
                      </p:stCondLst>
                      <p:childTnLst>
                        <p:par>
                          <p:cTn id="166" fill="hold">
                            <p:stCondLst>
                              <p:cond delay="0"/>
                            </p:stCondLst>
                            <p:childTnLst>
                              <p:par>
                                <p:cTn id="167" presetID="42" presetClass="path" presetSubtype="0" accel="50000" decel="50000" fill="hold" grpId="15" nodeType="clickEffect">
                                  <p:stCondLst>
                                    <p:cond delay="0"/>
                                  </p:stCondLst>
                                  <p:childTnLst>
                                    <p:animMotion origin="layout" path="M 0.13086 0.18403 L 0.09596 0.06922 " pathEditMode="relative" rAng="0" ptsTypes="AA">
                                      <p:cBhvr>
                                        <p:cTn id="168" dur="2000" fill="hold"/>
                                        <p:tgtEl>
                                          <p:spTgt spid="45"/>
                                        </p:tgtEl>
                                        <p:attrNameLst>
                                          <p:attrName>ppt_x</p:attrName>
                                          <p:attrName>ppt_y</p:attrName>
                                        </p:attrNameLst>
                                      </p:cBhvr>
                                      <p:rCtr x="-1745" y="-5741"/>
                                    </p:animMotion>
                                  </p:childTnLst>
                                </p:cTn>
                              </p:par>
                            </p:childTnLst>
                          </p:cTn>
                        </p:par>
                      </p:childTnLst>
                    </p:cTn>
                  </p:par>
                  <p:par>
                    <p:cTn id="169" fill="hold">
                      <p:stCondLst>
                        <p:cond delay="indefinite"/>
                      </p:stCondLst>
                      <p:childTnLst>
                        <p:par>
                          <p:cTn id="170" fill="hold">
                            <p:stCondLst>
                              <p:cond delay="0"/>
                            </p:stCondLst>
                            <p:childTnLst>
                              <p:par>
                                <p:cTn id="171" presetID="42" presetClass="path" presetSubtype="0" accel="50000" decel="50000" fill="hold" grpId="16" nodeType="clickEffect">
                                  <p:stCondLst>
                                    <p:cond delay="0"/>
                                  </p:stCondLst>
                                  <p:childTnLst>
                                    <p:animMotion origin="layout" path="M 0.09596 0.06922 L -1.04167E-6 -2.59259E-6 " pathEditMode="relative" rAng="0" ptsTypes="AA">
                                      <p:cBhvr>
                                        <p:cTn id="172" dur="2000" fill="hold"/>
                                        <p:tgtEl>
                                          <p:spTgt spid="45"/>
                                        </p:tgtEl>
                                        <p:attrNameLst>
                                          <p:attrName>ppt_x</p:attrName>
                                          <p:attrName>ppt_y</p:attrName>
                                        </p:attrNameLst>
                                      </p:cBhvr>
                                      <p:rCtr x="-4805" y="-347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5" grpId="2" animBg="1"/>
      <p:bldP spid="45" grpId="3" animBg="1"/>
      <p:bldP spid="45" grpId="4" animBg="1"/>
      <p:bldP spid="45" grpId="5" animBg="1"/>
      <p:bldP spid="45" grpId="6" animBg="1"/>
      <p:bldP spid="45" grpId="7" animBg="1"/>
      <p:bldP spid="45" grpId="8" animBg="1"/>
      <p:bldP spid="45" grpId="9" animBg="1"/>
      <p:bldP spid="45" grpId="10" animBg="1"/>
      <p:bldP spid="45" grpId="11" animBg="1"/>
      <p:bldP spid="45" grpId="12" animBg="1"/>
      <p:bldP spid="45" grpId="13" animBg="1"/>
      <p:bldP spid="45" grpId="14" animBg="1"/>
      <p:bldP spid="45" grpId="15" animBg="1"/>
      <p:bldP spid="45" grpId="16" animBg="1"/>
      <p:bldP spid="69" grpId="0"/>
      <p:bldP spid="71" grpId="0"/>
      <p:bldP spid="72" grpId="0"/>
      <p:bldP spid="73" grpId="0"/>
      <p:bldP spid="74" grpId="0"/>
      <p:bldP spid="75" grpId="0"/>
      <p:bldP spid="76" grpId="0"/>
      <p:bldP spid="77" grpId="0"/>
      <p:bldP spid="7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1"/>
          <p:cNvSpPr txBox="1">
            <a:spLocks/>
          </p:cNvSpPr>
          <p:nvPr/>
        </p:nvSpPr>
        <p:spPr>
          <a:xfrm>
            <a:off x="891950" y="1092957"/>
            <a:ext cx="8681280"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SG" sz="2000" dirty="0"/>
              <a:t>Pre‐order</a:t>
            </a:r>
          </a:p>
          <a:p>
            <a:pPr lvl="1" algn="just">
              <a:lnSpc>
                <a:spcPct val="100000"/>
              </a:lnSpc>
              <a:buFont typeface="Verdana" panose="020B0604030504040204" pitchFamily="34" charset="0"/>
              <a:buChar char="-"/>
            </a:pPr>
            <a:r>
              <a:rPr lang="en-SG" dirty="0"/>
              <a:t>Process the current node’s data</a:t>
            </a:r>
          </a:p>
          <a:p>
            <a:pPr lvl="1" algn="just">
              <a:lnSpc>
                <a:spcPct val="100000"/>
              </a:lnSpc>
              <a:buFont typeface="Verdana" panose="020B0604030504040204" pitchFamily="34" charset="0"/>
              <a:buChar char="-"/>
            </a:pPr>
            <a:r>
              <a:rPr lang="en-SG" dirty="0"/>
              <a:t>Visit the left child subtree </a:t>
            </a:r>
          </a:p>
          <a:p>
            <a:pPr lvl="1" algn="just">
              <a:lnSpc>
                <a:spcPct val="100000"/>
              </a:lnSpc>
              <a:buFont typeface="Verdana" panose="020B0604030504040204" pitchFamily="34" charset="0"/>
              <a:buChar char="-"/>
            </a:pPr>
            <a:r>
              <a:rPr lang="en-SG" dirty="0"/>
              <a:t>Visit the right child subtree</a:t>
            </a:r>
          </a:p>
          <a:p>
            <a:pPr algn="just">
              <a:lnSpc>
                <a:spcPct val="150000"/>
              </a:lnSpc>
            </a:pPr>
            <a:r>
              <a:rPr lang="en-SG" sz="2000" dirty="0"/>
              <a:t>In‐order</a:t>
            </a:r>
          </a:p>
          <a:p>
            <a:pPr lvl="1" algn="just">
              <a:lnSpc>
                <a:spcPct val="100000"/>
              </a:lnSpc>
              <a:buFont typeface="Verdana" panose="020B0604030504040204" pitchFamily="34" charset="0"/>
              <a:buChar char="-"/>
            </a:pPr>
            <a:r>
              <a:rPr lang="en-SG" dirty="0"/>
              <a:t>Visit the left child subtree </a:t>
            </a:r>
          </a:p>
          <a:p>
            <a:pPr lvl="1" algn="just">
              <a:lnSpc>
                <a:spcPct val="100000"/>
              </a:lnSpc>
              <a:buFont typeface="Verdana" panose="020B0604030504040204" pitchFamily="34" charset="0"/>
              <a:buChar char="-"/>
            </a:pPr>
            <a:r>
              <a:rPr lang="en-SG" dirty="0"/>
              <a:t>Process the current node’s data</a:t>
            </a:r>
          </a:p>
          <a:p>
            <a:pPr lvl="1" algn="just">
              <a:lnSpc>
                <a:spcPct val="100000"/>
              </a:lnSpc>
              <a:buFont typeface="Verdana" panose="020B0604030504040204" pitchFamily="34" charset="0"/>
              <a:buChar char="-"/>
            </a:pPr>
            <a:r>
              <a:rPr lang="en-SG" dirty="0"/>
              <a:t>Visit the right child subtree</a:t>
            </a:r>
          </a:p>
          <a:p>
            <a:pPr algn="just">
              <a:lnSpc>
                <a:spcPct val="150000"/>
              </a:lnSpc>
            </a:pPr>
            <a:r>
              <a:rPr lang="en-SG" sz="2000" b="1" dirty="0"/>
              <a:t>Post‐order</a:t>
            </a:r>
          </a:p>
          <a:p>
            <a:pPr lvl="1" algn="just">
              <a:lnSpc>
                <a:spcPct val="100000"/>
              </a:lnSpc>
              <a:buFont typeface="Verdana" panose="020B0604030504040204" pitchFamily="34" charset="0"/>
              <a:buChar char="-"/>
            </a:pPr>
            <a:r>
              <a:rPr lang="en-SG" b="1" dirty="0"/>
              <a:t>Visit the left child subtree </a:t>
            </a:r>
          </a:p>
          <a:p>
            <a:pPr lvl="1" algn="just">
              <a:lnSpc>
                <a:spcPct val="100000"/>
              </a:lnSpc>
              <a:buFont typeface="Verdana" panose="020B0604030504040204" pitchFamily="34" charset="0"/>
              <a:buChar char="-"/>
            </a:pPr>
            <a:r>
              <a:rPr lang="en-SG" b="1" dirty="0"/>
              <a:t>Visit the right child subtree</a:t>
            </a:r>
          </a:p>
          <a:p>
            <a:pPr lvl="1" algn="just">
              <a:lnSpc>
                <a:spcPct val="100000"/>
              </a:lnSpc>
              <a:buFont typeface="Verdana" panose="020B0604030504040204" pitchFamily="34" charset="0"/>
              <a:buChar char="-"/>
            </a:pPr>
            <a:r>
              <a:rPr lang="en-SG" b="1" dirty="0"/>
              <a:t>Process the current node’s data</a:t>
            </a:r>
          </a:p>
          <a:p>
            <a:pPr marL="0" indent="0" algn="just">
              <a:lnSpc>
                <a:spcPct val="150000"/>
              </a:lnSpc>
              <a:buNone/>
            </a:pPr>
            <a:endParaRPr lang="en-SG" sz="1800" dirty="0"/>
          </a:p>
          <a:p>
            <a:pPr algn="just">
              <a:lnSpc>
                <a:spcPct val="150000"/>
              </a:lnSpc>
            </a:pPr>
            <a:endParaRPr lang="en-SG" sz="1800" dirty="0"/>
          </a:p>
        </p:txBody>
      </p:sp>
      <p:sp>
        <p:nvSpPr>
          <p:cNvPr id="2" name="Title 1"/>
          <p:cNvSpPr>
            <a:spLocks noGrp="1"/>
          </p:cNvSpPr>
          <p:nvPr>
            <p:ph type="title"/>
          </p:nvPr>
        </p:nvSpPr>
        <p:spPr>
          <a:xfrm>
            <a:off x="0" y="57091"/>
            <a:ext cx="12192000" cy="565607"/>
          </a:xfrm>
        </p:spPr>
        <p:txBody>
          <a:bodyPr/>
          <a:lstStyle/>
          <a:p>
            <a:r>
              <a:rPr kumimoji="0" lang="en-SG" sz="28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Post-order Depth First Traversal</a:t>
            </a:r>
            <a:endParaRPr lang="en-SG" dirty="0"/>
          </a:p>
        </p:txBody>
      </p:sp>
      <p:sp>
        <p:nvSpPr>
          <p:cNvPr id="4" name="object 49">
            <a:extLst>
              <a:ext uri="{FF2B5EF4-FFF2-40B4-BE49-F238E27FC236}">
                <a16:creationId xmlns:a16="http://schemas.microsoft.com/office/drawing/2014/main" id="{25704120-863B-3025-0CEA-AB81F00799AD}"/>
              </a:ext>
            </a:extLst>
          </p:cNvPr>
          <p:cNvSpPr/>
          <p:nvPr/>
        </p:nvSpPr>
        <p:spPr>
          <a:xfrm>
            <a:off x="8924957" y="3581400"/>
            <a:ext cx="797560" cy="508000"/>
          </a:xfrm>
          <a:custGeom>
            <a:avLst/>
            <a:gdLst/>
            <a:ahLst/>
            <a:cxnLst/>
            <a:rect l="l" t="t" r="r" b="b"/>
            <a:pathLst>
              <a:path w="797559" h="508000">
                <a:moveTo>
                  <a:pt x="0" y="253948"/>
                </a:moveTo>
                <a:lnTo>
                  <a:pt x="5218" y="212757"/>
                </a:lnTo>
                <a:lnTo>
                  <a:pt x="20326" y="173681"/>
                </a:lnTo>
                <a:lnTo>
                  <a:pt x="44502" y="137244"/>
                </a:lnTo>
                <a:lnTo>
                  <a:pt x="76927" y="103970"/>
                </a:lnTo>
                <a:lnTo>
                  <a:pt x="116778" y="74379"/>
                </a:lnTo>
                <a:lnTo>
                  <a:pt x="163235" y="48997"/>
                </a:lnTo>
                <a:lnTo>
                  <a:pt x="215477" y="28345"/>
                </a:lnTo>
                <a:lnTo>
                  <a:pt x="272683" y="12946"/>
                </a:lnTo>
                <a:lnTo>
                  <a:pt x="334033" y="3323"/>
                </a:lnTo>
                <a:lnTo>
                  <a:pt x="398705" y="0"/>
                </a:lnTo>
                <a:lnTo>
                  <a:pt x="431405" y="841"/>
                </a:lnTo>
                <a:lnTo>
                  <a:pt x="494519" y="7380"/>
                </a:lnTo>
                <a:lnTo>
                  <a:pt x="553900" y="19956"/>
                </a:lnTo>
                <a:lnTo>
                  <a:pt x="608727" y="38047"/>
                </a:lnTo>
                <a:lnTo>
                  <a:pt x="658179" y="61130"/>
                </a:lnTo>
                <a:lnTo>
                  <a:pt x="701436" y="88681"/>
                </a:lnTo>
                <a:lnTo>
                  <a:pt x="737676" y="120179"/>
                </a:lnTo>
                <a:lnTo>
                  <a:pt x="766079" y="155100"/>
                </a:lnTo>
                <a:lnTo>
                  <a:pt x="785824" y="192922"/>
                </a:lnTo>
                <a:lnTo>
                  <a:pt x="796090" y="233121"/>
                </a:lnTo>
                <a:lnTo>
                  <a:pt x="797412" y="253948"/>
                </a:lnTo>
                <a:lnTo>
                  <a:pt x="796090" y="274776"/>
                </a:lnTo>
                <a:lnTo>
                  <a:pt x="785824" y="314975"/>
                </a:lnTo>
                <a:lnTo>
                  <a:pt x="766079" y="352797"/>
                </a:lnTo>
                <a:lnTo>
                  <a:pt x="737676" y="387718"/>
                </a:lnTo>
                <a:lnTo>
                  <a:pt x="701436" y="419216"/>
                </a:lnTo>
                <a:lnTo>
                  <a:pt x="658179" y="446767"/>
                </a:lnTo>
                <a:lnTo>
                  <a:pt x="608727" y="469850"/>
                </a:lnTo>
                <a:lnTo>
                  <a:pt x="553900" y="487941"/>
                </a:lnTo>
                <a:lnTo>
                  <a:pt x="494519" y="500517"/>
                </a:lnTo>
                <a:lnTo>
                  <a:pt x="431405" y="507056"/>
                </a:lnTo>
                <a:lnTo>
                  <a:pt x="398705" y="507898"/>
                </a:lnTo>
                <a:lnTo>
                  <a:pt x="366005" y="507056"/>
                </a:lnTo>
                <a:lnTo>
                  <a:pt x="302892" y="500517"/>
                </a:lnTo>
                <a:lnTo>
                  <a:pt x="243511" y="487941"/>
                </a:lnTo>
                <a:lnTo>
                  <a:pt x="188684" y="469850"/>
                </a:lnTo>
                <a:lnTo>
                  <a:pt x="139232" y="446767"/>
                </a:lnTo>
                <a:lnTo>
                  <a:pt x="95975" y="419216"/>
                </a:lnTo>
                <a:lnTo>
                  <a:pt x="59735" y="387718"/>
                </a:lnTo>
                <a:lnTo>
                  <a:pt x="31332" y="352797"/>
                </a:lnTo>
                <a:lnTo>
                  <a:pt x="11587" y="314975"/>
                </a:lnTo>
                <a:lnTo>
                  <a:pt x="1321" y="274776"/>
                </a:lnTo>
                <a:lnTo>
                  <a:pt x="0" y="253948"/>
                </a:lnTo>
                <a:close/>
              </a:path>
            </a:pathLst>
          </a:custGeom>
          <a:ln w="76199">
            <a:solidFill>
              <a:srgbClr val="FAA757"/>
            </a:solidFill>
          </a:ln>
        </p:spPr>
        <p:txBody>
          <a:bodyPr wrap="square" lIns="0" tIns="0" rIns="0" bIns="0" rtlCol="0"/>
          <a:lstStyle/>
          <a:p>
            <a:endParaRPr sz="2000">
              <a:solidFill>
                <a:prstClr val="black"/>
              </a:solidFill>
            </a:endParaRPr>
          </a:p>
        </p:txBody>
      </p:sp>
      <p:sp>
        <p:nvSpPr>
          <p:cNvPr id="5" name="object 6">
            <a:extLst>
              <a:ext uri="{FF2B5EF4-FFF2-40B4-BE49-F238E27FC236}">
                <a16:creationId xmlns:a16="http://schemas.microsoft.com/office/drawing/2014/main" id="{D79E572D-2772-685E-5FE4-F2C241AC13A0}"/>
              </a:ext>
            </a:extLst>
          </p:cNvPr>
          <p:cNvSpPr/>
          <p:nvPr/>
        </p:nvSpPr>
        <p:spPr>
          <a:xfrm>
            <a:off x="9124346" y="3661137"/>
            <a:ext cx="398780" cy="297180"/>
          </a:xfrm>
          <a:prstGeom prst="ellipse">
            <a:avLst/>
          </a:prstGeom>
          <a:solidFill>
            <a:schemeClr val="bg1"/>
          </a:solidFill>
        </p:spPr>
        <p:txBody>
          <a:bodyPr wrap="square" lIns="0" tIns="0" rIns="0" bIns="0" rtlCol="0"/>
          <a:lstStyle/>
          <a:p>
            <a:r>
              <a:rPr lang="en-US" sz="2000" dirty="0">
                <a:solidFill>
                  <a:prstClr val="black"/>
                </a:solidFill>
              </a:rPr>
              <a:t> E</a:t>
            </a:r>
            <a:endParaRPr sz="2000" dirty="0">
              <a:solidFill>
                <a:prstClr val="black"/>
              </a:solidFill>
            </a:endParaRPr>
          </a:p>
        </p:txBody>
      </p:sp>
      <p:sp>
        <p:nvSpPr>
          <p:cNvPr id="6" name="object 7">
            <a:extLst>
              <a:ext uri="{FF2B5EF4-FFF2-40B4-BE49-F238E27FC236}">
                <a16:creationId xmlns:a16="http://schemas.microsoft.com/office/drawing/2014/main" id="{2F51CF8C-344F-FE6F-0174-B5078D02FBBE}"/>
              </a:ext>
            </a:extLst>
          </p:cNvPr>
          <p:cNvSpPr/>
          <p:nvPr/>
        </p:nvSpPr>
        <p:spPr>
          <a:xfrm>
            <a:off x="9124346" y="3661137"/>
            <a:ext cx="398780" cy="297180"/>
          </a:xfrm>
          <a:prstGeom prst="ellipse">
            <a:avLst/>
          </a:prstGeom>
          <a:solidFill>
            <a:schemeClr val="bg1"/>
          </a:solidFill>
          <a:ln w="25399">
            <a:solidFill>
              <a:srgbClr val="839950"/>
            </a:solidFill>
          </a:ln>
        </p:spPr>
        <p:txBody>
          <a:bodyPr wrap="square" lIns="0" tIns="0" rIns="0" bIns="0" rtlCol="0"/>
          <a:lstStyle/>
          <a:p>
            <a:r>
              <a:rPr lang="en-US" sz="1400">
                <a:solidFill>
                  <a:prstClr val="black"/>
                </a:solidFill>
              </a:rPr>
              <a:t> </a:t>
            </a:r>
            <a:r>
              <a:rPr lang="en-US" sz="2000" dirty="0">
                <a:solidFill>
                  <a:prstClr val="black"/>
                </a:solidFill>
              </a:rPr>
              <a:t>E</a:t>
            </a:r>
            <a:endParaRPr sz="2000" dirty="0">
              <a:solidFill>
                <a:prstClr val="black"/>
              </a:solidFill>
            </a:endParaRPr>
          </a:p>
        </p:txBody>
      </p:sp>
      <p:sp>
        <p:nvSpPr>
          <p:cNvPr id="7" name="object 9">
            <a:extLst>
              <a:ext uri="{FF2B5EF4-FFF2-40B4-BE49-F238E27FC236}">
                <a16:creationId xmlns:a16="http://schemas.microsoft.com/office/drawing/2014/main" id="{32F0103A-A9DC-F1D7-B0B5-42711FFE11DA}"/>
              </a:ext>
            </a:extLst>
          </p:cNvPr>
          <p:cNvSpPr/>
          <p:nvPr/>
        </p:nvSpPr>
        <p:spPr>
          <a:xfrm>
            <a:off x="8127508" y="4253603"/>
            <a:ext cx="398780" cy="297180"/>
          </a:xfrm>
          <a:prstGeom prst="ellipse">
            <a:avLst/>
          </a:prstGeom>
          <a:solidFill>
            <a:schemeClr val="bg1"/>
          </a:solidFill>
          <a:ln w="25399">
            <a:solidFill>
              <a:srgbClr val="839950"/>
            </a:solidFill>
          </a:ln>
        </p:spPr>
        <p:txBody>
          <a:bodyPr wrap="square" lIns="0" tIns="0" rIns="0" bIns="0" rtlCol="0"/>
          <a:lstStyle/>
          <a:p>
            <a:r>
              <a:rPr lang="en-US" sz="1200" dirty="0">
                <a:solidFill>
                  <a:prstClr val="black"/>
                </a:solidFill>
              </a:rPr>
              <a:t> </a:t>
            </a:r>
            <a:r>
              <a:rPr lang="en-US" sz="2000" dirty="0">
                <a:solidFill>
                  <a:prstClr val="black"/>
                </a:solidFill>
              </a:rPr>
              <a:t>B</a:t>
            </a:r>
            <a:endParaRPr sz="2000" dirty="0">
              <a:solidFill>
                <a:prstClr val="black"/>
              </a:solidFill>
            </a:endParaRPr>
          </a:p>
        </p:txBody>
      </p:sp>
      <p:sp>
        <p:nvSpPr>
          <p:cNvPr id="8" name="object 11">
            <a:extLst>
              <a:ext uri="{FF2B5EF4-FFF2-40B4-BE49-F238E27FC236}">
                <a16:creationId xmlns:a16="http://schemas.microsoft.com/office/drawing/2014/main" id="{021D4A09-B1F4-FED4-F010-5A72A24EF451}"/>
              </a:ext>
            </a:extLst>
          </p:cNvPr>
          <p:cNvSpPr/>
          <p:nvPr/>
        </p:nvSpPr>
        <p:spPr>
          <a:xfrm>
            <a:off x="7629107" y="4848976"/>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A</a:t>
            </a:r>
            <a:endParaRPr sz="2000" dirty="0">
              <a:solidFill>
                <a:prstClr val="black"/>
              </a:solidFill>
            </a:endParaRPr>
          </a:p>
        </p:txBody>
      </p:sp>
      <p:sp>
        <p:nvSpPr>
          <p:cNvPr id="9" name="object 12">
            <a:extLst>
              <a:ext uri="{FF2B5EF4-FFF2-40B4-BE49-F238E27FC236}">
                <a16:creationId xmlns:a16="http://schemas.microsoft.com/office/drawing/2014/main" id="{CB0B5F50-D87D-D2F6-B8F1-4CB9449A1356}"/>
              </a:ext>
            </a:extLst>
          </p:cNvPr>
          <p:cNvSpPr/>
          <p:nvPr/>
        </p:nvSpPr>
        <p:spPr>
          <a:xfrm>
            <a:off x="8725641" y="4848976"/>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0" name="object 13">
            <a:extLst>
              <a:ext uri="{FF2B5EF4-FFF2-40B4-BE49-F238E27FC236}">
                <a16:creationId xmlns:a16="http://schemas.microsoft.com/office/drawing/2014/main" id="{443EA965-0CA0-5B20-0CD1-2C4DD69D41D9}"/>
              </a:ext>
            </a:extLst>
          </p:cNvPr>
          <p:cNvSpPr/>
          <p:nvPr/>
        </p:nvSpPr>
        <p:spPr>
          <a:xfrm>
            <a:off x="8725641" y="4848976"/>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C</a:t>
            </a:r>
            <a:endParaRPr sz="2000" dirty="0">
              <a:solidFill>
                <a:prstClr val="black"/>
              </a:solidFill>
            </a:endParaRPr>
          </a:p>
        </p:txBody>
      </p:sp>
      <p:sp>
        <p:nvSpPr>
          <p:cNvPr id="11" name="object 15">
            <a:extLst>
              <a:ext uri="{FF2B5EF4-FFF2-40B4-BE49-F238E27FC236}">
                <a16:creationId xmlns:a16="http://schemas.microsoft.com/office/drawing/2014/main" id="{68BEAD76-BD73-5531-3C6A-BCD7826ED427}"/>
              </a:ext>
            </a:extLst>
          </p:cNvPr>
          <p:cNvSpPr/>
          <p:nvPr/>
        </p:nvSpPr>
        <p:spPr>
          <a:xfrm>
            <a:off x="10182955" y="4297897"/>
            <a:ext cx="398780" cy="297180"/>
          </a:xfrm>
          <a:prstGeom prst="ellipse">
            <a:avLst/>
          </a:prstGeom>
          <a:solidFill>
            <a:schemeClr val="bg1"/>
          </a:solidFill>
          <a:ln w="25399">
            <a:solidFill>
              <a:srgbClr val="839950"/>
            </a:solidFill>
          </a:ln>
        </p:spPr>
        <p:txBody>
          <a:bodyPr wrap="square" lIns="0" tIns="0" rIns="0" bIns="0" rtlCol="0"/>
          <a:lstStyle/>
          <a:p>
            <a:r>
              <a:rPr lang="en-US" sz="900" dirty="0">
                <a:solidFill>
                  <a:prstClr val="black"/>
                </a:solidFill>
              </a:rPr>
              <a:t> </a:t>
            </a:r>
            <a:r>
              <a:rPr lang="en-US" sz="2000" dirty="0">
                <a:solidFill>
                  <a:prstClr val="black"/>
                </a:solidFill>
              </a:rPr>
              <a:t>G</a:t>
            </a:r>
            <a:endParaRPr sz="2000" dirty="0">
              <a:solidFill>
                <a:prstClr val="black"/>
              </a:solidFill>
            </a:endParaRPr>
          </a:p>
        </p:txBody>
      </p:sp>
      <p:sp>
        <p:nvSpPr>
          <p:cNvPr id="12" name="object 16">
            <a:extLst>
              <a:ext uri="{FF2B5EF4-FFF2-40B4-BE49-F238E27FC236}">
                <a16:creationId xmlns:a16="http://schemas.microsoft.com/office/drawing/2014/main" id="{ECEC5479-1FF7-6B24-3FD6-E77186F5D2D6}"/>
              </a:ext>
            </a:extLst>
          </p:cNvPr>
          <p:cNvSpPr/>
          <p:nvPr/>
        </p:nvSpPr>
        <p:spPr>
          <a:xfrm>
            <a:off x="9523052" y="485379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3" name="object 17">
            <a:extLst>
              <a:ext uri="{FF2B5EF4-FFF2-40B4-BE49-F238E27FC236}">
                <a16:creationId xmlns:a16="http://schemas.microsoft.com/office/drawing/2014/main" id="{E485F748-1D7D-77D0-D93F-1808626EB77A}"/>
              </a:ext>
            </a:extLst>
          </p:cNvPr>
          <p:cNvSpPr/>
          <p:nvPr/>
        </p:nvSpPr>
        <p:spPr>
          <a:xfrm>
            <a:off x="9523052" y="4853795"/>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F</a:t>
            </a:r>
            <a:endParaRPr sz="2000" dirty="0">
              <a:solidFill>
                <a:prstClr val="black"/>
              </a:solidFill>
            </a:endParaRPr>
          </a:p>
        </p:txBody>
      </p:sp>
      <p:sp>
        <p:nvSpPr>
          <p:cNvPr id="14" name="object 19">
            <a:extLst>
              <a:ext uri="{FF2B5EF4-FFF2-40B4-BE49-F238E27FC236}">
                <a16:creationId xmlns:a16="http://schemas.microsoft.com/office/drawing/2014/main" id="{31D8CB74-0E8B-16D0-6996-60C8ACCD992F}"/>
              </a:ext>
            </a:extLst>
          </p:cNvPr>
          <p:cNvSpPr/>
          <p:nvPr/>
        </p:nvSpPr>
        <p:spPr>
          <a:xfrm>
            <a:off x="10719208" y="4895370"/>
            <a:ext cx="398780" cy="297180"/>
          </a:xfrm>
          <a:prstGeom prst="ellipse">
            <a:avLst/>
          </a:prstGeom>
          <a:solidFill>
            <a:schemeClr val="bg1"/>
          </a:solidFill>
          <a:ln w="25399">
            <a:solidFill>
              <a:srgbClr val="839950"/>
            </a:solidFill>
          </a:ln>
        </p:spPr>
        <p:txBody>
          <a:bodyPr wrap="square" lIns="0" tIns="0" rIns="0" bIns="0" rtlCol="0"/>
          <a:lstStyle/>
          <a:p>
            <a:r>
              <a:rPr lang="en-US" sz="2000">
                <a:solidFill>
                  <a:prstClr val="black"/>
                </a:solidFill>
              </a:rPr>
              <a:t> I</a:t>
            </a:r>
            <a:endParaRPr sz="2000" dirty="0">
              <a:solidFill>
                <a:prstClr val="black"/>
              </a:solidFill>
            </a:endParaRPr>
          </a:p>
        </p:txBody>
      </p:sp>
      <p:sp>
        <p:nvSpPr>
          <p:cNvPr id="15" name="object 38">
            <a:extLst>
              <a:ext uri="{FF2B5EF4-FFF2-40B4-BE49-F238E27FC236}">
                <a16:creationId xmlns:a16="http://schemas.microsoft.com/office/drawing/2014/main" id="{FB22DC2B-D72F-C98D-42E3-914EC28AB1FA}"/>
              </a:ext>
            </a:extLst>
          </p:cNvPr>
          <p:cNvSpPr/>
          <p:nvPr/>
        </p:nvSpPr>
        <p:spPr>
          <a:xfrm>
            <a:off x="8924994" y="553130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6" name="object 39">
            <a:extLst>
              <a:ext uri="{FF2B5EF4-FFF2-40B4-BE49-F238E27FC236}">
                <a16:creationId xmlns:a16="http://schemas.microsoft.com/office/drawing/2014/main" id="{0E2C2C60-F849-5259-C23E-1827BB4A0EB5}"/>
              </a:ext>
            </a:extLst>
          </p:cNvPr>
          <p:cNvSpPr/>
          <p:nvPr/>
        </p:nvSpPr>
        <p:spPr>
          <a:xfrm>
            <a:off x="8924994" y="5531305"/>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a:solidFill>
                  <a:prstClr val="black"/>
                </a:solidFill>
              </a:rPr>
              <a:t>D</a:t>
            </a:r>
            <a:endParaRPr sz="2000" dirty="0">
              <a:solidFill>
                <a:prstClr val="black"/>
              </a:solidFill>
            </a:endParaRPr>
          </a:p>
        </p:txBody>
      </p:sp>
      <p:sp>
        <p:nvSpPr>
          <p:cNvPr id="17" name="object 41">
            <a:extLst>
              <a:ext uri="{FF2B5EF4-FFF2-40B4-BE49-F238E27FC236}">
                <a16:creationId xmlns:a16="http://schemas.microsoft.com/office/drawing/2014/main" id="{1468889C-D0FD-1900-9334-797CC18C6956}"/>
              </a:ext>
            </a:extLst>
          </p:cNvPr>
          <p:cNvSpPr/>
          <p:nvPr/>
        </p:nvSpPr>
        <p:spPr>
          <a:xfrm>
            <a:off x="10420389" y="5616034"/>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H</a:t>
            </a:r>
            <a:endParaRPr sz="2000" dirty="0">
              <a:solidFill>
                <a:prstClr val="black"/>
              </a:solidFill>
            </a:endParaRPr>
          </a:p>
        </p:txBody>
      </p:sp>
      <p:cxnSp>
        <p:nvCxnSpPr>
          <p:cNvPr id="18" name="直接箭头连接符 22">
            <a:extLst>
              <a:ext uri="{FF2B5EF4-FFF2-40B4-BE49-F238E27FC236}">
                <a16:creationId xmlns:a16="http://schemas.microsoft.com/office/drawing/2014/main" id="{B5287513-63DA-ABEA-F529-C0BAE752BC7D}"/>
              </a:ext>
            </a:extLst>
          </p:cNvPr>
          <p:cNvCxnSpPr>
            <a:stCxn id="6" idx="5"/>
            <a:endCxn id="11" idx="1"/>
          </p:cNvCxnSpPr>
          <p:nvPr/>
        </p:nvCxnSpPr>
        <p:spPr>
          <a:xfrm>
            <a:off x="9464726" y="3914796"/>
            <a:ext cx="776629" cy="4266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23">
            <a:extLst>
              <a:ext uri="{FF2B5EF4-FFF2-40B4-BE49-F238E27FC236}">
                <a16:creationId xmlns:a16="http://schemas.microsoft.com/office/drawing/2014/main" id="{F4635D6E-EF1D-CBE9-4F5C-EF3292830499}"/>
              </a:ext>
            </a:extLst>
          </p:cNvPr>
          <p:cNvCxnSpPr>
            <a:stCxn id="6" idx="3"/>
          </p:cNvCxnSpPr>
          <p:nvPr/>
        </p:nvCxnSpPr>
        <p:spPr>
          <a:xfrm flipH="1">
            <a:off x="8467888" y="3914796"/>
            <a:ext cx="714858" cy="4232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24">
            <a:extLst>
              <a:ext uri="{FF2B5EF4-FFF2-40B4-BE49-F238E27FC236}">
                <a16:creationId xmlns:a16="http://schemas.microsoft.com/office/drawing/2014/main" id="{34FFE236-4C8C-F3B4-1914-6BF438E01225}"/>
              </a:ext>
            </a:extLst>
          </p:cNvPr>
          <p:cNvCxnSpPr>
            <a:endCxn id="8" idx="0"/>
          </p:cNvCxnSpPr>
          <p:nvPr/>
        </p:nvCxnSpPr>
        <p:spPr>
          <a:xfrm flipH="1">
            <a:off x="7828497" y="4550783"/>
            <a:ext cx="357410" cy="2981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5">
            <a:extLst>
              <a:ext uri="{FF2B5EF4-FFF2-40B4-BE49-F238E27FC236}">
                <a16:creationId xmlns:a16="http://schemas.microsoft.com/office/drawing/2014/main" id="{6DEE12CA-D19A-99A4-0B22-3F124686BE84}"/>
              </a:ext>
            </a:extLst>
          </p:cNvPr>
          <p:cNvCxnSpPr>
            <a:stCxn id="11" idx="3"/>
          </p:cNvCxnSpPr>
          <p:nvPr/>
        </p:nvCxnSpPr>
        <p:spPr>
          <a:xfrm flipH="1">
            <a:off x="9853040" y="4551556"/>
            <a:ext cx="388315" cy="3524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6">
            <a:extLst>
              <a:ext uri="{FF2B5EF4-FFF2-40B4-BE49-F238E27FC236}">
                <a16:creationId xmlns:a16="http://schemas.microsoft.com/office/drawing/2014/main" id="{D4A52DC7-78A2-0412-EE25-DF82FCAD5BD7}"/>
              </a:ext>
            </a:extLst>
          </p:cNvPr>
          <p:cNvCxnSpPr>
            <a:stCxn id="7" idx="5"/>
            <a:endCxn id="10" idx="1"/>
          </p:cNvCxnSpPr>
          <p:nvPr/>
        </p:nvCxnSpPr>
        <p:spPr>
          <a:xfrm>
            <a:off x="8467888" y="4507262"/>
            <a:ext cx="316153" cy="38523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7">
            <a:extLst>
              <a:ext uri="{FF2B5EF4-FFF2-40B4-BE49-F238E27FC236}">
                <a16:creationId xmlns:a16="http://schemas.microsoft.com/office/drawing/2014/main" id="{3597A8EF-990C-0D07-6C01-F1D46E104628}"/>
              </a:ext>
            </a:extLst>
          </p:cNvPr>
          <p:cNvCxnSpPr>
            <a:stCxn id="11" idx="5"/>
          </p:cNvCxnSpPr>
          <p:nvPr/>
        </p:nvCxnSpPr>
        <p:spPr>
          <a:xfrm>
            <a:off x="10523335" y="4551556"/>
            <a:ext cx="335121" cy="3438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8">
            <a:extLst>
              <a:ext uri="{FF2B5EF4-FFF2-40B4-BE49-F238E27FC236}">
                <a16:creationId xmlns:a16="http://schemas.microsoft.com/office/drawing/2014/main" id="{2810B5FD-DD8F-7B7E-B388-5E7064C91536}"/>
              </a:ext>
            </a:extLst>
          </p:cNvPr>
          <p:cNvCxnSpPr>
            <a:stCxn id="10" idx="4"/>
            <a:endCxn id="15" idx="0"/>
          </p:cNvCxnSpPr>
          <p:nvPr/>
        </p:nvCxnSpPr>
        <p:spPr>
          <a:xfrm>
            <a:off x="8925032" y="5146157"/>
            <a:ext cx="199353" cy="3851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9">
            <a:extLst>
              <a:ext uri="{FF2B5EF4-FFF2-40B4-BE49-F238E27FC236}">
                <a16:creationId xmlns:a16="http://schemas.microsoft.com/office/drawing/2014/main" id="{BB639C40-D2C4-E17F-EBA9-FF7F3BDA1D46}"/>
              </a:ext>
            </a:extLst>
          </p:cNvPr>
          <p:cNvCxnSpPr>
            <a:stCxn id="14" idx="4"/>
            <a:endCxn id="17" idx="0"/>
          </p:cNvCxnSpPr>
          <p:nvPr/>
        </p:nvCxnSpPr>
        <p:spPr>
          <a:xfrm flipH="1">
            <a:off x="10619779" y="5192550"/>
            <a:ext cx="298819" cy="4234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4370161"/>
      </p:ext>
    </p:extLst>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7D7CE-1C76-2CDF-02A3-5F1ECC102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F06F4-7614-9726-4113-26C19F8729AB}"/>
              </a:ext>
            </a:extLst>
          </p:cNvPr>
          <p:cNvSpPr>
            <a:spLocks noGrp="1"/>
          </p:cNvSpPr>
          <p:nvPr>
            <p:ph type="title"/>
          </p:nvPr>
        </p:nvSpPr>
        <p:spPr>
          <a:xfrm>
            <a:off x="0" y="105088"/>
            <a:ext cx="12192000" cy="565607"/>
          </a:xfrm>
        </p:spPr>
        <p:txBody>
          <a:bodyPr>
            <a:normAutofit/>
          </a:bodyPr>
          <a:lstStyle/>
          <a:p>
            <a:r>
              <a:rPr kumimoji="0" lang="en-SG" b="1" i="0" u="none" strike="noStrike" kern="1200" cap="none" spc="0" normalizeH="0" baseline="0" noProof="0" dirty="0">
                <a:ln>
                  <a:noFill/>
                </a:ln>
                <a:effectLst/>
                <a:uLnTx/>
                <a:uFillTx/>
                <a:latin typeface="Verdana" panose="020B0604030504040204" pitchFamily="34" charset="0"/>
                <a:cs typeface="Arial" panose="020B0604020202020204" pitchFamily="34" charset="0"/>
              </a:rPr>
              <a:t>Post-order Depth First Traversal</a:t>
            </a:r>
            <a:endParaRPr lang="en-SG" dirty="0">
              <a:latin typeface="Verdana" panose="020B0604030504040204" pitchFamily="34" charset="0"/>
            </a:endParaRPr>
          </a:p>
        </p:txBody>
      </p:sp>
      <p:sp>
        <p:nvSpPr>
          <p:cNvPr id="4" name="Content Placeholder 1">
            <a:extLst>
              <a:ext uri="{FF2B5EF4-FFF2-40B4-BE49-F238E27FC236}">
                <a16:creationId xmlns:a16="http://schemas.microsoft.com/office/drawing/2014/main" id="{0121F34B-1F41-E756-93AA-7BC975F956A6}"/>
              </a:ext>
            </a:extLst>
          </p:cNvPr>
          <p:cNvSpPr txBox="1">
            <a:spLocks/>
          </p:cNvSpPr>
          <p:nvPr/>
        </p:nvSpPr>
        <p:spPr>
          <a:xfrm>
            <a:off x="1219200" y="1380226"/>
            <a:ext cx="8788400" cy="432249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2000" dirty="0">
                <a:latin typeface="Courier New" panose="02070309020205020404" pitchFamily="49" charset="0"/>
                <a:cs typeface="Courier New" panose="02070309020205020404" pitchFamily="49" charset="0"/>
              </a:rPr>
              <a:t>def </a:t>
            </a:r>
            <a:r>
              <a:rPr lang="en-SG" sz="2000" dirty="0" err="1">
                <a:latin typeface="Courier New" panose="02070309020205020404" pitchFamily="49" charset="0"/>
                <a:cs typeface="Courier New" panose="02070309020205020404" pitchFamily="49" charset="0"/>
              </a:rPr>
              <a:t>post_order_traversal</a:t>
            </a:r>
            <a:r>
              <a:rPr lang="en-SG" sz="2000" dirty="0">
                <a:latin typeface="Courier New" panose="02070309020205020404" pitchFamily="49" charset="0"/>
                <a:cs typeface="Courier New" panose="02070309020205020404" pitchFamily="49" charset="0"/>
              </a:rPr>
              <a:t>(self, node):</a:t>
            </a:r>
          </a:p>
          <a:p>
            <a:pPr marL="0" indent="0">
              <a:buNone/>
            </a:pPr>
            <a:r>
              <a:rPr lang="en-SG" sz="2000" dirty="0">
                <a:latin typeface="Courier New" panose="02070309020205020404" pitchFamily="49" charset="0"/>
                <a:cs typeface="Courier New" panose="02070309020205020404" pitchFamily="49" charset="0"/>
              </a:rPr>
              <a:t>      if node:</a:t>
            </a:r>
          </a:p>
          <a:p>
            <a:pPr marL="0" indent="0">
              <a:buNone/>
            </a:pPr>
            <a:r>
              <a:rPr lang="en-SG"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self.post_order_traversal</a:t>
            </a:r>
            <a:r>
              <a:rPr lang="en-SG" sz="2000" dirty="0">
                <a:latin typeface="Courier New" panose="02070309020205020404" pitchFamily="49" charset="0"/>
                <a:cs typeface="Courier New" panose="02070309020205020404" pitchFamily="49" charset="0"/>
              </a:rPr>
              <a:t>(</a:t>
            </a:r>
            <a:r>
              <a:rPr lang="en-SG" sz="2000" dirty="0" err="1">
                <a:latin typeface="Courier New" panose="02070309020205020404" pitchFamily="49" charset="0"/>
                <a:cs typeface="Courier New" panose="02070309020205020404" pitchFamily="49" charset="0"/>
              </a:rPr>
              <a:t>node.left</a:t>
            </a:r>
            <a:r>
              <a:rPr lang="en-SG" sz="2000" dirty="0">
                <a:latin typeface="Courier New" panose="02070309020205020404" pitchFamily="49" charset="0"/>
                <a:cs typeface="Courier New" panose="02070309020205020404" pitchFamily="49" charset="0"/>
              </a:rPr>
              <a:t>)</a:t>
            </a:r>
          </a:p>
          <a:p>
            <a:pPr marL="0" indent="0">
              <a:buNone/>
            </a:pPr>
            <a:r>
              <a:rPr lang="en-US" sz="2000" dirty="0">
                <a:latin typeface="Courier New" panose="02070309020205020404" pitchFamily="49" charset="0"/>
                <a:cs typeface="Courier New" panose="02070309020205020404" pitchFamily="49" charset="0"/>
              </a:rPr>
              <a:t>          </a:t>
            </a:r>
            <a:r>
              <a:rPr lang="en-SG" sz="2000" dirty="0" err="1">
                <a:latin typeface="Courier New" panose="02070309020205020404" pitchFamily="49" charset="0"/>
                <a:cs typeface="Courier New" panose="02070309020205020404" pitchFamily="49" charset="0"/>
              </a:rPr>
              <a:t>self.post_order_traversal</a:t>
            </a:r>
            <a:r>
              <a:rPr lang="en-SG" sz="2000" dirty="0">
                <a:latin typeface="Courier New" panose="02070309020205020404" pitchFamily="49" charset="0"/>
                <a:cs typeface="Courier New" panose="02070309020205020404" pitchFamily="49" charset="0"/>
              </a:rPr>
              <a:t>(</a:t>
            </a:r>
            <a:r>
              <a:rPr lang="en-SG" sz="2000" dirty="0" err="1">
                <a:latin typeface="Courier New" panose="02070309020205020404" pitchFamily="49" charset="0"/>
                <a:cs typeface="Courier New" panose="02070309020205020404" pitchFamily="49" charset="0"/>
              </a:rPr>
              <a:t>node.right</a:t>
            </a:r>
            <a:r>
              <a:rPr lang="en-SG" sz="2000" dirty="0">
                <a:latin typeface="Courier New" panose="02070309020205020404" pitchFamily="49" charset="0"/>
                <a:cs typeface="Courier New" panose="02070309020205020404" pitchFamily="49" charset="0"/>
              </a:rPr>
              <a:t>)</a:t>
            </a:r>
          </a:p>
          <a:p>
            <a:pPr marL="0" indent="0">
              <a:buNone/>
            </a:pPr>
            <a:r>
              <a:rPr lang="en-US" sz="2000" dirty="0">
                <a:solidFill>
                  <a:srgbClr val="00B050"/>
                </a:solidFill>
                <a:latin typeface="Courier New" panose="02070309020205020404" pitchFamily="49" charset="0"/>
                <a:cs typeface="Courier New" panose="02070309020205020404" pitchFamily="49" charset="0"/>
              </a:rPr>
              <a:t>          print(</a:t>
            </a:r>
            <a:r>
              <a:rPr lang="en-US" sz="2000" dirty="0" err="1">
                <a:solidFill>
                  <a:srgbClr val="00B050"/>
                </a:solidFill>
                <a:latin typeface="Courier New" panose="02070309020205020404" pitchFamily="49" charset="0"/>
                <a:cs typeface="Courier New" panose="02070309020205020404" pitchFamily="49" charset="0"/>
              </a:rPr>
              <a:t>node.data</a:t>
            </a:r>
            <a:r>
              <a:rPr lang="en-US" sz="2000" dirty="0">
                <a:solidFill>
                  <a:srgbClr val="00B050"/>
                </a:solidFill>
                <a:latin typeface="Courier New" panose="02070309020205020404" pitchFamily="49" charset="0"/>
                <a:cs typeface="Courier New" panose="02070309020205020404" pitchFamily="49" charset="0"/>
              </a:rPr>
              <a:t>, end=" ")</a:t>
            </a:r>
            <a:endParaRPr lang="en-SG" sz="2000" dirty="0">
              <a:solidFill>
                <a:srgbClr val="00B050"/>
              </a:solidFill>
              <a:latin typeface="Courier New" panose="02070309020205020404" pitchFamily="49" charset="0"/>
              <a:cs typeface="Courier New" panose="02070309020205020404" pitchFamily="49" charset="0"/>
            </a:endParaRPr>
          </a:p>
          <a:p>
            <a:pPr marL="0" indent="0" algn="just">
              <a:lnSpc>
                <a:spcPct val="150000"/>
              </a:lnSpc>
              <a:buNone/>
            </a:pPr>
            <a:endParaRPr lang="en-SG" sz="1800" dirty="0"/>
          </a:p>
        </p:txBody>
      </p:sp>
      <p:sp>
        <p:nvSpPr>
          <p:cNvPr id="3" name="Rectangle 2">
            <a:extLst>
              <a:ext uri="{FF2B5EF4-FFF2-40B4-BE49-F238E27FC236}">
                <a16:creationId xmlns:a16="http://schemas.microsoft.com/office/drawing/2014/main" id="{E7E21589-B468-48A7-320F-BBB25B642EE7}"/>
              </a:ext>
            </a:extLst>
          </p:cNvPr>
          <p:cNvSpPr/>
          <p:nvPr/>
        </p:nvSpPr>
        <p:spPr>
          <a:xfrm>
            <a:off x="1674876" y="2983468"/>
            <a:ext cx="5868924" cy="369332"/>
          </a:xfrm>
          <a:prstGeom prst="rect">
            <a:avLst/>
          </a:prstGeom>
          <a:noFill/>
          <a:ln w="19050">
            <a:solidFill>
              <a:srgbClr val="FAA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2" name="object 49">
            <a:extLst>
              <a:ext uri="{FF2B5EF4-FFF2-40B4-BE49-F238E27FC236}">
                <a16:creationId xmlns:a16="http://schemas.microsoft.com/office/drawing/2014/main" id="{A90F2DE7-85B2-CC2A-6647-9203179AB3F2}"/>
              </a:ext>
            </a:extLst>
          </p:cNvPr>
          <p:cNvSpPr/>
          <p:nvPr/>
        </p:nvSpPr>
        <p:spPr>
          <a:xfrm>
            <a:off x="8660760" y="3558404"/>
            <a:ext cx="797560" cy="508000"/>
          </a:xfrm>
          <a:custGeom>
            <a:avLst/>
            <a:gdLst/>
            <a:ahLst/>
            <a:cxnLst/>
            <a:rect l="l" t="t" r="r" b="b"/>
            <a:pathLst>
              <a:path w="797559" h="508000">
                <a:moveTo>
                  <a:pt x="0" y="253948"/>
                </a:moveTo>
                <a:lnTo>
                  <a:pt x="5218" y="212757"/>
                </a:lnTo>
                <a:lnTo>
                  <a:pt x="20326" y="173681"/>
                </a:lnTo>
                <a:lnTo>
                  <a:pt x="44502" y="137244"/>
                </a:lnTo>
                <a:lnTo>
                  <a:pt x="76927" y="103970"/>
                </a:lnTo>
                <a:lnTo>
                  <a:pt x="116778" y="74379"/>
                </a:lnTo>
                <a:lnTo>
                  <a:pt x="163235" y="48997"/>
                </a:lnTo>
                <a:lnTo>
                  <a:pt x="215477" y="28345"/>
                </a:lnTo>
                <a:lnTo>
                  <a:pt x="272683" y="12946"/>
                </a:lnTo>
                <a:lnTo>
                  <a:pt x="334033" y="3323"/>
                </a:lnTo>
                <a:lnTo>
                  <a:pt x="398705" y="0"/>
                </a:lnTo>
                <a:lnTo>
                  <a:pt x="431405" y="841"/>
                </a:lnTo>
                <a:lnTo>
                  <a:pt x="494519" y="7380"/>
                </a:lnTo>
                <a:lnTo>
                  <a:pt x="553900" y="19956"/>
                </a:lnTo>
                <a:lnTo>
                  <a:pt x="608727" y="38047"/>
                </a:lnTo>
                <a:lnTo>
                  <a:pt x="658179" y="61130"/>
                </a:lnTo>
                <a:lnTo>
                  <a:pt x="701436" y="88681"/>
                </a:lnTo>
                <a:lnTo>
                  <a:pt x="737676" y="120179"/>
                </a:lnTo>
                <a:lnTo>
                  <a:pt x="766079" y="155100"/>
                </a:lnTo>
                <a:lnTo>
                  <a:pt x="785824" y="192922"/>
                </a:lnTo>
                <a:lnTo>
                  <a:pt x="796090" y="233121"/>
                </a:lnTo>
                <a:lnTo>
                  <a:pt x="797412" y="253948"/>
                </a:lnTo>
                <a:lnTo>
                  <a:pt x="796090" y="274776"/>
                </a:lnTo>
                <a:lnTo>
                  <a:pt x="785824" y="314975"/>
                </a:lnTo>
                <a:lnTo>
                  <a:pt x="766079" y="352797"/>
                </a:lnTo>
                <a:lnTo>
                  <a:pt x="737676" y="387718"/>
                </a:lnTo>
                <a:lnTo>
                  <a:pt x="701436" y="419216"/>
                </a:lnTo>
                <a:lnTo>
                  <a:pt x="658179" y="446767"/>
                </a:lnTo>
                <a:lnTo>
                  <a:pt x="608727" y="469850"/>
                </a:lnTo>
                <a:lnTo>
                  <a:pt x="553900" y="487941"/>
                </a:lnTo>
                <a:lnTo>
                  <a:pt x="494519" y="500517"/>
                </a:lnTo>
                <a:lnTo>
                  <a:pt x="431405" y="507056"/>
                </a:lnTo>
                <a:lnTo>
                  <a:pt x="398705" y="507898"/>
                </a:lnTo>
                <a:lnTo>
                  <a:pt x="366005" y="507056"/>
                </a:lnTo>
                <a:lnTo>
                  <a:pt x="302892" y="500517"/>
                </a:lnTo>
                <a:lnTo>
                  <a:pt x="243511" y="487941"/>
                </a:lnTo>
                <a:lnTo>
                  <a:pt x="188684" y="469850"/>
                </a:lnTo>
                <a:lnTo>
                  <a:pt x="139232" y="446767"/>
                </a:lnTo>
                <a:lnTo>
                  <a:pt x="95975" y="419216"/>
                </a:lnTo>
                <a:lnTo>
                  <a:pt x="59735" y="387718"/>
                </a:lnTo>
                <a:lnTo>
                  <a:pt x="31332" y="352797"/>
                </a:lnTo>
                <a:lnTo>
                  <a:pt x="11587" y="314975"/>
                </a:lnTo>
                <a:lnTo>
                  <a:pt x="1321" y="274776"/>
                </a:lnTo>
                <a:lnTo>
                  <a:pt x="0" y="253948"/>
                </a:lnTo>
                <a:close/>
              </a:path>
            </a:pathLst>
          </a:custGeom>
          <a:ln w="76199">
            <a:solidFill>
              <a:srgbClr val="FAA757"/>
            </a:solidFill>
          </a:ln>
        </p:spPr>
        <p:txBody>
          <a:bodyPr wrap="square" lIns="0" tIns="0" rIns="0" bIns="0" rtlCol="0"/>
          <a:lstStyle/>
          <a:p>
            <a:endParaRPr sz="2000">
              <a:solidFill>
                <a:prstClr val="black"/>
              </a:solidFill>
            </a:endParaRPr>
          </a:p>
        </p:txBody>
      </p:sp>
      <p:sp>
        <p:nvSpPr>
          <p:cNvPr id="33" name="object 6">
            <a:extLst>
              <a:ext uri="{FF2B5EF4-FFF2-40B4-BE49-F238E27FC236}">
                <a16:creationId xmlns:a16="http://schemas.microsoft.com/office/drawing/2014/main" id="{16451AF5-377B-37F9-8EE0-0149310BBD03}"/>
              </a:ext>
            </a:extLst>
          </p:cNvPr>
          <p:cNvSpPr/>
          <p:nvPr/>
        </p:nvSpPr>
        <p:spPr>
          <a:xfrm>
            <a:off x="8860149" y="3638141"/>
            <a:ext cx="398780" cy="297180"/>
          </a:xfrm>
          <a:prstGeom prst="ellipse">
            <a:avLst/>
          </a:prstGeom>
          <a:solidFill>
            <a:schemeClr val="bg1"/>
          </a:solidFill>
        </p:spPr>
        <p:txBody>
          <a:bodyPr wrap="square" lIns="0" tIns="0" rIns="0" bIns="0" rtlCol="0"/>
          <a:lstStyle/>
          <a:p>
            <a:r>
              <a:rPr lang="en-US" sz="2000" dirty="0">
                <a:solidFill>
                  <a:prstClr val="black"/>
                </a:solidFill>
              </a:rPr>
              <a:t> E</a:t>
            </a:r>
            <a:endParaRPr sz="2000" dirty="0">
              <a:solidFill>
                <a:prstClr val="black"/>
              </a:solidFill>
            </a:endParaRPr>
          </a:p>
        </p:txBody>
      </p:sp>
      <p:sp>
        <p:nvSpPr>
          <p:cNvPr id="45" name="object 7">
            <a:extLst>
              <a:ext uri="{FF2B5EF4-FFF2-40B4-BE49-F238E27FC236}">
                <a16:creationId xmlns:a16="http://schemas.microsoft.com/office/drawing/2014/main" id="{C44EC935-9289-BA14-1B02-4335F13A66DA}"/>
              </a:ext>
            </a:extLst>
          </p:cNvPr>
          <p:cNvSpPr/>
          <p:nvPr/>
        </p:nvSpPr>
        <p:spPr>
          <a:xfrm>
            <a:off x="8860149" y="3638141"/>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E</a:t>
            </a:r>
            <a:endParaRPr sz="2000" dirty="0">
              <a:solidFill>
                <a:prstClr val="black"/>
              </a:solidFill>
            </a:endParaRPr>
          </a:p>
        </p:txBody>
      </p:sp>
      <p:sp>
        <p:nvSpPr>
          <p:cNvPr id="46" name="object 9">
            <a:extLst>
              <a:ext uri="{FF2B5EF4-FFF2-40B4-BE49-F238E27FC236}">
                <a16:creationId xmlns:a16="http://schemas.microsoft.com/office/drawing/2014/main" id="{166793B0-D9DC-1069-DECE-56A0DDAA8831}"/>
              </a:ext>
            </a:extLst>
          </p:cNvPr>
          <p:cNvSpPr/>
          <p:nvPr/>
        </p:nvSpPr>
        <p:spPr>
          <a:xfrm>
            <a:off x="7801119" y="4232210"/>
            <a:ext cx="398780" cy="297180"/>
          </a:xfrm>
          <a:prstGeom prst="ellipse">
            <a:avLst/>
          </a:prstGeom>
          <a:solidFill>
            <a:schemeClr val="bg1"/>
          </a:solidFill>
          <a:ln w="25399">
            <a:solidFill>
              <a:srgbClr val="839950"/>
            </a:solidFill>
          </a:ln>
        </p:spPr>
        <p:txBody>
          <a:bodyPr wrap="square" lIns="0" tIns="0" rIns="0" bIns="0" rtlCol="0"/>
          <a:lstStyle/>
          <a:p>
            <a:r>
              <a:rPr lang="en-US" sz="1200" dirty="0">
                <a:solidFill>
                  <a:prstClr val="black"/>
                </a:solidFill>
              </a:rPr>
              <a:t> </a:t>
            </a:r>
            <a:r>
              <a:rPr lang="en-US" sz="2000" dirty="0">
                <a:solidFill>
                  <a:prstClr val="black"/>
                </a:solidFill>
              </a:rPr>
              <a:t>B</a:t>
            </a:r>
            <a:endParaRPr sz="2000" dirty="0">
              <a:solidFill>
                <a:prstClr val="black"/>
              </a:solidFill>
            </a:endParaRPr>
          </a:p>
        </p:txBody>
      </p:sp>
      <p:sp>
        <p:nvSpPr>
          <p:cNvPr id="47" name="object 11">
            <a:extLst>
              <a:ext uri="{FF2B5EF4-FFF2-40B4-BE49-F238E27FC236}">
                <a16:creationId xmlns:a16="http://schemas.microsoft.com/office/drawing/2014/main" id="{BE4543CA-0076-5112-6BF8-4A2B818796A0}"/>
              </a:ext>
            </a:extLst>
          </p:cNvPr>
          <p:cNvSpPr/>
          <p:nvPr/>
        </p:nvSpPr>
        <p:spPr>
          <a:xfrm>
            <a:off x="7364911" y="4873960"/>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t>A</a:t>
            </a:r>
            <a:endParaRPr sz="2000" dirty="0"/>
          </a:p>
        </p:txBody>
      </p:sp>
      <p:sp>
        <p:nvSpPr>
          <p:cNvPr id="48" name="object 13">
            <a:extLst>
              <a:ext uri="{FF2B5EF4-FFF2-40B4-BE49-F238E27FC236}">
                <a16:creationId xmlns:a16="http://schemas.microsoft.com/office/drawing/2014/main" id="{02A6D3B1-8C36-76BB-CEF8-86CCE74C1F56}"/>
              </a:ext>
            </a:extLst>
          </p:cNvPr>
          <p:cNvSpPr/>
          <p:nvPr/>
        </p:nvSpPr>
        <p:spPr>
          <a:xfrm>
            <a:off x="8311808" y="4756274"/>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C</a:t>
            </a:r>
            <a:endParaRPr sz="2000" dirty="0">
              <a:solidFill>
                <a:prstClr val="black"/>
              </a:solidFill>
            </a:endParaRPr>
          </a:p>
        </p:txBody>
      </p:sp>
      <p:sp>
        <p:nvSpPr>
          <p:cNvPr id="49" name="object 15">
            <a:extLst>
              <a:ext uri="{FF2B5EF4-FFF2-40B4-BE49-F238E27FC236}">
                <a16:creationId xmlns:a16="http://schemas.microsoft.com/office/drawing/2014/main" id="{0F805E7F-D675-6096-57F7-D68B3DC696A5}"/>
              </a:ext>
            </a:extLst>
          </p:cNvPr>
          <p:cNvSpPr/>
          <p:nvPr/>
        </p:nvSpPr>
        <p:spPr>
          <a:xfrm>
            <a:off x="10056265" y="4145167"/>
            <a:ext cx="398780" cy="297180"/>
          </a:xfrm>
          <a:prstGeom prst="ellipse">
            <a:avLst/>
          </a:prstGeom>
          <a:solidFill>
            <a:schemeClr val="bg1"/>
          </a:solidFill>
          <a:ln w="25399">
            <a:solidFill>
              <a:srgbClr val="839950"/>
            </a:solidFill>
          </a:ln>
        </p:spPr>
        <p:txBody>
          <a:bodyPr wrap="square" lIns="0" tIns="0" rIns="0" bIns="0" rtlCol="0"/>
          <a:lstStyle/>
          <a:p>
            <a:r>
              <a:rPr lang="en-US" sz="900">
                <a:solidFill>
                  <a:prstClr val="black"/>
                </a:solidFill>
              </a:rPr>
              <a:t> </a:t>
            </a:r>
            <a:r>
              <a:rPr lang="en-US" sz="2000">
                <a:solidFill>
                  <a:prstClr val="black"/>
                </a:solidFill>
              </a:rPr>
              <a:t>G</a:t>
            </a:r>
            <a:endParaRPr sz="2000" dirty="0">
              <a:solidFill>
                <a:prstClr val="black"/>
              </a:solidFill>
            </a:endParaRPr>
          </a:p>
        </p:txBody>
      </p:sp>
      <p:sp>
        <p:nvSpPr>
          <p:cNvPr id="50" name="object 17">
            <a:extLst>
              <a:ext uri="{FF2B5EF4-FFF2-40B4-BE49-F238E27FC236}">
                <a16:creationId xmlns:a16="http://schemas.microsoft.com/office/drawing/2014/main" id="{69A5DF51-F820-199E-E234-8989D2763AE6}"/>
              </a:ext>
            </a:extLst>
          </p:cNvPr>
          <p:cNvSpPr/>
          <p:nvPr/>
        </p:nvSpPr>
        <p:spPr>
          <a:xfrm>
            <a:off x="9409451" y="4834351"/>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F</a:t>
            </a:r>
            <a:endParaRPr sz="2000" dirty="0">
              <a:solidFill>
                <a:prstClr val="black"/>
              </a:solidFill>
            </a:endParaRPr>
          </a:p>
        </p:txBody>
      </p:sp>
      <p:sp>
        <p:nvSpPr>
          <p:cNvPr id="51" name="object 19">
            <a:extLst>
              <a:ext uri="{FF2B5EF4-FFF2-40B4-BE49-F238E27FC236}">
                <a16:creationId xmlns:a16="http://schemas.microsoft.com/office/drawing/2014/main" id="{B35B9056-B5D1-F551-E11A-8986D3BB2A4D}"/>
              </a:ext>
            </a:extLst>
          </p:cNvPr>
          <p:cNvSpPr/>
          <p:nvPr/>
        </p:nvSpPr>
        <p:spPr>
          <a:xfrm>
            <a:off x="10418358" y="4932552"/>
            <a:ext cx="398780" cy="297180"/>
          </a:xfrm>
          <a:prstGeom prst="ellipse">
            <a:avLst/>
          </a:prstGeom>
          <a:solidFill>
            <a:schemeClr val="bg1"/>
          </a:solidFill>
          <a:ln w="25399">
            <a:solidFill>
              <a:srgbClr val="839950"/>
            </a:solidFill>
          </a:ln>
        </p:spPr>
        <p:txBody>
          <a:bodyPr wrap="square" lIns="0" tIns="0" rIns="0" bIns="0" rtlCol="0"/>
          <a:lstStyle/>
          <a:p>
            <a:r>
              <a:rPr lang="en-US" sz="2000">
                <a:solidFill>
                  <a:prstClr val="black"/>
                </a:solidFill>
              </a:rPr>
              <a:t> I</a:t>
            </a:r>
            <a:endParaRPr sz="2000" dirty="0">
              <a:solidFill>
                <a:prstClr val="black"/>
              </a:solidFill>
            </a:endParaRPr>
          </a:p>
        </p:txBody>
      </p:sp>
      <p:sp>
        <p:nvSpPr>
          <p:cNvPr id="52" name="object 38">
            <a:extLst>
              <a:ext uri="{FF2B5EF4-FFF2-40B4-BE49-F238E27FC236}">
                <a16:creationId xmlns:a16="http://schemas.microsoft.com/office/drawing/2014/main" id="{4D4D7295-136A-8769-D4B0-19E4C4F6AFF1}"/>
              </a:ext>
            </a:extLst>
          </p:cNvPr>
          <p:cNvSpPr/>
          <p:nvPr/>
        </p:nvSpPr>
        <p:spPr>
          <a:xfrm>
            <a:off x="8660797" y="5508309"/>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53" name="object 39">
            <a:extLst>
              <a:ext uri="{FF2B5EF4-FFF2-40B4-BE49-F238E27FC236}">
                <a16:creationId xmlns:a16="http://schemas.microsoft.com/office/drawing/2014/main" id="{A8D585AF-C1A9-5EF6-9873-A30BA28BAFC6}"/>
              </a:ext>
            </a:extLst>
          </p:cNvPr>
          <p:cNvSpPr/>
          <p:nvPr/>
        </p:nvSpPr>
        <p:spPr>
          <a:xfrm>
            <a:off x="8660797" y="5508309"/>
            <a:ext cx="398780" cy="297180"/>
          </a:xfrm>
          <a:prstGeom prst="ellipse">
            <a:avLst/>
          </a:prstGeom>
          <a:solidFill>
            <a:schemeClr val="bg1"/>
          </a:solidFill>
          <a:ln w="25399">
            <a:solidFill>
              <a:srgbClr val="839950"/>
            </a:solidFill>
          </a:ln>
        </p:spPr>
        <p:txBody>
          <a:bodyPr wrap="square" lIns="0" tIns="0" rIns="0" bIns="0" rtlCol="0"/>
          <a:lstStyle/>
          <a:p>
            <a:r>
              <a:rPr lang="en-US" sz="1050">
                <a:solidFill>
                  <a:prstClr val="black"/>
                </a:solidFill>
              </a:rPr>
              <a:t> </a:t>
            </a:r>
            <a:r>
              <a:rPr lang="en-US" sz="2000">
                <a:solidFill>
                  <a:prstClr val="black"/>
                </a:solidFill>
              </a:rPr>
              <a:t>D</a:t>
            </a:r>
            <a:endParaRPr sz="2000" dirty="0">
              <a:solidFill>
                <a:prstClr val="black"/>
              </a:solidFill>
            </a:endParaRPr>
          </a:p>
        </p:txBody>
      </p:sp>
      <p:sp>
        <p:nvSpPr>
          <p:cNvPr id="54" name="object 40">
            <a:extLst>
              <a:ext uri="{FF2B5EF4-FFF2-40B4-BE49-F238E27FC236}">
                <a16:creationId xmlns:a16="http://schemas.microsoft.com/office/drawing/2014/main" id="{9980FB1C-3B76-29A9-98D8-B2E9EDFC2EA1}"/>
              </a:ext>
            </a:extLst>
          </p:cNvPr>
          <p:cNvSpPr/>
          <p:nvPr/>
        </p:nvSpPr>
        <p:spPr>
          <a:xfrm>
            <a:off x="9856912" y="5508309"/>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55" name="object 41">
            <a:extLst>
              <a:ext uri="{FF2B5EF4-FFF2-40B4-BE49-F238E27FC236}">
                <a16:creationId xmlns:a16="http://schemas.microsoft.com/office/drawing/2014/main" id="{1AF297B0-D1CF-40FD-E0C8-D04EC21264C5}"/>
              </a:ext>
            </a:extLst>
          </p:cNvPr>
          <p:cNvSpPr/>
          <p:nvPr/>
        </p:nvSpPr>
        <p:spPr>
          <a:xfrm>
            <a:off x="10114665" y="5489581"/>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H</a:t>
            </a:r>
            <a:endParaRPr sz="2000" dirty="0">
              <a:solidFill>
                <a:prstClr val="black"/>
              </a:solidFill>
            </a:endParaRPr>
          </a:p>
        </p:txBody>
      </p:sp>
      <p:cxnSp>
        <p:nvCxnSpPr>
          <p:cNvPr id="56" name="直接箭头连接符 38">
            <a:extLst>
              <a:ext uri="{FF2B5EF4-FFF2-40B4-BE49-F238E27FC236}">
                <a16:creationId xmlns:a16="http://schemas.microsoft.com/office/drawing/2014/main" id="{CE508297-35DB-ABBB-105E-E394FD8006EF}"/>
              </a:ext>
            </a:extLst>
          </p:cNvPr>
          <p:cNvCxnSpPr>
            <a:stCxn id="45" idx="5"/>
            <a:endCxn id="49" idx="1"/>
          </p:cNvCxnSpPr>
          <p:nvPr/>
        </p:nvCxnSpPr>
        <p:spPr>
          <a:xfrm>
            <a:off x="9200529" y="3891800"/>
            <a:ext cx="914136" cy="29688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39">
            <a:extLst>
              <a:ext uri="{FF2B5EF4-FFF2-40B4-BE49-F238E27FC236}">
                <a16:creationId xmlns:a16="http://schemas.microsoft.com/office/drawing/2014/main" id="{AE803159-4054-A8B3-C6A3-38C8C9988124}"/>
              </a:ext>
            </a:extLst>
          </p:cNvPr>
          <p:cNvCxnSpPr>
            <a:stCxn id="45" idx="3"/>
            <a:endCxn id="46" idx="7"/>
          </p:cNvCxnSpPr>
          <p:nvPr/>
        </p:nvCxnSpPr>
        <p:spPr>
          <a:xfrm flipH="1">
            <a:off x="8141499" y="3891800"/>
            <a:ext cx="777050" cy="3839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40">
            <a:extLst>
              <a:ext uri="{FF2B5EF4-FFF2-40B4-BE49-F238E27FC236}">
                <a16:creationId xmlns:a16="http://schemas.microsoft.com/office/drawing/2014/main" id="{B4696CF3-3D64-01F1-28AA-84EFDB79F5F0}"/>
              </a:ext>
            </a:extLst>
          </p:cNvPr>
          <p:cNvCxnSpPr>
            <a:endCxn id="47" idx="0"/>
          </p:cNvCxnSpPr>
          <p:nvPr/>
        </p:nvCxnSpPr>
        <p:spPr>
          <a:xfrm flipH="1">
            <a:off x="7564301" y="4485868"/>
            <a:ext cx="329895" cy="38809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41">
            <a:extLst>
              <a:ext uri="{FF2B5EF4-FFF2-40B4-BE49-F238E27FC236}">
                <a16:creationId xmlns:a16="http://schemas.microsoft.com/office/drawing/2014/main" id="{C6FC2509-BAE8-D609-9F80-59F6FF84771D}"/>
              </a:ext>
            </a:extLst>
          </p:cNvPr>
          <p:cNvCxnSpPr>
            <a:stCxn id="49" idx="3"/>
            <a:endCxn id="50" idx="7"/>
          </p:cNvCxnSpPr>
          <p:nvPr/>
        </p:nvCxnSpPr>
        <p:spPr>
          <a:xfrm flipH="1">
            <a:off x="9749831" y="4398826"/>
            <a:ext cx="364834" cy="4790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42">
            <a:extLst>
              <a:ext uri="{FF2B5EF4-FFF2-40B4-BE49-F238E27FC236}">
                <a16:creationId xmlns:a16="http://schemas.microsoft.com/office/drawing/2014/main" id="{7BBE8E98-CBF6-2BE4-5B1E-44EE90849425}"/>
              </a:ext>
            </a:extLst>
          </p:cNvPr>
          <p:cNvCxnSpPr>
            <a:stCxn id="46" idx="5"/>
            <a:endCxn id="48" idx="0"/>
          </p:cNvCxnSpPr>
          <p:nvPr/>
        </p:nvCxnSpPr>
        <p:spPr>
          <a:xfrm>
            <a:off x="8141499" y="4485869"/>
            <a:ext cx="369699" cy="27040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43">
            <a:extLst>
              <a:ext uri="{FF2B5EF4-FFF2-40B4-BE49-F238E27FC236}">
                <a16:creationId xmlns:a16="http://schemas.microsoft.com/office/drawing/2014/main" id="{985159B9-2038-3AB0-3323-AB018E6F3EAE}"/>
              </a:ext>
            </a:extLst>
          </p:cNvPr>
          <p:cNvCxnSpPr/>
          <p:nvPr/>
        </p:nvCxnSpPr>
        <p:spPr>
          <a:xfrm>
            <a:off x="10314055" y="4428432"/>
            <a:ext cx="276456" cy="5041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44">
            <a:extLst>
              <a:ext uri="{FF2B5EF4-FFF2-40B4-BE49-F238E27FC236}">
                <a16:creationId xmlns:a16="http://schemas.microsoft.com/office/drawing/2014/main" id="{CD1A5638-FB71-8933-AF08-12AB144F2F0F}"/>
              </a:ext>
            </a:extLst>
          </p:cNvPr>
          <p:cNvCxnSpPr>
            <a:stCxn id="48" idx="4"/>
            <a:endCxn id="53" idx="1"/>
          </p:cNvCxnSpPr>
          <p:nvPr/>
        </p:nvCxnSpPr>
        <p:spPr>
          <a:xfrm>
            <a:off x="8511198" y="5053454"/>
            <a:ext cx="207999" cy="4983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45">
            <a:extLst>
              <a:ext uri="{FF2B5EF4-FFF2-40B4-BE49-F238E27FC236}">
                <a16:creationId xmlns:a16="http://schemas.microsoft.com/office/drawing/2014/main" id="{2C4495C1-A80F-6589-4412-8475FED8189F}"/>
              </a:ext>
            </a:extLst>
          </p:cNvPr>
          <p:cNvCxnSpPr>
            <a:stCxn id="51" idx="4"/>
            <a:endCxn id="55" idx="0"/>
          </p:cNvCxnSpPr>
          <p:nvPr/>
        </p:nvCxnSpPr>
        <p:spPr>
          <a:xfrm flipH="1">
            <a:off x="10314055" y="5229732"/>
            <a:ext cx="303693" cy="2598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4" name="矩形 2">
            <a:extLst>
              <a:ext uri="{FF2B5EF4-FFF2-40B4-BE49-F238E27FC236}">
                <a16:creationId xmlns:a16="http://schemas.microsoft.com/office/drawing/2014/main" id="{6FBBE627-DE6D-E630-D2F4-0B5E7630BFEE}"/>
              </a:ext>
            </a:extLst>
          </p:cNvPr>
          <p:cNvSpPr/>
          <p:nvPr/>
        </p:nvSpPr>
        <p:spPr>
          <a:xfrm>
            <a:off x="3288830" y="4788584"/>
            <a:ext cx="3822035" cy="52973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Verdana (Body)"/>
            </a:endParaRPr>
          </a:p>
        </p:txBody>
      </p:sp>
      <p:sp>
        <p:nvSpPr>
          <p:cNvPr id="65" name="文本框 8">
            <a:extLst>
              <a:ext uri="{FF2B5EF4-FFF2-40B4-BE49-F238E27FC236}">
                <a16:creationId xmlns:a16="http://schemas.microsoft.com/office/drawing/2014/main" id="{93671742-D3DF-2F2D-A83D-DB6A9FDD83A5}"/>
              </a:ext>
            </a:extLst>
          </p:cNvPr>
          <p:cNvSpPr txBox="1"/>
          <p:nvPr/>
        </p:nvSpPr>
        <p:spPr>
          <a:xfrm>
            <a:off x="3344131" y="4830343"/>
            <a:ext cx="372942" cy="369332"/>
          </a:xfrm>
          <a:prstGeom prst="rect">
            <a:avLst/>
          </a:prstGeom>
          <a:noFill/>
        </p:spPr>
        <p:txBody>
          <a:bodyPr wrap="square" rtlCol="0">
            <a:spAutoFit/>
          </a:bodyPr>
          <a:lstStyle/>
          <a:p>
            <a:r>
              <a:rPr lang="en-US" altLang="zh-CN" dirty="0">
                <a:solidFill>
                  <a:schemeClr val="bg1"/>
                </a:solidFill>
                <a:latin typeface="Verdana (Body)"/>
              </a:rPr>
              <a:t>A</a:t>
            </a:r>
            <a:endParaRPr lang="zh-CN" altLang="en-US" dirty="0">
              <a:solidFill>
                <a:schemeClr val="bg1"/>
              </a:solidFill>
              <a:latin typeface="Verdana (Body)"/>
            </a:endParaRPr>
          </a:p>
        </p:txBody>
      </p:sp>
      <p:sp>
        <p:nvSpPr>
          <p:cNvPr id="66" name="文本框 9">
            <a:extLst>
              <a:ext uri="{FF2B5EF4-FFF2-40B4-BE49-F238E27FC236}">
                <a16:creationId xmlns:a16="http://schemas.microsoft.com/office/drawing/2014/main" id="{D5575129-7D21-CB59-7D42-30C6E018C537}"/>
              </a:ext>
            </a:extLst>
          </p:cNvPr>
          <p:cNvSpPr txBox="1"/>
          <p:nvPr/>
        </p:nvSpPr>
        <p:spPr>
          <a:xfrm>
            <a:off x="3288830" y="4348204"/>
            <a:ext cx="1106484" cy="369332"/>
          </a:xfrm>
          <a:prstGeom prst="rect">
            <a:avLst/>
          </a:prstGeom>
          <a:noFill/>
        </p:spPr>
        <p:txBody>
          <a:bodyPr wrap="square" rtlCol="0">
            <a:spAutoFit/>
          </a:bodyPr>
          <a:lstStyle/>
          <a:p>
            <a:r>
              <a:rPr lang="en-US" altLang="zh-CN" dirty="0">
                <a:latin typeface="Verdana (Body)"/>
              </a:rPr>
              <a:t>Output: </a:t>
            </a:r>
            <a:endParaRPr lang="zh-CN" altLang="en-US" dirty="0">
              <a:latin typeface="Verdana (Body)"/>
            </a:endParaRPr>
          </a:p>
        </p:txBody>
      </p:sp>
      <p:sp>
        <p:nvSpPr>
          <p:cNvPr id="67" name="文本框 46">
            <a:extLst>
              <a:ext uri="{FF2B5EF4-FFF2-40B4-BE49-F238E27FC236}">
                <a16:creationId xmlns:a16="http://schemas.microsoft.com/office/drawing/2014/main" id="{ED33D172-F6FF-FD37-8361-3C05DEC4F0D6}"/>
              </a:ext>
            </a:extLst>
          </p:cNvPr>
          <p:cNvSpPr txBox="1"/>
          <p:nvPr/>
        </p:nvSpPr>
        <p:spPr>
          <a:xfrm>
            <a:off x="3675842" y="4830343"/>
            <a:ext cx="372942" cy="369332"/>
          </a:xfrm>
          <a:prstGeom prst="rect">
            <a:avLst/>
          </a:prstGeom>
          <a:noFill/>
        </p:spPr>
        <p:txBody>
          <a:bodyPr wrap="square" rtlCol="0">
            <a:spAutoFit/>
          </a:bodyPr>
          <a:lstStyle/>
          <a:p>
            <a:r>
              <a:rPr lang="en-US" altLang="zh-CN" dirty="0">
                <a:solidFill>
                  <a:schemeClr val="bg1"/>
                </a:solidFill>
                <a:latin typeface="Verdana (Body)"/>
              </a:rPr>
              <a:t>D</a:t>
            </a:r>
            <a:endParaRPr lang="zh-CN" altLang="en-US" dirty="0">
              <a:solidFill>
                <a:schemeClr val="bg1"/>
              </a:solidFill>
              <a:latin typeface="Verdana (Body)"/>
            </a:endParaRPr>
          </a:p>
        </p:txBody>
      </p:sp>
      <p:sp>
        <p:nvSpPr>
          <p:cNvPr id="68" name="文本框 47">
            <a:extLst>
              <a:ext uri="{FF2B5EF4-FFF2-40B4-BE49-F238E27FC236}">
                <a16:creationId xmlns:a16="http://schemas.microsoft.com/office/drawing/2014/main" id="{1567A339-2D8C-9D59-0B6F-8897D78B189F}"/>
              </a:ext>
            </a:extLst>
          </p:cNvPr>
          <p:cNvSpPr txBox="1"/>
          <p:nvPr/>
        </p:nvSpPr>
        <p:spPr>
          <a:xfrm>
            <a:off x="4007553" y="4830343"/>
            <a:ext cx="372942" cy="369332"/>
          </a:xfrm>
          <a:prstGeom prst="rect">
            <a:avLst/>
          </a:prstGeom>
          <a:noFill/>
        </p:spPr>
        <p:txBody>
          <a:bodyPr wrap="square" rtlCol="0">
            <a:spAutoFit/>
          </a:bodyPr>
          <a:lstStyle/>
          <a:p>
            <a:r>
              <a:rPr lang="en-US" altLang="zh-CN" dirty="0">
                <a:solidFill>
                  <a:schemeClr val="bg1"/>
                </a:solidFill>
                <a:latin typeface="Verdana (Body)"/>
              </a:rPr>
              <a:t>C</a:t>
            </a:r>
            <a:endParaRPr lang="zh-CN" altLang="en-US" dirty="0">
              <a:solidFill>
                <a:schemeClr val="bg1"/>
              </a:solidFill>
              <a:latin typeface="Verdana (Body)"/>
            </a:endParaRPr>
          </a:p>
        </p:txBody>
      </p:sp>
      <p:sp>
        <p:nvSpPr>
          <p:cNvPr id="69" name="文本框 48">
            <a:extLst>
              <a:ext uri="{FF2B5EF4-FFF2-40B4-BE49-F238E27FC236}">
                <a16:creationId xmlns:a16="http://schemas.microsoft.com/office/drawing/2014/main" id="{2883B2E4-AD7C-A7F6-13CF-126D62367007}"/>
              </a:ext>
            </a:extLst>
          </p:cNvPr>
          <p:cNvSpPr txBox="1"/>
          <p:nvPr/>
        </p:nvSpPr>
        <p:spPr>
          <a:xfrm>
            <a:off x="4339264" y="4830343"/>
            <a:ext cx="372942" cy="369332"/>
          </a:xfrm>
          <a:prstGeom prst="rect">
            <a:avLst/>
          </a:prstGeom>
          <a:noFill/>
        </p:spPr>
        <p:txBody>
          <a:bodyPr wrap="square" rtlCol="0">
            <a:spAutoFit/>
          </a:bodyPr>
          <a:lstStyle/>
          <a:p>
            <a:r>
              <a:rPr lang="en-US" altLang="zh-CN" dirty="0">
                <a:solidFill>
                  <a:schemeClr val="bg1"/>
                </a:solidFill>
                <a:latin typeface="Verdana (Body)"/>
              </a:rPr>
              <a:t>B</a:t>
            </a:r>
            <a:endParaRPr lang="zh-CN" altLang="en-US" dirty="0">
              <a:solidFill>
                <a:schemeClr val="bg1"/>
              </a:solidFill>
              <a:latin typeface="Verdana (Body)"/>
            </a:endParaRPr>
          </a:p>
        </p:txBody>
      </p:sp>
      <p:sp>
        <p:nvSpPr>
          <p:cNvPr id="70" name="文本框 49">
            <a:extLst>
              <a:ext uri="{FF2B5EF4-FFF2-40B4-BE49-F238E27FC236}">
                <a16:creationId xmlns:a16="http://schemas.microsoft.com/office/drawing/2014/main" id="{0255A932-B880-B030-8889-30EFC7FFC046}"/>
              </a:ext>
            </a:extLst>
          </p:cNvPr>
          <p:cNvSpPr txBox="1"/>
          <p:nvPr/>
        </p:nvSpPr>
        <p:spPr>
          <a:xfrm>
            <a:off x="4670975" y="4830343"/>
            <a:ext cx="372942" cy="369332"/>
          </a:xfrm>
          <a:prstGeom prst="rect">
            <a:avLst/>
          </a:prstGeom>
          <a:noFill/>
        </p:spPr>
        <p:txBody>
          <a:bodyPr wrap="square" rtlCol="0">
            <a:spAutoFit/>
          </a:bodyPr>
          <a:lstStyle/>
          <a:p>
            <a:r>
              <a:rPr lang="en-US" altLang="zh-CN" dirty="0">
                <a:solidFill>
                  <a:schemeClr val="bg1"/>
                </a:solidFill>
                <a:latin typeface="Verdana (Body)"/>
              </a:rPr>
              <a:t>F</a:t>
            </a:r>
            <a:endParaRPr lang="zh-CN" altLang="en-US" dirty="0">
              <a:solidFill>
                <a:schemeClr val="bg1"/>
              </a:solidFill>
              <a:latin typeface="Verdana (Body)"/>
            </a:endParaRPr>
          </a:p>
        </p:txBody>
      </p:sp>
      <p:sp>
        <p:nvSpPr>
          <p:cNvPr id="71" name="文本框 50">
            <a:extLst>
              <a:ext uri="{FF2B5EF4-FFF2-40B4-BE49-F238E27FC236}">
                <a16:creationId xmlns:a16="http://schemas.microsoft.com/office/drawing/2014/main" id="{5A4CF204-E92A-3041-3575-113EFBA6E8DF}"/>
              </a:ext>
            </a:extLst>
          </p:cNvPr>
          <p:cNvSpPr txBox="1"/>
          <p:nvPr/>
        </p:nvSpPr>
        <p:spPr>
          <a:xfrm>
            <a:off x="5002686" y="4830343"/>
            <a:ext cx="372942" cy="369332"/>
          </a:xfrm>
          <a:prstGeom prst="rect">
            <a:avLst/>
          </a:prstGeom>
          <a:noFill/>
        </p:spPr>
        <p:txBody>
          <a:bodyPr wrap="square" rtlCol="0">
            <a:spAutoFit/>
          </a:bodyPr>
          <a:lstStyle/>
          <a:p>
            <a:r>
              <a:rPr lang="en-US" altLang="zh-CN" dirty="0">
                <a:solidFill>
                  <a:schemeClr val="bg1"/>
                </a:solidFill>
                <a:latin typeface="Verdana (Body)"/>
              </a:rPr>
              <a:t>H</a:t>
            </a:r>
            <a:endParaRPr lang="zh-CN" altLang="en-US" dirty="0">
              <a:solidFill>
                <a:schemeClr val="bg1"/>
              </a:solidFill>
              <a:latin typeface="Verdana (Body)"/>
            </a:endParaRPr>
          </a:p>
        </p:txBody>
      </p:sp>
      <p:sp>
        <p:nvSpPr>
          <p:cNvPr id="72" name="文本框 51">
            <a:extLst>
              <a:ext uri="{FF2B5EF4-FFF2-40B4-BE49-F238E27FC236}">
                <a16:creationId xmlns:a16="http://schemas.microsoft.com/office/drawing/2014/main" id="{E125977C-2BC0-EA37-698A-5EB4DA77FE96}"/>
              </a:ext>
            </a:extLst>
          </p:cNvPr>
          <p:cNvSpPr txBox="1"/>
          <p:nvPr/>
        </p:nvSpPr>
        <p:spPr>
          <a:xfrm>
            <a:off x="5334397" y="4830343"/>
            <a:ext cx="372942" cy="369332"/>
          </a:xfrm>
          <a:prstGeom prst="rect">
            <a:avLst/>
          </a:prstGeom>
          <a:noFill/>
        </p:spPr>
        <p:txBody>
          <a:bodyPr wrap="square" rtlCol="0">
            <a:spAutoFit/>
          </a:bodyPr>
          <a:lstStyle/>
          <a:p>
            <a:r>
              <a:rPr lang="en-US" altLang="zh-CN">
                <a:solidFill>
                  <a:schemeClr val="bg1"/>
                </a:solidFill>
                <a:latin typeface="Verdana (Body)"/>
              </a:rPr>
              <a:t> I</a:t>
            </a:r>
            <a:endParaRPr lang="zh-CN" altLang="en-US" dirty="0">
              <a:solidFill>
                <a:schemeClr val="bg1"/>
              </a:solidFill>
              <a:latin typeface="Verdana (Body)"/>
            </a:endParaRPr>
          </a:p>
        </p:txBody>
      </p:sp>
      <p:sp>
        <p:nvSpPr>
          <p:cNvPr id="73" name="文本框 52">
            <a:extLst>
              <a:ext uri="{FF2B5EF4-FFF2-40B4-BE49-F238E27FC236}">
                <a16:creationId xmlns:a16="http://schemas.microsoft.com/office/drawing/2014/main" id="{33709011-0228-8B38-E2A3-0D6938969D8B}"/>
              </a:ext>
            </a:extLst>
          </p:cNvPr>
          <p:cNvSpPr txBox="1"/>
          <p:nvPr/>
        </p:nvSpPr>
        <p:spPr>
          <a:xfrm>
            <a:off x="5666108" y="4830343"/>
            <a:ext cx="372942" cy="369332"/>
          </a:xfrm>
          <a:prstGeom prst="rect">
            <a:avLst/>
          </a:prstGeom>
          <a:noFill/>
        </p:spPr>
        <p:txBody>
          <a:bodyPr wrap="square" rtlCol="0">
            <a:spAutoFit/>
          </a:bodyPr>
          <a:lstStyle/>
          <a:p>
            <a:r>
              <a:rPr lang="en-US" altLang="zh-CN" dirty="0">
                <a:solidFill>
                  <a:schemeClr val="bg1"/>
                </a:solidFill>
                <a:latin typeface="Verdana (Body)"/>
              </a:rPr>
              <a:t>G</a:t>
            </a:r>
            <a:endParaRPr lang="zh-CN" altLang="en-US" dirty="0">
              <a:solidFill>
                <a:schemeClr val="bg1"/>
              </a:solidFill>
              <a:latin typeface="Verdana (Body)"/>
            </a:endParaRPr>
          </a:p>
        </p:txBody>
      </p:sp>
      <p:sp>
        <p:nvSpPr>
          <p:cNvPr id="74" name="文本框 53">
            <a:extLst>
              <a:ext uri="{FF2B5EF4-FFF2-40B4-BE49-F238E27FC236}">
                <a16:creationId xmlns:a16="http://schemas.microsoft.com/office/drawing/2014/main" id="{D86F8090-36D9-28C3-CE79-AB0B9FBDBB0D}"/>
              </a:ext>
            </a:extLst>
          </p:cNvPr>
          <p:cNvSpPr txBox="1"/>
          <p:nvPr/>
        </p:nvSpPr>
        <p:spPr>
          <a:xfrm>
            <a:off x="5997821" y="4830343"/>
            <a:ext cx="372942" cy="369332"/>
          </a:xfrm>
          <a:prstGeom prst="rect">
            <a:avLst/>
          </a:prstGeom>
          <a:noFill/>
        </p:spPr>
        <p:txBody>
          <a:bodyPr wrap="square" rtlCol="0">
            <a:spAutoFit/>
          </a:bodyPr>
          <a:lstStyle/>
          <a:p>
            <a:r>
              <a:rPr lang="en-US" altLang="zh-CN" dirty="0">
                <a:solidFill>
                  <a:schemeClr val="bg1"/>
                </a:solidFill>
                <a:latin typeface="Verdana (Body)"/>
              </a:rPr>
              <a:t>E</a:t>
            </a:r>
            <a:endParaRPr lang="zh-CN" altLang="en-US" dirty="0">
              <a:solidFill>
                <a:schemeClr val="bg1"/>
              </a:solidFill>
              <a:latin typeface="Verdana (Body)"/>
            </a:endParaRPr>
          </a:p>
        </p:txBody>
      </p:sp>
      <p:sp>
        <p:nvSpPr>
          <p:cNvPr id="75" name="Rectangle 74">
            <a:extLst>
              <a:ext uri="{FF2B5EF4-FFF2-40B4-BE49-F238E27FC236}">
                <a16:creationId xmlns:a16="http://schemas.microsoft.com/office/drawing/2014/main" id="{297D8578-34D2-677F-4A72-FB02E5CC9E6C}"/>
              </a:ext>
            </a:extLst>
          </p:cNvPr>
          <p:cNvSpPr/>
          <p:nvPr/>
        </p:nvSpPr>
        <p:spPr>
          <a:xfrm>
            <a:off x="1066800" y="1295400"/>
            <a:ext cx="7287505" cy="24035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065991127"/>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1" nodeType="clickEffect">
                                  <p:stCondLst>
                                    <p:cond delay="0"/>
                                  </p:stCondLst>
                                  <p:childTnLst>
                                    <p:animMotion origin="layout" path="M -3.95833E-6 3.7037E-7 L -0.09362 0.08819 " pathEditMode="relative" rAng="0" ptsTypes="AA">
                                      <p:cBhvr>
                                        <p:cTn id="13" dur="2000" fill="hold"/>
                                        <p:tgtEl>
                                          <p:spTgt spid="32"/>
                                        </p:tgtEl>
                                        <p:attrNameLst>
                                          <p:attrName>ppt_x</p:attrName>
                                          <p:attrName>ppt_y</p:attrName>
                                        </p:attrNameLst>
                                      </p:cBhvr>
                                      <p:rCtr x="-4688" y="4398"/>
                                    </p:animMotion>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grpId="2" nodeType="clickEffect">
                                  <p:stCondLst>
                                    <p:cond delay="0"/>
                                  </p:stCondLst>
                                  <p:childTnLst>
                                    <p:animMotion origin="layout" path="M -0.09362 0.08819 L -0.12174 0.17593 " pathEditMode="relative" rAng="0" ptsTypes="AA">
                                      <p:cBhvr>
                                        <p:cTn id="17" dur="2000" fill="hold"/>
                                        <p:tgtEl>
                                          <p:spTgt spid="32"/>
                                        </p:tgtEl>
                                        <p:attrNameLst>
                                          <p:attrName>ppt_x</p:attrName>
                                          <p:attrName>ppt_y</p:attrName>
                                        </p:attrNameLst>
                                      </p:cBhvr>
                                      <p:rCtr x="-1406" y="4375"/>
                                    </p:animMotion>
                                  </p:childTnLst>
                                </p:cTn>
                              </p:par>
                            </p:childTnLst>
                          </p:cTn>
                        </p:par>
                      </p:childTnLst>
                    </p:cTn>
                  </p:par>
                  <p:par>
                    <p:cTn id="18" fill="hold">
                      <p:stCondLst>
                        <p:cond delay="indefinite"/>
                      </p:stCondLst>
                      <p:childTnLst>
                        <p:par>
                          <p:cTn id="19" fill="hold">
                            <p:stCondLst>
                              <p:cond delay="0"/>
                            </p:stCondLst>
                            <p:childTnLst>
                              <p:par>
                                <p:cTn id="20" presetID="1" presetClass="emph" presetSubtype="2" fill="hold" nodeType="clickEffect">
                                  <p:stCondLst>
                                    <p:cond delay="0"/>
                                  </p:stCondLst>
                                  <p:childTnLst>
                                    <p:animClr clrSpc="rgb" dir="cw">
                                      <p:cBhvr>
                                        <p:cTn id="21" dur="2000" fill="hold"/>
                                        <p:tgtEl>
                                          <p:spTgt spid="47"/>
                                        </p:tgtEl>
                                        <p:attrNameLst>
                                          <p:attrName>fillcolor</p:attrName>
                                        </p:attrNameLst>
                                      </p:cBhvr>
                                      <p:to>
                                        <a:srgbClr val="FFFF00"/>
                                      </p:to>
                                    </p:animClr>
                                    <p:set>
                                      <p:cBhvr>
                                        <p:cTn id="22" dur="2000" fill="hold"/>
                                        <p:tgtEl>
                                          <p:spTgt spid="47"/>
                                        </p:tgtEl>
                                        <p:attrNameLst>
                                          <p:attrName>fill.type</p:attrName>
                                        </p:attrNameLst>
                                      </p:cBhvr>
                                      <p:to>
                                        <p:strVal val="solid"/>
                                      </p:to>
                                    </p:set>
                                    <p:set>
                                      <p:cBhvr>
                                        <p:cTn id="23" dur="2000" fill="hold"/>
                                        <p:tgtEl>
                                          <p:spTgt spid="47"/>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barn(inVertical)">
                                      <p:cBhvr>
                                        <p:cTn id="28" dur="500"/>
                                        <p:tgtEl>
                                          <p:spTgt spid="6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3" nodeType="clickEffect">
                                  <p:stCondLst>
                                    <p:cond delay="0"/>
                                  </p:stCondLst>
                                  <p:childTnLst>
                                    <p:animMotion origin="layout" path="M -0.12174 0.17593 L -0.09362 0.08819 " pathEditMode="relative" rAng="0" ptsTypes="AA">
                                      <p:cBhvr>
                                        <p:cTn id="32" dur="2000" fill="hold"/>
                                        <p:tgtEl>
                                          <p:spTgt spid="32"/>
                                        </p:tgtEl>
                                        <p:attrNameLst>
                                          <p:attrName>ppt_x</p:attrName>
                                          <p:attrName>ppt_y</p:attrName>
                                        </p:attrNameLst>
                                      </p:cBhvr>
                                      <p:rCtr x="1406" y="-4398"/>
                                    </p:animMotion>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grpId="4" nodeType="clickEffect">
                                  <p:stCondLst>
                                    <p:cond delay="0"/>
                                  </p:stCondLst>
                                  <p:childTnLst>
                                    <p:animMotion origin="layout" path="M -0.09362 0.08819 L -0.04362 0.15556 " pathEditMode="relative" rAng="0" ptsTypes="AA">
                                      <p:cBhvr>
                                        <p:cTn id="36" dur="2000" fill="hold"/>
                                        <p:tgtEl>
                                          <p:spTgt spid="32"/>
                                        </p:tgtEl>
                                        <p:attrNameLst>
                                          <p:attrName>ppt_x</p:attrName>
                                          <p:attrName>ppt_y</p:attrName>
                                        </p:attrNameLst>
                                      </p:cBhvr>
                                      <p:rCtr x="2500" y="3356"/>
                                    </p:animMotion>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5" nodeType="clickEffect">
                                  <p:stCondLst>
                                    <p:cond delay="0"/>
                                  </p:stCondLst>
                                  <p:childTnLst>
                                    <p:animMotion origin="layout" path="M -0.04362 0.15556 L -0.02174 0.27245 " pathEditMode="relative" rAng="0" ptsTypes="AA">
                                      <p:cBhvr>
                                        <p:cTn id="40" dur="2000" fill="hold"/>
                                        <p:tgtEl>
                                          <p:spTgt spid="32"/>
                                        </p:tgtEl>
                                        <p:attrNameLst>
                                          <p:attrName>ppt_x</p:attrName>
                                          <p:attrName>ppt_y</p:attrName>
                                        </p:attrNameLst>
                                      </p:cBhvr>
                                      <p:rCtr x="1094" y="5833"/>
                                    </p:animMotion>
                                  </p:childTnLst>
                                </p:cTn>
                              </p:par>
                            </p:childTnLst>
                          </p:cTn>
                        </p:par>
                      </p:childTnLst>
                    </p:cTn>
                  </p:par>
                  <p:par>
                    <p:cTn id="41" fill="hold">
                      <p:stCondLst>
                        <p:cond delay="indefinite"/>
                      </p:stCondLst>
                      <p:childTnLst>
                        <p:par>
                          <p:cTn id="42" fill="hold">
                            <p:stCondLst>
                              <p:cond delay="0"/>
                            </p:stCondLst>
                            <p:childTnLst>
                              <p:par>
                                <p:cTn id="43" presetID="1" presetClass="emph" presetSubtype="2" fill="hold" nodeType="clickEffect">
                                  <p:stCondLst>
                                    <p:cond delay="0"/>
                                  </p:stCondLst>
                                  <p:childTnLst>
                                    <p:animClr clrSpc="rgb" dir="cw">
                                      <p:cBhvr>
                                        <p:cTn id="44" dur="2000" fill="hold"/>
                                        <p:tgtEl>
                                          <p:spTgt spid="53"/>
                                        </p:tgtEl>
                                        <p:attrNameLst>
                                          <p:attrName>fillcolor</p:attrName>
                                        </p:attrNameLst>
                                      </p:cBhvr>
                                      <p:to>
                                        <a:srgbClr val="FFFF00"/>
                                      </p:to>
                                    </p:animClr>
                                    <p:set>
                                      <p:cBhvr>
                                        <p:cTn id="45" dur="2000" fill="hold"/>
                                        <p:tgtEl>
                                          <p:spTgt spid="53"/>
                                        </p:tgtEl>
                                        <p:attrNameLst>
                                          <p:attrName>fill.type</p:attrName>
                                        </p:attrNameLst>
                                      </p:cBhvr>
                                      <p:to>
                                        <p:strVal val="solid"/>
                                      </p:to>
                                    </p:set>
                                    <p:set>
                                      <p:cBhvr>
                                        <p:cTn id="46" dur="2000" fill="hold"/>
                                        <p:tgtEl>
                                          <p:spTgt spid="53"/>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barn(inVertical)">
                                      <p:cBhvr>
                                        <p:cTn id="51" dur="500"/>
                                        <p:tgtEl>
                                          <p:spTgt spid="67"/>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path" presetSubtype="0" accel="50000" decel="50000" fill="hold" grpId="6" nodeType="clickEffect">
                                  <p:stCondLst>
                                    <p:cond delay="0"/>
                                  </p:stCondLst>
                                  <p:childTnLst>
                                    <p:animMotion origin="layout" path="M -0.02174 0.27245 L -0.04362 0.15556 " pathEditMode="relative" rAng="0" ptsTypes="AA">
                                      <p:cBhvr>
                                        <p:cTn id="55" dur="2000" fill="hold"/>
                                        <p:tgtEl>
                                          <p:spTgt spid="32"/>
                                        </p:tgtEl>
                                        <p:attrNameLst>
                                          <p:attrName>ppt_x</p:attrName>
                                          <p:attrName>ppt_y</p:attrName>
                                        </p:attrNameLst>
                                      </p:cBhvr>
                                      <p:rCtr x="-1094" y="-5856"/>
                                    </p:animMotion>
                                  </p:childTnLst>
                                </p:cTn>
                              </p:par>
                            </p:childTnLst>
                          </p:cTn>
                        </p:par>
                      </p:childTnLst>
                    </p:cTn>
                  </p:par>
                  <p:par>
                    <p:cTn id="56" fill="hold">
                      <p:stCondLst>
                        <p:cond delay="indefinite"/>
                      </p:stCondLst>
                      <p:childTnLst>
                        <p:par>
                          <p:cTn id="57" fill="hold">
                            <p:stCondLst>
                              <p:cond delay="0"/>
                            </p:stCondLst>
                            <p:childTnLst>
                              <p:par>
                                <p:cTn id="58" presetID="1" presetClass="emph" presetSubtype="2" fill="hold" nodeType="clickEffect">
                                  <p:stCondLst>
                                    <p:cond delay="0"/>
                                  </p:stCondLst>
                                  <p:childTnLst>
                                    <p:animClr clrSpc="rgb" dir="cw">
                                      <p:cBhvr>
                                        <p:cTn id="59" dur="2000" fill="hold"/>
                                        <p:tgtEl>
                                          <p:spTgt spid="48"/>
                                        </p:tgtEl>
                                        <p:attrNameLst>
                                          <p:attrName>fillcolor</p:attrName>
                                        </p:attrNameLst>
                                      </p:cBhvr>
                                      <p:to>
                                        <a:srgbClr val="FFFF00"/>
                                      </p:to>
                                    </p:animClr>
                                    <p:set>
                                      <p:cBhvr>
                                        <p:cTn id="60" dur="2000" fill="hold"/>
                                        <p:tgtEl>
                                          <p:spTgt spid="48"/>
                                        </p:tgtEl>
                                        <p:attrNameLst>
                                          <p:attrName>fill.type</p:attrName>
                                        </p:attrNameLst>
                                      </p:cBhvr>
                                      <p:to>
                                        <p:strVal val="solid"/>
                                      </p:to>
                                    </p:set>
                                    <p:set>
                                      <p:cBhvr>
                                        <p:cTn id="61" dur="2000" fill="hold"/>
                                        <p:tgtEl>
                                          <p:spTgt spid="48"/>
                                        </p:tgtEl>
                                        <p:attrNameLst>
                                          <p:attrName>fill.on</p:attrName>
                                        </p:attrNameLst>
                                      </p:cBhvr>
                                      <p:to>
                                        <p:strVal val="true"/>
                                      </p:to>
                                    </p:set>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68"/>
                                        </p:tgtEl>
                                        <p:attrNameLst>
                                          <p:attrName>style.visibility</p:attrName>
                                        </p:attrNameLst>
                                      </p:cBhvr>
                                      <p:to>
                                        <p:strVal val="visible"/>
                                      </p:to>
                                    </p:set>
                                    <p:animEffect transition="in" filter="barn(inVertical)">
                                      <p:cBhvr>
                                        <p:cTn id="66" dur="500"/>
                                        <p:tgtEl>
                                          <p:spTgt spid="68"/>
                                        </p:tgtEl>
                                      </p:cBhvr>
                                    </p:animEffect>
                                  </p:childTnLst>
                                </p:cTn>
                              </p:par>
                            </p:childTnLst>
                          </p:cTn>
                        </p:par>
                      </p:childTnLst>
                    </p:cTn>
                  </p:par>
                  <p:par>
                    <p:cTn id="67" fill="hold">
                      <p:stCondLst>
                        <p:cond delay="indefinite"/>
                      </p:stCondLst>
                      <p:childTnLst>
                        <p:par>
                          <p:cTn id="68" fill="hold">
                            <p:stCondLst>
                              <p:cond delay="0"/>
                            </p:stCondLst>
                            <p:childTnLst>
                              <p:par>
                                <p:cTn id="69" presetID="42" presetClass="path" presetSubtype="0" accel="50000" decel="50000" fill="hold" grpId="7" nodeType="clickEffect">
                                  <p:stCondLst>
                                    <p:cond delay="0"/>
                                  </p:stCondLst>
                                  <p:childTnLst>
                                    <p:animMotion origin="layout" path="M -0.04362 0.15556 L -0.09362 0.08819 " pathEditMode="relative" rAng="0" ptsTypes="AA">
                                      <p:cBhvr>
                                        <p:cTn id="70" dur="2000" fill="hold"/>
                                        <p:tgtEl>
                                          <p:spTgt spid="32"/>
                                        </p:tgtEl>
                                        <p:attrNameLst>
                                          <p:attrName>ppt_x</p:attrName>
                                          <p:attrName>ppt_y</p:attrName>
                                        </p:attrNameLst>
                                      </p:cBhvr>
                                      <p:rCtr x="-2500" y="-3380"/>
                                    </p:animMotion>
                                  </p:childTnLst>
                                </p:cTn>
                              </p:par>
                            </p:childTnLst>
                          </p:cTn>
                        </p:par>
                      </p:childTnLst>
                    </p:cTn>
                  </p:par>
                  <p:par>
                    <p:cTn id="71" fill="hold">
                      <p:stCondLst>
                        <p:cond delay="indefinite"/>
                      </p:stCondLst>
                      <p:childTnLst>
                        <p:par>
                          <p:cTn id="72" fill="hold">
                            <p:stCondLst>
                              <p:cond delay="0"/>
                            </p:stCondLst>
                            <p:childTnLst>
                              <p:par>
                                <p:cTn id="73" presetID="1" presetClass="emph" presetSubtype="2" fill="hold" nodeType="clickEffect">
                                  <p:stCondLst>
                                    <p:cond delay="0"/>
                                  </p:stCondLst>
                                  <p:childTnLst>
                                    <p:animClr clrSpc="rgb" dir="cw">
                                      <p:cBhvr>
                                        <p:cTn id="74" dur="2000" fill="hold"/>
                                        <p:tgtEl>
                                          <p:spTgt spid="46"/>
                                        </p:tgtEl>
                                        <p:attrNameLst>
                                          <p:attrName>fillcolor</p:attrName>
                                        </p:attrNameLst>
                                      </p:cBhvr>
                                      <p:to>
                                        <a:srgbClr val="FFFF00"/>
                                      </p:to>
                                    </p:animClr>
                                    <p:set>
                                      <p:cBhvr>
                                        <p:cTn id="75" dur="2000" fill="hold"/>
                                        <p:tgtEl>
                                          <p:spTgt spid="46"/>
                                        </p:tgtEl>
                                        <p:attrNameLst>
                                          <p:attrName>fill.type</p:attrName>
                                        </p:attrNameLst>
                                      </p:cBhvr>
                                      <p:to>
                                        <p:strVal val="solid"/>
                                      </p:to>
                                    </p:set>
                                    <p:set>
                                      <p:cBhvr>
                                        <p:cTn id="76" dur="2000" fill="hold"/>
                                        <p:tgtEl>
                                          <p:spTgt spid="46"/>
                                        </p:tgtEl>
                                        <p:attrNameLst>
                                          <p:attrName>fill.on</p:attrName>
                                        </p:attrNameLst>
                                      </p:cBhvr>
                                      <p:to>
                                        <p:strVal val="true"/>
                                      </p:to>
                                    </p:se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69"/>
                                        </p:tgtEl>
                                        <p:attrNameLst>
                                          <p:attrName>style.visibility</p:attrName>
                                        </p:attrNameLst>
                                      </p:cBhvr>
                                      <p:to>
                                        <p:strVal val="visible"/>
                                      </p:to>
                                    </p:set>
                                    <p:animEffect transition="in" filter="barn(inVertical)">
                                      <p:cBhvr>
                                        <p:cTn id="81" dur="500"/>
                                        <p:tgtEl>
                                          <p:spTgt spid="69"/>
                                        </p:tgtEl>
                                      </p:cBhvr>
                                    </p:animEffect>
                                  </p:childTnLst>
                                </p:cTn>
                              </p:par>
                            </p:childTnLst>
                          </p:cTn>
                        </p:par>
                      </p:childTnLst>
                    </p:cTn>
                  </p:par>
                  <p:par>
                    <p:cTn id="82" fill="hold">
                      <p:stCondLst>
                        <p:cond delay="indefinite"/>
                      </p:stCondLst>
                      <p:childTnLst>
                        <p:par>
                          <p:cTn id="83" fill="hold">
                            <p:stCondLst>
                              <p:cond delay="0"/>
                            </p:stCondLst>
                            <p:childTnLst>
                              <p:par>
                                <p:cTn id="84" presetID="42" presetClass="path" presetSubtype="0" accel="50000" decel="50000" fill="hold" grpId="8" nodeType="clickEffect">
                                  <p:stCondLst>
                                    <p:cond delay="0"/>
                                  </p:stCondLst>
                                  <p:childTnLst>
                                    <p:animMotion origin="layout" path="M -0.09362 0.08819 L -3.95833E-6 3.7037E-7 " pathEditMode="relative" rAng="0" ptsTypes="AA">
                                      <p:cBhvr>
                                        <p:cTn id="85" dur="2000" fill="hold"/>
                                        <p:tgtEl>
                                          <p:spTgt spid="32"/>
                                        </p:tgtEl>
                                        <p:attrNameLst>
                                          <p:attrName>ppt_x</p:attrName>
                                          <p:attrName>ppt_y</p:attrName>
                                        </p:attrNameLst>
                                      </p:cBhvr>
                                      <p:rCtr x="4674" y="-4421"/>
                                    </p:animMotion>
                                  </p:childTnLst>
                                </p:cTn>
                              </p:par>
                            </p:childTnLst>
                          </p:cTn>
                        </p:par>
                      </p:childTnLst>
                    </p:cTn>
                  </p:par>
                  <p:par>
                    <p:cTn id="86" fill="hold">
                      <p:stCondLst>
                        <p:cond delay="indefinite"/>
                      </p:stCondLst>
                      <p:childTnLst>
                        <p:par>
                          <p:cTn id="87" fill="hold">
                            <p:stCondLst>
                              <p:cond delay="0"/>
                            </p:stCondLst>
                            <p:childTnLst>
                              <p:par>
                                <p:cTn id="88" presetID="42" presetClass="path" presetSubtype="0" accel="50000" decel="50000" fill="hold" grpId="9" nodeType="clickEffect">
                                  <p:stCondLst>
                                    <p:cond delay="0"/>
                                  </p:stCondLst>
                                  <p:childTnLst>
                                    <p:animMotion origin="layout" path="M -3.95833E-6 3.7037E-7 L 0.09597 0.06921 " pathEditMode="relative" rAng="0" ptsTypes="AA">
                                      <p:cBhvr>
                                        <p:cTn id="89" dur="2000" fill="hold"/>
                                        <p:tgtEl>
                                          <p:spTgt spid="32"/>
                                        </p:tgtEl>
                                        <p:attrNameLst>
                                          <p:attrName>ppt_x</p:attrName>
                                          <p:attrName>ppt_y</p:attrName>
                                        </p:attrNameLst>
                                      </p:cBhvr>
                                      <p:rCtr x="4792" y="3449"/>
                                    </p:animMotion>
                                  </p:childTnLst>
                                </p:cTn>
                              </p:par>
                            </p:childTnLst>
                          </p:cTn>
                        </p:par>
                      </p:childTnLst>
                    </p:cTn>
                  </p:par>
                  <p:par>
                    <p:cTn id="90" fill="hold">
                      <p:stCondLst>
                        <p:cond delay="indefinite"/>
                      </p:stCondLst>
                      <p:childTnLst>
                        <p:par>
                          <p:cTn id="91" fill="hold">
                            <p:stCondLst>
                              <p:cond delay="0"/>
                            </p:stCondLst>
                            <p:childTnLst>
                              <p:par>
                                <p:cTn id="92" presetID="42" presetClass="path" presetSubtype="0" accel="50000" decel="50000" fill="hold" grpId="10" nodeType="clickEffect">
                                  <p:stCondLst>
                                    <p:cond delay="0"/>
                                  </p:stCondLst>
                                  <p:childTnLst>
                                    <p:animMotion origin="layout" path="M 0.09597 0.06921 L 0.04362 0.17755 " pathEditMode="relative" rAng="0" ptsTypes="AA">
                                      <p:cBhvr>
                                        <p:cTn id="93" dur="2000" fill="hold"/>
                                        <p:tgtEl>
                                          <p:spTgt spid="32"/>
                                        </p:tgtEl>
                                        <p:attrNameLst>
                                          <p:attrName>ppt_x</p:attrName>
                                          <p:attrName>ppt_y</p:attrName>
                                        </p:attrNameLst>
                                      </p:cBhvr>
                                      <p:rCtr x="-2617" y="5417"/>
                                    </p:animMotion>
                                  </p:childTnLst>
                                </p:cTn>
                              </p:par>
                            </p:childTnLst>
                          </p:cTn>
                        </p:par>
                      </p:childTnLst>
                    </p:cTn>
                  </p:par>
                  <p:par>
                    <p:cTn id="94" fill="hold">
                      <p:stCondLst>
                        <p:cond delay="indefinite"/>
                      </p:stCondLst>
                      <p:childTnLst>
                        <p:par>
                          <p:cTn id="95" fill="hold">
                            <p:stCondLst>
                              <p:cond delay="0"/>
                            </p:stCondLst>
                            <p:childTnLst>
                              <p:par>
                                <p:cTn id="96" presetID="1" presetClass="emph" presetSubtype="2" fill="hold" nodeType="clickEffect">
                                  <p:stCondLst>
                                    <p:cond delay="0"/>
                                  </p:stCondLst>
                                  <p:childTnLst>
                                    <p:animClr clrSpc="rgb" dir="cw">
                                      <p:cBhvr>
                                        <p:cTn id="97" dur="2000" fill="hold"/>
                                        <p:tgtEl>
                                          <p:spTgt spid="50"/>
                                        </p:tgtEl>
                                        <p:attrNameLst>
                                          <p:attrName>fillcolor</p:attrName>
                                        </p:attrNameLst>
                                      </p:cBhvr>
                                      <p:to>
                                        <a:srgbClr val="FFFF00"/>
                                      </p:to>
                                    </p:animClr>
                                    <p:set>
                                      <p:cBhvr>
                                        <p:cTn id="98" dur="2000" fill="hold"/>
                                        <p:tgtEl>
                                          <p:spTgt spid="50"/>
                                        </p:tgtEl>
                                        <p:attrNameLst>
                                          <p:attrName>fill.type</p:attrName>
                                        </p:attrNameLst>
                                      </p:cBhvr>
                                      <p:to>
                                        <p:strVal val="solid"/>
                                      </p:to>
                                    </p:set>
                                    <p:set>
                                      <p:cBhvr>
                                        <p:cTn id="99" dur="2000" fill="hold"/>
                                        <p:tgtEl>
                                          <p:spTgt spid="50"/>
                                        </p:tgtEl>
                                        <p:attrNameLst>
                                          <p:attrName>fill.on</p:attrName>
                                        </p:attrNameLst>
                                      </p:cBhvr>
                                      <p:to>
                                        <p:strVal val="true"/>
                                      </p:to>
                                    </p:set>
                                  </p:childTnLst>
                                </p:cTn>
                              </p:par>
                            </p:childTnLst>
                          </p:cTn>
                        </p:par>
                      </p:childTnLst>
                    </p:cTn>
                  </p:par>
                  <p:par>
                    <p:cTn id="100" fill="hold">
                      <p:stCondLst>
                        <p:cond delay="indefinite"/>
                      </p:stCondLst>
                      <p:childTnLst>
                        <p:par>
                          <p:cTn id="101" fill="hold">
                            <p:stCondLst>
                              <p:cond delay="0"/>
                            </p:stCondLst>
                            <p:childTnLst>
                              <p:par>
                                <p:cTn id="102" presetID="16" presetClass="entr" presetSubtype="21" fill="hold" grpId="0" nodeType="clickEffect">
                                  <p:stCondLst>
                                    <p:cond delay="0"/>
                                  </p:stCondLst>
                                  <p:childTnLst>
                                    <p:set>
                                      <p:cBhvr>
                                        <p:cTn id="103" dur="1" fill="hold">
                                          <p:stCondLst>
                                            <p:cond delay="0"/>
                                          </p:stCondLst>
                                        </p:cTn>
                                        <p:tgtEl>
                                          <p:spTgt spid="70"/>
                                        </p:tgtEl>
                                        <p:attrNameLst>
                                          <p:attrName>style.visibility</p:attrName>
                                        </p:attrNameLst>
                                      </p:cBhvr>
                                      <p:to>
                                        <p:strVal val="visible"/>
                                      </p:to>
                                    </p:set>
                                    <p:animEffect transition="in" filter="barn(inVertical)">
                                      <p:cBhvr>
                                        <p:cTn id="104" dur="500"/>
                                        <p:tgtEl>
                                          <p:spTgt spid="70"/>
                                        </p:tgtEl>
                                      </p:cBhvr>
                                    </p:animEffect>
                                  </p:childTnLst>
                                </p:cTn>
                              </p:par>
                            </p:childTnLst>
                          </p:cTn>
                        </p:par>
                      </p:childTnLst>
                    </p:cTn>
                  </p:par>
                  <p:par>
                    <p:cTn id="105" fill="hold">
                      <p:stCondLst>
                        <p:cond delay="indefinite"/>
                      </p:stCondLst>
                      <p:childTnLst>
                        <p:par>
                          <p:cTn id="106" fill="hold">
                            <p:stCondLst>
                              <p:cond delay="0"/>
                            </p:stCondLst>
                            <p:childTnLst>
                              <p:par>
                                <p:cTn id="107" presetID="42" presetClass="path" presetSubtype="0" accel="50000" decel="50000" fill="hold" grpId="11" nodeType="clickEffect">
                                  <p:stCondLst>
                                    <p:cond delay="0"/>
                                  </p:stCondLst>
                                  <p:childTnLst>
                                    <p:animMotion origin="layout" path="M 0.04362 0.17755 L 0.09597 0.06921 " pathEditMode="relative" rAng="0" ptsTypes="AA">
                                      <p:cBhvr>
                                        <p:cTn id="108" dur="2000" fill="hold"/>
                                        <p:tgtEl>
                                          <p:spTgt spid="32"/>
                                        </p:tgtEl>
                                        <p:attrNameLst>
                                          <p:attrName>ppt_x</p:attrName>
                                          <p:attrName>ppt_y</p:attrName>
                                        </p:attrNameLst>
                                      </p:cBhvr>
                                      <p:rCtr x="2617" y="-5417"/>
                                    </p:animMotion>
                                  </p:childTnLst>
                                </p:cTn>
                              </p:par>
                            </p:childTnLst>
                          </p:cTn>
                        </p:par>
                      </p:childTnLst>
                    </p:cTn>
                  </p:par>
                  <p:par>
                    <p:cTn id="109" fill="hold">
                      <p:stCondLst>
                        <p:cond delay="indefinite"/>
                      </p:stCondLst>
                      <p:childTnLst>
                        <p:par>
                          <p:cTn id="110" fill="hold">
                            <p:stCondLst>
                              <p:cond delay="0"/>
                            </p:stCondLst>
                            <p:childTnLst>
                              <p:par>
                                <p:cTn id="111" presetID="42" presetClass="path" presetSubtype="0" accel="50000" decel="50000" fill="hold" grpId="12" nodeType="clickEffect">
                                  <p:stCondLst>
                                    <p:cond delay="0"/>
                                  </p:stCondLst>
                                  <p:childTnLst>
                                    <p:animMotion origin="layout" path="M 0.09597 0.06921 L 0.13086 0.18403 " pathEditMode="relative" rAng="0" ptsTypes="AA">
                                      <p:cBhvr>
                                        <p:cTn id="112" dur="2000" fill="hold"/>
                                        <p:tgtEl>
                                          <p:spTgt spid="32"/>
                                        </p:tgtEl>
                                        <p:attrNameLst>
                                          <p:attrName>ppt_x</p:attrName>
                                          <p:attrName>ppt_y</p:attrName>
                                        </p:attrNameLst>
                                      </p:cBhvr>
                                      <p:rCtr x="1745" y="5741"/>
                                    </p:animMotion>
                                  </p:childTnLst>
                                </p:cTn>
                              </p:par>
                            </p:childTnLst>
                          </p:cTn>
                        </p:par>
                      </p:childTnLst>
                    </p:cTn>
                  </p:par>
                  <p:par>
                    <p:cTn id="113" fill="hold">
                      <p:stCondLst>
                        <p:cond delay="indefinite"/>
                      </p:stCondLst>
                      <p:childTnLst>
                        <p:par>
                          <p:cTn id="114" fill="hold">
                            <p:stCondLst>
                              <p:cond delay="0"/>
                            </p:stCondLst>
                            <p:childTnLst>
                              <p:par>
                                <p:cTn id="115" presetID="42" presetClass="path" presetSubtype="0" accel="50000" decel="50000" fill="hold" grpId="13" nodeType="clickEffect">
                                  <p:stCondLst>
                                    <p:cond delay="0"/>
                                  </p:stCondLst>
                                  <p:childTnLst>
                                    <p:animMotion origin="layout" path="M 0.13086 0.18403 L 0.10222 0.26574 " pathEditMode="relative" rAng="0" ptsTypes="AA">
                                      <p:cBhvr>
                                        <p:cTn id="116" dur="2000" fill="hold"/>
                                        <p:tgtEl>
                                          <p:spTgt spid="32"/>
                                        </p:tgtEl>
                                        <p:attrNameLst>
                                          <p:attrName>ppt_x</p:attrName>
                                          <p:attrName>ppt_y</p:attrName>
                                        </p:attrNameLst>
                                      </p:cBhvr>
                                      <p:rCtr x="-1432" y="4074"/>
                                    </p:animMotion>
                                  </p:childTnLst>
                                </p:cTn>
                              </p:par>
                            </p:childTnLst>
                          </p:cTn>
                        </p:par>
                      </p:childTnLst>
                    </p:cTn>
                  </p:par>
                  <p:par>
                    <p:cTn id="117" fill="hold">
                      <p:stCondLst>
                        <p:cond delay="indefinite"/>
                      </p:stCondLst>
                      <p:childTnLst>
                        <p:par>
                          <p:cTn id="118" fill="hold">
                            <p:stCondLst>
                              <p:cond delay="0"/>
                            </p:stCondLst>
                            <p:childTnLst>
                              <p:par>
                                <p:cTn id="119" presetID="1" presetClass="emph" presetSubtype="2" fill="hold" nodeType="clickEffect">
                                  <p:stCondLst>
                                    <p:cond delay="0"/>
                                  </p:stCondLst>
                                  <p:childTnLst>
                                    <p:animClr clrSpc="rgb" dir="cw">
                                      <p:cBhvr>
                                        <p:cTn id="120" dur="2000" fill="hold"/>
                                        <p:tgtEl>
                                          <p:spTgt spid="55"/>
                                        </p:tgtEl>
                                        <p:attrNameLst>
                                          <p:attrName>fillcolor</p:attrName>
                                        </p:attrNameLst>
                                      </p:cBhvr>
                                      <p:to>
                                        <a:srgbClr val="FFFF00"/>
                                      </p:to>
                                    </p:animClr>
                                    <p:set>
                                      <p:cBhvr>
                                        <p:cTn id="121" dur="2000" fill="hold"/>
                                        <p:tgtEl>
                                          <p:spTgt spid="55"/>
                                        </p:tgtEl>
                                        <p:attrNameLst>
                                          <p:attrName>fill.type</p:attrName>
                                        </p:attrNameLst>
                                      </p:cBhvr>
                                      <p:to>
                                        <p:strVal val="solid"/>
                                      </p:to>
                                    </p:set>
                                    <p:set>
                                      <p:cBhvr>
                                        <p:cTn id="122" dur="2000" fill="hold"/>
                                        <p:tgtEl>
                                          <p:spTgt spid="55"/>
                                        </p:tgtEl>
                                        <p:attrNameLst>
                                          <p:attrName>fill.on</p:attrName>
                                        </p:attrNameLst>
                                      </p:cBhvr>
                                      <p:to>
                                        <p:strVal val="true"/>
                                      </p:to>
                                    </p:set>
                                  </p:childTnLst>
                                </p:cTn>
                              </p:par>
                            </p:childTnLst>
                          </p:cTn>
                        </p:par>
                      </p:childTnLst>
                    </p:cTn>
                  </p:par>
                  <p:par>
                    <p:cTn id="123" fill="hold">
                      <p:stCondLst>
                        <p:cond delay="indefinite"/>
                      </p:stCondLst>
                      <p:childTnLst>
                        <p:par>
                          <p:cTn id="124" fill="hold">
                            <p:stCondLst>
                              <p:cond delay="0"/>
                            </p:stCondLst>
                            <p:childTnLst>
                              <p:par>
                                <p:cTn id="125" presetID="16" presetClass="entr" presetSubtype="21" fill="hold" grpId="0" nodeType="clickEffect">
                                  <p:stCondLst>
                                    <p:cond delay="0"/>
                                  </p:stCondLst>
                                  <p:childTnLst>
                                    <p:set>
                                      <p:cBhvr>
                                        <p:cTn id="126" dur="1" fill="hold">
                                          <p:stCondLst>
                                            <p:cond delay="0"/>
                                          </p:stCondLst>
                                        </p:cTn>
                                        <p:tgtEl>
                                          <p:spTgt spid="71"/>
                                        </p:tgtEl>
                                        <p:attrNameLst>
                                          <p:attrName>style.visibility</p:attrName>
                                        </p:attrNameLst>
                                      </p:cBhvr>
                                      <p:to>
                                        <p:strVal val="visible"/>
                                      </p:to>
                                    </p:set>
                                    <p:animEffect transition="in" filter="barn(inVertical)">
                                      <p:cBhvr>
                                        <p:cTn id="127" dur="500"/>
                                        <p:tgtEl>
                                          <p:spTgt spid="71"/>
                                        </p:tgtEl>
                                      </p:cBhvr>
                                    </p:animEffect>
                                  </p:childTnLst>
                                </p:cTn>
                              </p:par>
                            </p:childTnLst>
                          </p:cTn>
                        </p:par>
                      </p:childTnLst>
                    </p:cTn>
                  </p:par>
                  <p:par>
                    <p:cTn id="128" fill="hold">
                      <p:stCondLst>
                        <p:cond delay="indefinite"/>
                      </p:stCondLst>
                      <p:childTnLst>
                        <p:par>
                          <p:cTn id="129" fill="hold">
                            <p:stCondLst>
                              <p:cond delay="0"/>
                            </p:stCondLst>
                            <p:childTnLst>
                              <p:par>
                                <p:cTn id="130" presetID="42" presetClass="path" presetSubtype="0" accel="50000" decel="50000" fill="hold" grpId="14" nodeType="clickEffect">
                                  <p:stCondLst>
                                    <p:cond delay="0"/>
                                  </p:stCondLst>
                                  <p:childTnLst>
                                    <p:animMotion origin="layout" path="M 0.10222 0.26574 L 0.13086 0.18403 " pathEditMode="relative" rAng="0" ptsTypes="AA">
                                      <p:cBhvr>
                                        <p:cTn id="131" dur="2000" fill="hold"/>
                                        <p:tgtEl>
                                          <p:spTgt spid="32"/>
                                        </p:tgtEl>
                                        <p:attrNameLst>
                                          <p:attrName>ppt_x</p:attrName>
                                          <p:attrName>ppt_y</p:attrName>
                                        </p:attrNameLst>
                                      </p:cBhvr>
                                      <p:rCtr x="1432" y="-4097"/>
                                    </p:animMotion>
                                  </p:childTnLst>
                                </p:cTn>
                              </p:par>
                            </p:childTnLst>
                          </p:cTn>
                        </p:par>
                      </p:childTnLst>
                    </p:cTn>
                  </p:par>
                  <p:par>
                    <p:cTn id="132" fill="hold">
                      <p:stCondLst>
                        <p:cond delay="indefinite"/>
                      </p:stCondLst>
                      <p:childTnLst>
                        <p:par>
                          <p:cTn id="133" fill="hold">
                            <p:stCondLst>
                              <p:cond delay="0"/>
                            </p:stCondLst>
                            <p:childTnLst>
                              <p:par>
                                <p:cTn id="134" presetID="1" presetClass="emph" presetSubtype="2" fill="hold" nodeType="clickEffect">
                                  <p:stCondLst>
                                    <p:cond delay="0"/>
                                  </p:stCondLst>
                                  <p:childTnLst>
                                    <p:animClr clrSpc="rgb" dir="cw">
                                      <p:cBhvr>
                                        <p:cTn id="135" dur="2000" fill="hold"/>
                                        <p:tgtEl>
                                          <p:spTgt spid="51"/>
                                        </p:tgtEl>
                                        <p:attrNameLst>
                                          <p:attrName>fillcolor</p:attrName>
                                        </p:attrNameLst>
                                      </p:cBhvr>
                                      <p:to>
                                        <a:srgbClr val="FFFF00"/>
                                      </p:to>
                                    </p:animClr>
                                    <p:set>
                                      <p:cBhvr>
                                        <p:cTn id="136" dur="2000" fill="hold"/>
                                        <p:tgtEl>
                                          <p:spTgt spid="51"/>
                                        </p:tgtEl>
                                        <p:attrNameLst>
                                          <p:attrName>fill.type</p:attrName>
                                        </p:attrNameLst>
                                      </p:cBhvr>
                                      <p:to>
                                        <p:strVal val="solid"/>
                                      </p:to>
                                    </p:set>
                                    <p:set>
                                      <p:cBhvr>
                                        <p:cTn id="137" dur="2000" fill="hold"/>
                                        <p:tgtEl>
                                          <p:spTgt spid="51"/>
                                        </p:tgtEl>
                                        <p:attrNameLst>
                                          <p:attrName>fill.on</p:attrName>
                                        </p:attrNameLst>
                                      </p:cBhvr>
                                      <p:to>
                                        <p:strVal val="true"/>
                                      </p:to>
                                    </p:set>
                                  </p:childTnLst>
                                </p:cTn>
                              </p:par>
                            </p:childTnLst>
                          </p:cTn>
                        </p:par>
                      </p:childTnLst>
                    </p:cTn>
                  </p:par>
                  <p:par>
                    <p:cTn id="138" fill="hold">
                      <p:stCondLst>
                        <p:cond delay="indefinite"/>
                      </p:stCondLst>
                      <p:childTnLst>
                        <p:par>
                          <p:cTn id="139" fill="hold">
                            <p:stCondLst>
                              <p:cond delay="0"/>
                            </p:stCondLst>
                            <p:childTnLst>
                              <p:par>
                                <p:cTn id="140" presetID="16" presetClass="entr" presetSubtype="21" fill="hold" grpId="0" nodeType="clickEffect">
                                  <p:stCondLst>
                                    <p:cond delay="0"/>
                                  </p:stCondLst>
                                  <p:childTnLst>
                                    <p:set>
                                      <p:cBhvr>
                                        <p:cTn id="141" dur="1" fill="hold">
                                          <p:stCondLst>
                                            <p:cond delay="0"/>
                                          </p:stCondLst>
                                        </p:cTn>
                                        <p:tgtEl>
                                          <p:spTgt spid="72"/>
                                        </p:tgtEl>
                                        <p:attrNameLst>
                                          <p:attrName>style.visibility</p:attrName>
                                        </p:attrNameLst>
                                      </p:cBhvr>
                                      <p:to>
                                        <p:strVal val="visible"/>
                                      </p:to>
                                    </p:set>
                                    <p:animEffect transition="in" filter="barn(inVertical)">
                                      <p:cBhvr>
                                        <p:cTn id="142" dur="500"/>
                                        <p:tgtEl>
                                          <p:spTgt spid="72"/>
                                        </p:tgtEl>
                                      </p:cBhvr>
                                    </p:animEffect>
                                  </p:childTnLst>
                                </p:cTn>
                              </p:par>
                            </p:childTnLst>
                          </p:cTn>
                        </p:par>
                      </p:childTnLst>
                    </p:cTn>
                  </p:par>
                  <p:par>
                    <p:cTn id="143" fill="hold">
                      <p:stCondLst>
                        <p:cond delay="indefinite"/>
                      </p:stCondLst>
                      <p:childTnLst>
                        <p:par>
                          <p:cTn id="144" fill="hold">
                            <p:stCondLst>
                              <p:cond delay="0"/>
                            </p:stCondLst>
                            <p:childTnLst>
                              <p:par>
                                <p:cTn id="145" presetID="42" presetClass="path" presetSubtype="0" accel="50000" decel="50000" fill="hold" grpId="15" nodeType="clickEffect">
                                  <p:stCondLst>
                                    <p:cond delay="0"/>
                                  </p:stCondLst>
                                  <p:childTnLst>
                                    <p:animMotion origin="layout" path="M 0.13086 0.18403 L 0.09597 0.06921 " pathEditMode="relative" rAng="0" ptsTypes="AA">
                                      <p:cBhvr>
                                        <p:cTn id="146" dur="2000" fill="hold"/>
                                        <p:tgtEl>
                                          <p:spTgt spid="32"/>
                                        </p:tgtEl>
                                        <p:attrNameLst>
                                          <p:attrName>ppt_x</p:attrName>
                                          <p:attrName>ppt_y</p:attrName>
                                        </p:attrNameLst>
                                      </p:cBhvr>
                                      <p:rCtr x="-1745" y="-5741"/>
                                    </p:animMotion>
                                  </p:childTnLst>
                                </p:cTn>
                              </p:par>
                            </p:childTnLst>
                          </p:cTn>
                        </p:par>
                      </p:childTnLst>
                    </p:cTn>
                  </p:par>
                  <p:par>
                    <p:cTn id="147" fill="hold">
                      <p:stCondLst>
                        <p:cond delay="indefinite"/>
                      </p:stCondLst>
                      <p:childTnLst>
                        <p:par>
                          <p:cTn id="148" fill="hold">
                            <p:stCondLst>
                              <p:cond delay="0"/>
                            </p:stCondLst>
                            <p:childTnLst>
                              <p:par>
                                <p:cTn id="149" presetID="1" presetClass="emph" presetSubtype="2" fill="hold" nodeType="clickEffect">
                                  <p:stCondLst>
                                    <p:cond delay="0"/>
                                  </p:stCondLst>
                                  <p:childTnLst>
                                    <p:animClr clrSpc="rgb" dir="cw">
                                      <p:cBhvr>
                                        <p:cTn id="150" dur="2000" fill="hold"/>
                                        <p:tgtEl>
                                          <p:spTgt spid="49"/>
                                        </p:tgtEl>
                                        <p:attrNameLst>
                                          <p:attrName>fillcolor</p:attrName>
                                        </p:attrNameLst>
                                      </p:cBhvr>
                                      <p:to>
                                        <a:srgbClr val="FFFF00"/>
                                      </p:to>
                                    </p:animClr>
                                    <p:set>
                                      <p:cBhvr>
                                        <p:cTn id="151" dur="2000" fill="hold"/>
                                        <p:tgtEl>
                                          <p:spTgt spid="49"/>
                                        </p:tgtEl>
                                        <p:attrNameLst>
                                          <p:attrName>fill.type</p:attrName>
                                        </p:attrNameLst>
                                      </p:cBhvr>
                                      <p:to>
                                        <p:strVal val="solid"/>
                                      </p:to>
                                    </p:set>
                                    <p:set>
                                      <p:cBhvr>
                                        <p:cTn id="152" dur="2000" fill="hold"/>
                                        <p:tgtEl>
                                          <p:spTgt spid="49"/>
                                        </p:tgtEl>
                                        <p:attrNameLst>
                                          <p:attrName>fill.on</p:attrName>
                                        </p:attrNameLst>
                                      </p:cBhvr>
                                      <p:to>
                                        <p:strVal val="true"/>
                                      </p:to>
                                    </p:set>
                                  </p:childTnLst>
                                </p:cTn>
                              </p:par>
                            </p:childTnLst>
                          </p:cTn>
                        </p:par>
                      </p:childTnLst>
                    </p:cTn>
                  </p:par>
                  <p:par>
                    <p:cTn id="153" fill="hold">
                      <p:stCondLst>
                        <p:cond delay="indefinite"/>
                      </p:stCondLst>
                      <p:childTnLst>
                        <p:par>
                          <p:cTn id="154" fill="hold">
                            <p:stCondLst>
                              <p:cond delay="0"/>
                            </p:stCondLst>
                            <p:childTnLst>
                              <p:par>
                                <p:cTn id="155" presetID="16" presetClass="entr" presetSubtype="21" fill="hold" grpId="0" nodeType="clickEffect">
                                  <p:stCondLst>
                                    <p:cond delay="0"/>
                                  </p:stCondLst>
                                  <p:childTnLst>
                                    <p:set>
                                      <p:cBhvr>
                                        <p:cTn id="156" dur="1" fill="hold">
                                          <p:stCondLst>
                                            <p:cond delay="0"/>
                                          </p:stCondLst>
                                        </p:cTn>
                                        <p:tgtEl>
                                          <p:spTgt spid="73"/>
                                        </p:tgtEl>
                                        <p:attrNameLst>
                                          <p:attrName>style.visibility</p:attrName>
                                        </p:attrNameLst>
                                      </p:cBhvr>
                                      <p:to>
                                        <p:strVal val="visible"/>
                                      </p:to>
                                    </p:set>
                                    <p:animEffect transition="in" filter="barn(inVertical)">
                                      <p:cBhvr>
                                        <p:cTn id="157" dur="500"/>
                                        <p:tgtEl>
                                          <p:spTgt spid="73"/>
                                        </p:tgtEl>
                                      </p:cBhvr>
                                    </p:animEffect>
                                  </p:childTnLst>
                                </p:cTn>
                              </p:par>
                            </p:childTnLst>
                          </p:cTn>
                        </p:par>
                      </p:childTnLst>
                    </p:cTn>
                  </p:par>
                  <p:par>
                    <p:cTn id="158" fill="hold">
                      <p:stCondLst>
                        <p:cond delay="indefinite"/>
                      </p:stCondLst>
                      <p:childTnLst>
                        <p:par>
                          <p:cTn id="159" fill="hold">
                            <p:stCondLst>
                              <p:cond delay="0"/>
                            </p:stCondLst>
                            <p:childTnLst>
                              <p:par>
                                <p:cTn id="160" presetID="42" presetClass="path" presetSubtype="0" accel="50000" decel="50000" fill="hold" grpId="16" nodeType="clickEffect">
                                  <p:stCondLst>
                                    <p:cond delay="0"/>
                                  </p:stCondLst>
                                  <p:childTnLst>
                                    <p:animMotion origin="layout" path="M 0.09597 0.06921 L -3.95833E-6 3.7037E-7 " pathEditMode="relative" rAng="0" ptsTypes="AA">
                                      <p:cBhvr>
                                        <p:cTn id="161" dur="2000" fill="hold"/>
                                        <p:tgtEl>
                                          <p:spTgt spid="32"/>
                                        </p:tgtEl>
                                        <p:attrNameLst>
                                          <p:attrName>ppt_x</p:attrName>
                                          <p:attrName>ppt_y</p:attrName>
                                        </p:attrNameLst>
                                      </p:cBhvr>
                                      <p:rCtr x="-4805" y="-3472"/>
                                    </p:animMotion>
                                  </p:childTnLst>
                                </p:cTn>
                              </p:par>
                            </p:childTnLst>
                          </p:cTn>
                        </p:par>
                      </p:childTnLst>
                    </p:cTn>
                  </p:par>
                  <p:par>
                    <p:cTn id="162" fill="hold">
                      <p:stCondLst>
                        <p:cond delay="indefinite"/>
                      </p:stCondLst>
                      <p:childTnLst>
                        <p:par>
                          <p:cTn id="163" fill="hold">
                            <p:stCondLst>
                              <p:cond delay="0"/>
                            </p:stCondLst>
                            <p:childTnLst>
                              <p:par>
                                <p:cTn id="164" presetID="1" presetClass="emph" presetSubtype="2" fill="hold" nodeType="clickEffect">
                                  <p:stCondLst>
                                    <p:cond delay="0"/>
                                  </p:stCondLst>
                                  <p:childTnLst>
                                    <p:animClr clrSpc="rgb" dir="cw">
                                      <p:cBhvr>
                                        <p:cTn id="165" dur="2000" fill="hold"/>
                                        <p:tgtEl>
                                          <p:spTgt spid="45"/>
                                        </p:tgtEl>
                                        <p:attrNameLst>
                                          <p:attrName>fillcolor</p:attrName>
                                        </p:attrNameLst>
                                      </p:cBhvr>
                                      <p:to>
                                        <a:srgbClr val="FFFF00"/>
                                      </p:to>
                                    </p:animClr>
                                    <p:set>
                                      <p:cBhvr>
                                        <p:cTn id="166" dur="2000" fill="hold"/>
                                        <p:tgtEl>
                                          <p:spTgt spid="45"/>
                                        </p:tgtEl>
                                        <p:attrNameLst>
                                          <p:attrName>fill.type</p:attrName>
                                        </p:attrNameLst>
                                      </p:cBhvr>
                                      <p:to>
                                        <p:strVal val="solid"/>
                                      </p:to>
                                    </p:set>
                                    <p:set>
                                      <p:cBhvr>
                                        <p:cTn id="167" dur="2000" fill="hold"/>
                                        <p:tgtEl>
                                          <p:spTgt spid="45"/>
                                        </p:tgtEl>
                                        <p:attrNameLst>
                                          <p:attrName>fill.on</p:attrName>
                                        </p:attrNameLst>
                                      </p:cBhvr>
                                      <p:to>
                                        <p:strVal val="true"/>
                                      </p:to>
                                    </p:set>
                                  </p:childTnLst>
                                </p:cTn>
                              </p:par>
                            </p:childTnLst>
                          </p:cTn>
                        </p:par>
                      </p:childTnLst>
                    </p:cTn>
                  </p:par>
                  <p:par>
                    <p:cTn id="168" fill="hold">
                      <p:stCondLst>
                        <p:cond delay="indefinite"/>
                      </p:stCondLst>
                      <p:childTnLst>
                        <p:par>
                          <p:cTn id="169" fill="hold">
                            <p:stCondLst>
                              <p:cond delay="0"/>
                            </p:stCondLst>
                            <p:childTnLst>
                              <p:par>
                                <p:cTn id="170" presetID="16" presetClass="entr" presetSubtype="21" fill="hold" grpId="0" nodeType="clickEffect">
                                  <p:stCondLst>
                                    <p:cond delay="0"/>
                                  </p:stCondLst>
                                  <p:childTnLst>
                                    <p:set>
                                      <p:cBhvr>
                                        <p:cTn id="171" dur="1" fill="hold">
                                          <p:stCondLst>
                                            <p:cond delay="0"/>
                                          </p:stCondLst>
                                        </p:cTn>
                                        <p:tgtEl>
                                          <p:spTgt spid="74"/>
                                        </p:tgtEl>
                                        <p:attrNameLst>
                                          <p:attrName>style.visibility</p:attrName>
                                        </p:attrNameLst>
                                      </p:cBhvr>
                                      <p:to>
                                        <p:strVal val="visible"/>
                                      </p:to>
                                    </p:set>
                                    <p:animEffect transition="in" filter="barn(inVertical)">
                                      <p:cBhvr>
                                        <p:cTn id="172" dur="500"/>
                                        <p:tgtEl>
                                          <p:spTgt spid="74"/>
                                        </p:tgtEl>
                                      </p:cBhvr>
                                    </p:animEffect>
                                  </p:childTnLst>
                                </p:cTn>
                              </p:par>
                            </p:childTnLst>
                          </p:cTn>
                        </p:par>
                      </p:childTnLst>
                    </p:cTn>
                  </p:par>
                  <p:par>
                    <p:cTn id="173" fill="hold">
                      <p:stCondLst>
                        <p:cond delay="indefinite"/>
                      </p:stCondLst>
                      <p:childTnLst>
                        <p:par>
                          <p:cTn id="174" fill="hold">
                            <p:stCondLst>
                              <p:cond delay="0"/>
                            </p:stCondLst>
                            <p:childTnLst>
                              <p:par>
                                <p:cTn id="175" presetID="53" presetClass="exit" presetSubtype="32" fill="hold" grpId="17" nodeType="clickEffect">
                                  <p:stCondLst>
                                    <p:cond delay="0"/>
                                  </p:stCondLst>
                                  <p:childTnLst>
                                    <p:anim calcmode="lin" valueType="num">
                                      <p:cBhvr>
                                        <p:cTn id="176" dur="500"/>
                                        <p:tgtEl>
                                          <p:spTgt spid="32"/>
                                        </p:tgtEl>
                                        <p:attrNameLst>
                                          <p:attrName>ppt_w</p:attrName>
                                        </p:attrNameLst>
                                      </p:cBhvr>
                                      <p:tavLst>
                                        <p:tav tm="0">
                                          <p:val>
                                            <p:strVal val="ppt_w"/>
                                          </p:val>
                                        </p:tav>
                                        <p:tav tm="100000">
                                          <p:val>
                                            <p:fltVal val="0"/>
                                          </p:val>
                                        </p:tav>
                                      </p:tavLst>
                                    </p:anim>
                                    <p:anim calcmode="lin" valueType="num">
                                      <p:cBhvr>
                                        <p:cTn id="177" dur="500"/>
                                        <p:tgtEl>
                                          <p:spTgt spid="32"/>
                                        </p:tgtEl>
                                        <p:attrNameLst>
                                          <p:attrName>ppt_h</p:attrName>
                                        </p:attrNameLst>
                                      </p:cBhvr>
                                      <p:tavLst>
                                        <p:tav tm="0">
                                          <p:val>
                                            <p:strVal val="ppt_h"/>
                                          </p:val>
                                        </p:tav>
                                        <p:tav tm="100000">
                                          <p:val>
                                            <p:fltVal val="0"/>
                                          </p:val>
                                        </p:tav>
                                      </p:tavLst>
                                    </p:anim>
                                    <p:animEffect transition="out" filter="fade">
                                      <p:cBhvr>
                                        <p:cTn id="178" dur="500"/>
                                        <p:tgtEl>
                                          <p:spTgt spid="32"/>
                                        </p:tgtEl>
                                      </p:cBhvr>
                                    </p:animEffect>
                                    <p:set>
                                      <p:cBhvr>
                                        <p:cTn id="179"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2" grpId="3" animBg="1"/>
      <p:bldP spid="32" grpId="4" animBg="1"/>
      <p:bldP spid="32" grpId="5" animBg="1"/>
      <p:bldP spid="32" grpId="6" animBg="1"/>
      <p:bldP spid="32" grpId="7" animBg="1"/>
      <p:bldP spid="32" grpId="8" animBg="1"/>
      <p:bldP spid="32" grpId="9" animBg="1"/>
      <p:bldP spid="32" grpId="10" animBg="1"/>
      <p:bldP spid="32" grpId="11" animBg="1"/>
      <p:bldP spid="32" grpId="12" animBg="1"/>
      <p:bldP spid="32" grpId="13" animBg="1"/>
      <p:bldP spid="32" grpId="14" animBg="1"/>
      <p:bldP spid="32" grpId="15" animBg="1"/>
      <p:bldP spid="32" grpId="16" animBg="1"/>
      <p:bldP spid="32" grpId="17" animBg="1"/>
      <p:bldP spid="65" grpId="0"/>
      <p:bldP spid="67" grpId="0"/>
      <p:bldP spid="68" grpId="0"/>
      <p:bldP spid="69" grpId="0"/>
      <p:bldP spid="70" grpId="0"/>
      <p:bldP spid="71" grpId="0"/>
      <p:bldP spid="72" grpId="0"/>
      <p:bldP spid="73" grpId="0"/>
      <p:bldP spid="7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9961"/>
            <a:ext cx="12192000" cy="565607"/>
          </a:xfrm>
        </p:spPr>
        <p:txBody>
          <a:bodyPr>
            <a:normAutofit/>
          </a:bodyPr>
          <a:lstStyle/>
          <a:p>
            <a:r>
              <a:rPr kumimoji="0" lang="en-US" b="1" i="0" u="none" strike="noStrike" kern="1200" cap="none" spc="0" normalizeH="0" baseline="0" noProof="0" dirty="0">
                <a:ln>
                  <a:noFill/>
                </a:ln>
                <a:effectLst/>
                <a:uLnTx/>
                <a:uFillTx/>
                <a:latin typeface="Verdana" panose="020B0604030504040204" pitchFamily="34" charset="0"/>
                <a:cs typeface="Arial" panose="020B0604020202020204" pitchFamily="34" charset="0"/>
              </a:rPr>
              <a:t>Summary of Depth First Traversal</a:t>
            </a:r>
            <a:endParaRPr lang="en-SG" dirty="0">
              <a:latin typeface="Verdana" panose="020B0604030504040204" pitchFamily="34" charset="0"/>
            </a:endParaRPr>
          </a:p>
        </p:txBody>
      </p:sp>
      <p:sp>
        <p:nvSpPr>
          <p:cNvPr id="4" name="Content Placeholder 1"/>
          <p:cNvSpPr txBox="1">
            <a:spLocks/>
          </p:cNvSpPr>
          <p:nvPr/>
        </p:nvSpPr>
        <p:spPr>
          <a:xfrm>
            <a:off x="2621280" y="1380226"/>
            <a:ext cx="7386320" cy="432249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SG" sz="1800"/>
          </a:p>
          <a:p>
            <a:pPr marL="0" indent="0" algn="just">
              <a:lnSpc>
                <a:spcPct val="150000"/>
              </a:lnSpc>
              <a:buNone/>
            </a:pPr>
            <a:endParaRPr lang="en-SG" sz="1800"/>
          </a:p>
          <a:p>
            <a:pPr marL="457200" lvl="1" indent="0" algn="just">
              <a:lnSpc>
                <a:spcPct val="150000"/>
              </a:lnSpc>
              <a:buNone/>
            </a:pPr>
            <a:endParaRPr lang="en-SG" sz="1800"/>
          </a:p>
          <a:p>
            <a:pPr marL="0" indent="0" algn="just">
              <a:lnSpc>
                <a:spcPct val="150000"/>
              </a:lnSpc>
              <a:buNone/>
            </a:pPr>
            <a:endParaRPr lang="en-SG" sz="600"/>
          </a:p>
          <a:p>
            <a:pPr marL="0" indent="0" algn="just">
              <a:lnSpc>
                <a:spcPct val="150000"/>
              </a:lnSpc>
              <a:buNone/>
            </a:pPr>
            <a:endParaRPr lang="en-SG" sz="1800"/>
          </a:p>
        </p:txBody>
      </p:sp>
      <p:sp>
        <p:nvSpPr>
          <p:cNvPr id="5" name="object 49"/>
          <p:cNvSpPr/>
          <p:nvPr/>
        </p:nvSpPr>
        <p:spPr>
          <a:xfrm>
            <a:off x="7801393" y="1492960"/>
            <a:ext cx="797560" cy="508000"/>
          </a:xfrm>
          <a:custGeom>
            <a:avLst/>
            <a:gdLst/>
            <a:ahLst/>
            <a:cxnLst/>
            <a:rect l="l" t="t" r="r" b="b"/>
            <a:pathLst>
              <a:path w="797559" h="508000">
                <a:moveTo>
                  <a:pt x="0" y="253948"/>
                </a:moveTo>
                <a:lnTo>
                  <a:pt x="5218" y="212757"/>
                </a:lnTo>
                <a:lnTo>
                  <a:pt x="20326" y="173681"/>
                </a:lnTo>
                <a:lnTo>
                  <a:pt x="44502" y="137244"/>
                </a:lnTo>
                <a:lnTo>
                  <a:pt x="76927" y="103970"/>
                </a:lnTo>
                <a:lnTo>
                  <a:pt x="116778" y="74379"/>
                </a:lnTo>
                <a:lnTo>
                  <a:pt x="163235" y="48997"/>
                </a:lnTo>
                <a:lnTo>
                  <a:pt x="215477" y="28345"/>
                </a:lnTo>
                <a:lnTo>
                  <a:pt x="272683" y="12946"/>
                </a:lnTo>
                <a:lnTo>
                  <a:pt x="334033" y="3323"/>
                </a:lnTo>
                <a:lnTo>
                  <a:pt x="398705" y="0"/>
                </a:lnTo>
                <a:lnTo>
                  <a:pt x="431405" y="841"/>
                </a:lnTo>
                <a:lnTo>
                  <a:pt x="494519" y="7380"/>
                </a:lnTo>
                <a:lnTo>
                  <a:pt x="553900" y="19956"/>
                </a:lnTo>
                <a:lnTo>
                  <a:pt x="608727" y="38047"/>
                </a:lnTo>
                <a:lnTo>
                  <a:pt x="658179" y="61130"/>
                </a:lnTo>
                <a:lnTo>
                  <a:pt x="701436" y="88681"/>
                </a:lnTo>
                <a:lnTo>
                  <a:pt x="737676" y="120179"/>
                </a:lnTo>
                <a:lnTo>
                  <a:pt x="766079" y="155100"/>
                </a:lnTo>
                <a:lnTo>
                  <a:pt x="785824" y="192922"/>
                </a:lnTo>
                <a:lnTo>
                  <a:pt x="796090" y="233121"/>
                </a:lnTo>
                <a:lnTo>
                  <a:pt x="797412" y="253948"/>
                </a:lnTo>
                <a:lnTo>
                  <a:pt x="796090" y="274776"/>
                </a:lnTo>
                <a:lnTo>
                  <a:pt x="785824" y="314975"/>
                </a:lnTo>
                <a:lnTo>
                  <a:pt x="766079" y="352797"/>
                </a:lnTo>
                <a:lnTo>
                  <a:pt x="737676" y="387718"/>
                </a:lnTo>
                <a:lnTo>
                  <a:pt x="701436" y="419216"/>
                </a:lnTo>
                <a:lnTo>
                  <a:pt x="658179" y="446767"/>
                </a:lnTo>
                <a:lnTo>
                  <a:pt x="608727" y="469850"/>
                </a:lnTo>
                <a:lnTo>
                  <a:pt x="553900" y="487941"/>
                </a:lnTo>
                <a:lnTo>
                  <a:pt x="494519" y="500517"/>
                </a:lnTo>
                <a:lnTo>
                  <a:pt x="431405" y="507056"/>
                </a:lnTo>
                <a:lnTo>
                  <a:pt x="398705" y="507898"/>
                </a:lnTo>
                <a:lnTo>
                  <a:pt x="366005" y="507056"/>
                </a:lnTo>
                <a:lnTo>
                  <a:pt x="302892" y="500517"/>
                </a:lnTo>
                <a:lnTo>
                  <a:pt x="243511" y="487941"/>
                </a:lnTo>
                <a:lnTo>
                  <a:pt x="188684" y="469850"/>
                </a:lnTo>
                <a:lnTo>
                  <a:pt x="139232" y="446767"/>
                </a:lnTo>
                <a:lnTo>
                  <a:pt x="95975" y="419216"/>
                </a:lnTo>
                <a:lnTo>
                  <a:pt x="59735" y="387718"/>
                </a:lnTo>
                <a:lnTo>
                  <a:pt x="31332" y="352797"/>
                </a:lnTo>
                <a:lnTo>
                  <a:pt x="11587" y="314975"/>
                </a:lnTo>
                <a:lnTo>
                  <a:pt x="1321" y="274776"/>
                </a:lnTo>
                <a:lnTo>
                  <a:pt x="0" y="253948"/>
                </a:lnTo>
                <a:close/>
              </a:path>
            </a:pathLst>
          </a:custGeom>
          <a:ln w="76199">
            <a:solidFill>
              <a:srgbClr val="FAA757"/>
            </a:solidFill>
          </a:ln>
        </p:spPr>
        <p:txBody>
          <a:bodyPr wrap="square" lIns="0" tIns="0" rIns="0" bIns="0" rtlCol="0"/>
          <a:lstStyle/>
          <a:p>
            <a:endParaRPr sz="2000">
              <a:solidFill>
                <a:prstClr val="black"/>
              </a:solidFill>
            </a:endParaRPr>
          </a:p>
        </p:txBody>
      </p:sp>
      <p:sp>
        <p:nvSpPr>
          <p:cNvPr id="6" name="object 6"/>
          <p:cNvSpPr/>
          <p:nvPr/>
        </p:nvSpPr>
        <p:spPr>
          <a:xfrm>
            <a:off x="8000782" y="1572697"/>
            <a:ext cx="398780" cy="297180"/>
          </a:xfrm>
          <a:prstGeom prst="ellipse">
            <a:avLst/>
          </a:prstGeom>
          <a:solidFill>
            <a:schemeClr val="bg1"/>
          </a:solidFill>
        </p:spPr>
        <p:txBody>
          <a:bodyPr wrap="square" lIns="0" tIns="0" rIns="0" bIns="0" rtlCol="0"/>
          <a:lstStyle/>
          <a:p>
            <a:r>
              <a:rPr lang="en-US" sz="2000" dirty="0">
                <a:solidFill>
                  <a:prstClr val="black"/>
                </a:solidFill>
              </a:rPr>
              <a:t> E</a:t>
            </a:r>
            <a:endParaRPr sz="2000" dirty="0">
              <a:solidFill>
                <a:prstClr val="black"/>
              </a:solidFill>
            </a:endParaRPr>
          </a:p>
        </p:txBody>
      </p:sp>
      <p:sp>
        <p:nvSpPr>
          <p:cNvPr id="7" name="object 7"/>
          <p:cNvSpPr/>
          <p:nvPr/>
        </p:nvSpPr>
        <p:spPr>
          <a:xfrm>
            <a:off x="8000782" y="1572697"/>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E</a:t>
            </a:r>
            <a:endParaRPr sz="2000" dirty="0">
              <a:solidFill>
                <a:prstClr val="black"/>
              </a:solidFill>
            </a:endParaRPr>
          </a:p>
        </p:txBody>
      </p:sp>
      <p:sp>
        <p:nvSpPr>
          <p:cNvPr id="8" name="object 8"/>
          <p:cNvSpPr/>
          <p:nvPr/>
        </p:nvSpPr>
        <p:spPr>
          <a:xfrm>
            <a:off x="7203370" y="212324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9" name="object 9"/>
          <p:cNvSpPr/>
          <p:nvPr/>
        </p:nvSpPr>
        <p:spPr>
          <a:xfrm>
            <a:off x="7203370" y="2123244"/>
            <a:ext cx="398780" cy="297180"/>
          </a:xfrm>
          <a:prstGeom prst="ellipse">
            <a:avLst/>
          </a:prstGeom>
          <a:solidFill>
            <a:schemeClr val="bg1"/>
          </a:solidFill>
          <a:ln w="25399">
            <a:solidFill>
              <a:srgbClr val="839950"/>
            </a:solidFill>
          </a:ln>
        </p:spPr>
        <p:txBody>
          <a:bodyPr wrap="square" lIns="0" tIns="0" rIns="0" bIns="0" rtlCol="0"/>
          <a:lstStyle/>
          <a:p>
            <a:r>
              <a:rPr lang="en-US" sz="1200" dirty="0">
                <a:solidFill>
                  <a:prstClr val="black"/>
                </a:solidFill>
              </a:rPr>
              <a:t> </a:t>
            </a:r>
            <a:r>
              <a:rPr lang="en-US" sz="2000" dirty="0">
                <a:solidFill>
                  <a:prstClr val="black"/>
                </a:solidFill>
              </a:rPr>
              <a:t>B</a:t>
            </a:r>
            <a:endParaRPr sz="2000" dirty="0">
              <a:solidFill>
                <a:prstClr val="black"/>
              </a:solidFill>
            </a:endParaRPr>
          </a:p>
        </p:txBody>
      </p:sp>
      <p:sp>
        <p:nvSpPr>
          <p:cNvPr id="10" name="object 10"/>
          <p:cNvSpPr/>
          <p:nvPr/>
        </p:nvSpPr>
        <p:spPr>
          <a:xfrm>
            <a:off x="6804666" y="2760536"/>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1" name="object 11"/>
          <p:cNvSpPr/>
          <p:nvPr/>
        </p:nvSpPr>
        <p:spPr>
          <a:xfrm>
            <a:off x="6804666" y="2760536"/>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t>A</a:t>
            </a:r>
            <a:endParaRPr sz="2000" dirty="0"/>
          </a:p>
        </p:txBody>
      </p:sp>
      <p:sp>
        <p:nvSpPr>
          <p:cNvPr id="12" name="object 12"/>
          <p:cNvSpPr/>
          <p:nvPr/>
        </p:nvSpPr>
        <p:spPr>
          <a:xfrm>
            <a:off x="7602077" y="2760536"/>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3" name="object 13"/>
          <p:cNvSpPr/>
          <p:nvPr/>
        </p:nvSpPr>
        <p:spPr>
          <a:xfrm>
            <a:off x="7602077" y="2760536"/>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C</a:t>
            </a:r>
            <a:endParaRPr sz="2000" dirty="0">
              <a:solidFill>
                <a:prstClr val="black"/>
              </a:solidFill>
            </a:endParaRPr>
          </a:p>
        </p:txBody>
      </p:sp>
      <p:sp>
        <p:nvSpPr>
          <p:cNvPr id="14" name="object 14"/>
          <p:cNvSpPr/>
          <p:nvPr/>
        </p:nvSpPr>
        <p:spPr>
          <a:xfrm>
            <a:off x="8798192" y="212324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5" name="object 15"/>
          <p:cNvSpPr/>
          <p:nvPr/>
        </p:nvSpPr>
        <p:spPr>
          <a:xfrm>
            <a:off x="8798192" y="2123244"/>
            <a:ext cx="398780" cy="297180"/>
          </a:xfrm>
          <a:prstGeom prst="ellipse">
            <a:avLst/>
          </a:prstGeom>
          <a:solidFill>
            <a:schemeClr val="bg1"/>
          </a:solidFill>
          <a:ln w="25399">
            <a:solidFill>
              <a:srgbClr val="839950"/>
            </a:solidFill>
          </a:ln>
        </p:spPr>
        <p:txBody>
          <a:bodyPr wrap="square" lIns="0" tIns="0" rIns="0" bIns="0" rtlCol="0"/>
          <a:lstStyle/>
          <a:p>
            <a:r>
              <a:rPr lang="en-US" sz="900">
                <a:solidFill>
                  <a:prstClr val="black"/>
                </a:solidFill>
              </a:rPr>
              <a:t> </a:t>
            </a:r>
            <a:r>
              <a:rPr lang="en-US" sz="2000">
                <a:solidFill>
                  <a:prstClr val="black"/>
                </a:solidFill>
              </a:rPr>
              <a:t>G</a:t>
            </a:r>
            <a:endParaRPr sz="2000" dirty="0">
              <a:solidFill>
                <a:prstClr val="black"/>
              </a:solidFill>
            </a:endParaRPr>
          </a:p>
        </p:txBody>
      </p:sp>
      <p:sp>
        <p:nvSpPr>
          <p:cNvPr id="16" name="object 16"/>
          <p:cNvSpPr/>
          <p:nvPr/>
        </p:nvSpPr>
        <p:spPr>
          <a:xfrm>
            <a:off x="8399488" y="276535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7" name="object 17"/>
          <p:cNvSpPr/>
          <p:nvPr/>
        </p:nvSpPr>
        <p:spPr>
          <a:xfrm>
            <a:off x="8399488" y="2765355"/>
            <a:ext cx="398780" cy="297180"/>
          </a:xfrm>
          <a:prstGeom prst="ellipse">
            <a:avLst/>
          </a:prstGeom>
          <a:solidFill>
            <a:schemeClr val="bg1"/>
          </a:solidFill>
          <a:ln w="25399">
            <a:solidFill>
              <a:srgbClr val="839950"/>
            </a:solidFill>
          </a:ln>
        </p:spPr>
        <p:txBody>
          <a:bodyPr wrap="square" lIns="0" tIns="0" rIns="0" bIns="0" rtlCol="0"/>
          <a:lstStyle/>
          <a:p>
            <a:r>
              <a:rPr lang="en-US" sz="1400" dirty="0">
                <a:solidFill>
                  <a:prstClr val="black"/>
                </a:solidFill>
              </a:rPr>
              <a:t> </a:t>
            </a:r>
            <a:r>
              <a:rPr lang="en-US" sz="2000" dirty="0">
                <a:solidFill>
                  <a:prstClr val="black"/>
                </a:solidFill>
              </a:rPr>
              <a:t>F</a:t>
            </a:r>
            <a:endParaRPr sz="2000" dirty="0">
              <a:solidFill>
                <a:prstClr val="black"/>
              </a:solidFill>
            </a:endParaRPr>
          </a:p>
        </p:txBody>
      </p:sp>
      <p:sp>
        <p:nvSpPr>
          <p:cNvPr id="18" name="object 18"/>
          <p:cNvSpPr/>
          <p:nvPr/>
        </p:nvSpPr>
        <p:spPr>
          <a:xfrm>
            <a:off x="9196899" y="276535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19" name="object 19"/>
          <p:cNvSpPr/>
          <p:nvPr/>
        </p:nvSpPr>
        <p:spPr>
          <a:xfrm>
            <a:off x="9196898" y="2765355"/>
            <a:ext cx="398780" cy="297180"/>
          </a:xfrm>
          <a:prstGeom prst="ellipse">
            <a:avLst/>
          </a:prstGeom>
          <a:solidFill>
            <a:schemeClr val="bg1"/>
          </a:solidFill>
          <a:ln w="25399">
            <a:solidFill>
              <a:srgbClr val="839950"/>
            </a:solidFill>
          </a:ln>
        </p:spPr>
        <p:txBody>
          <a:bodyPr wrap="square" lIns="0" tIns="0" rIns="0" bIns="0" rtlCol="0"/>
          <a:lstStyle/>
          <a:p>
            <a:r>
              <a:rPr lang="en-US" sz="2000">
                <a:solidFill>
                  <a:prstClr val="black"/>
                </a:solidFill>
              </a:rPr>
              <a:t> I</a:t>
            </a:r>
            <a:endParaRPr sz="2000" dirty="0">
              <a:solidFill>
                <a:prstClr val="black"/>
              </a:solidFill>
            </a:endParaRPr>
          </a:p>
        </p:txBody>
      </p:sp>
      <p:sp>
        <p:nvSpPr>
          <p:cNvPr id="20" name="object 38"/>
          <p:cNvSpPr/>
          <p:nvPr/>
        </p:nvSpPr>
        <p:spPr>
          <a:xfrm>
            <a:off x="7801430" y="344286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21" name="object 39"/>
          <p:cNvSpPr/>
          <p:nvPr/>
        </p:nvSpPr>
        <p:spPr>
          <a:xfrm>
            <a:off x="7801430" y="3442865"/>
            <a:ext cx="398780" cy="297180"/>
          </a:xfrm>
          <a:prstGeom prst="ellipse">
            <a:avLst/>
          </a:prstGeom>
          <a:solidFill>
            <a:schemeClr val="bg1"/>
          </a:solidFill>
          <a:ln w="25399">
            <a:solidFill>
              <a:srgbClr val="839950"/>
            </a:solidFill>
          </a:ln>
        </p:spPr>
        <p:txBody>
          <a:bodyPr wrap="square" lIns="0" tIns="0" rIns="0" bIns="0" rtlCol="0"/>
          <a:lstStyle/>
          <a:p>
            <a:r>
              <a:rPr lang="en-US" sz="1050">
                <a:solidFill>
                  <a:prstClr val="black"/>
                </a:solidFill>
              </a:rPr>
              <a:t> </a:t>
            </a:r>
            <a:r>
              <a:rPr lang="en-US" sz="2000">
                <a:solidFill>
                  <a:prstClr val="black"/>
                </a:solidFill>
              </a:rPr>
              <a:t>D</a:t>
            </a:r>
            <a:endParaRPr sz="2000" dirty="0">
              <a:solidFill>
                <a:prstClr val="black"/>
              </a:solidFill>
            </a:endParaRPr>
          </a:p>
        </p:txBody>
      </p:sp>
      <p:sp>
        <p:nvSpPr>
          <p:cNvPr id="22" name="object 40"/>
          <p:cNvSpPr/>
          <p:nvPr/>
        </p:nvSpPr>
        <p:spPr>
          <a:xfrm>
            <a:off x="8997545" y="3442865"/>
            <a:ext cx="398780" cy="297180"/>
          </a:xfrm>
          <a:prstGeom prst="ellipse">
            <a:avLst/>
          </a:prstGeom>
          <a:solidFill>
            <a:schemeClr val="bg1"/>
          </a:solidFill>
        </p:spPr>
        <p:txBody>
          <a:bodyPr wrap="square" lIns="0" tIns="0" rIns="0" bIns="0" rtlCol="0"/>
          <a:lstStyle/>
          <a:p>
            <a:endParaRPr sz="2000">
              <a:solidFill>
                <a:prstClr val="black"/>
              </a:solidFill>
            </a:endParaRPr>
          </a:p>
        </p:txBody>
      </p:sp>
      <p:sp>
        <p:nvSpPr>
          <p:cNvPr id="23" name="object 41"/>
          <p:cNvSpPr/>
          <p:nvPr/>
        </p:nvSpPr>
        <p:spPr>
          <a:xfrm>
            <a:off x="8997545" y="3442865"/>
            <a:ext cx="398780" cy="297180"/>
          </a:xfrm>
          <a:prstGeom prst="ellipse">
            <a:avLst/>
          </a:prstGeom>
          <a:solidFill>
            <a:schemeClr val="bg1"/>
          </a:solidFill>
          <a:ln w="25399">
            <a:solidFill>
              <a:srgbClr val="839950"/>
            </a:solidFill>
          </a:ln>
        </p:spPr>
        <p:txBody>
          <a:bodyPr wrap="square" lIns="0" tIns="0" rIns="0" bIns="0" rtlCol="0"/>
          <a:lstStyle/>
          <a:p>
            <a:r>
              <a:rPr lang="en-US" sz="1050" dirty="0">
                <a:solidFill>
                  <a:prstClr val="black"/>
                </a:solidFill>
              </a:rPr>
              <a:t> </a:t>
            </a:r>
            <a:r>
              <a:rPr lang="en-US" sz="2000" dirty="0">
                <a:solidFill>
                  <a:prstClr val="black"/>
                </a:solidFill>
              </a:rPr>
              <a:t>H</a:t>
            </a:r>
            <a:endParaRPr sz="2000" dirty="0">
              <a:solidFill>
                <a:prstClr val="black"/>
              </a:solidFill>
            </a:endParaRPr>
          </a:p>
        </p:txBody>
      </p:sp>
      <p:cxnSp>
        <p:nvCxnSpPr>
          <p:cNvPr id="24" name="直接箭头连接符 38"/>
          <p:cNvCxnSpPr>
            <a:stCxn id="7" idx="5"/>
            <a:endCxn id="15" idx="1"/>
          </p:cNvCxnSpPr>
          <p:nvPr/>
        </p:nvCxnSpPr>
        <p:spPr>
          <a:xfrm>
            <a:off x="8341162" y="1826357"/>
            <a:ext cx="515430" cy="3404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39"/>
          <p:cNvCxnSpPr>
            <a:stCxn id="7" idx="3"/>
            <a:endCxn id="8" idx="7"/>
          </p:cNvCxnSpPr>
          <p:nvPr/>
        </p:nvCxnSpPr>
        <p:spPr>
          <a:xfrm flipH="1">
            <a:off x="7543750" y="1826356"/>
            <a:ext cx="515432" cy="3404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40"/>
          <p:cNvCxnSpPr>
            <a:stCxn id="8" idx="3"/>
            <a:endCxn id="11" idx="0"/>
          </p:cNvCxnSpPr>
          <p:nvPr/>
        </p:nvCxnSpPr>
        <p:spPr>
          <a:xfrm flipH="1">
            <a:off x="7004056" y="2376904"/>
            <a:ext cx="257714" cy="3836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41"/>
          <p:cNvCxnSpPr>
            <a:stCxn id="15" idx="3"/>
            <a:endCxn id="16" idx="0"/>
          </p:cNvCxnSpPr>
          <p:nvPr/>
        </p:nvCxnSpPr>
        <p:spPr>
          <a:xfrm flipH="1">
            <a:off x="8598878" y="2376903"/>
            <a:ext cx="257714" cy="3884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42"/>
          <p:cNvCxnSpPr>
            <a:stCxn id="9" idx="5"/>
            <a:endCxn id="12" idx="0"/>
          </p:cNvCxnSpPr>
          <p:nvPr/>
        </p:nvCxnSpPr>
        <p:spPr>
          <a:xfrm>
            <a:off x="7543751" y="2376904"/>
            <a:ext cx="257717" cy="3836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43"/>
          <p:cNvCxnSpPr>
            <a:stCxn id="15" idx="5"/>
            <a:endCxn id="18" idx="0"/>
          </p:cNvCxnSpPr>
          <p:nvPr/>
        </p:nvCxnSpPr>
        <p:spPr>
          <a:xfrm>
            <a:off x="9138573" y="2376903"/>
            <a:ext cx="257717" cy="3884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44"/>
          <p:cNvCxnSpPr>
            <a:stCxn id="13" idx="4"/>
            <a:endCxn id="20" idx="0"/>
          </p:cNvCxnSpPr>
          <p:nvPr/>
        </p:nvCxnSpPr>
        <p:spPr>
          <a:xfrm>
            <a:off x="7801468" y="3057717"/>
            <a:ext cx="199353" cy="3851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45"/>
          <p:cNvCxnSpPr>
            <a:stCxn id="19" idx="4"/>
            <a:endCxn id="23" idx="0"/>
          </p:cNvCxnSpPr>
          <p:nvPr/>
        </p:nvCxnSpPr>
        <p:spPr>
          <a:xfrm flipH="1">
            <a:off x="9196936" y="3062535"/>
            <a:ext cx="199353" cy="3803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2621281" y="1671654"/>
            <a:ext cx="3822035" cy="970118"/>
            <a:chOff x="1097280" y="1671654"/>
            <a:chExt cx="3822035" cy="970118"/>
          </a:xfrm>
        </p:grpSpPr>
        <p:sp>
          <p:nvSpPr>
            <p:cNvPr id="34" name="矩形 2"/>
            <p:cNvSpPr/>
            <p:nvPr/>
          </p:nvSpPr>
          <p:spPr>
            <a:xfrm>
              <a:off x="1097280" y="2112033"/>
              <a:ext cx="3822035" cy="52973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Verdana (Body)"/>
              </a:endParaRPr>
            </a:p>
          </p:txBody>
        </p:sp>
        <p:sp>
          <p:nvSpPr>
            <p:cNvPr id="35" name="文本框 8"/>
            <p:cNvSpPr txBox="1"/>
            <p:nvPr/>
          </p:nvSpPr>
          <p:spPr>
            <a:xfrm>
              <a:off x="1152582" y="2153793"/>
              <a:ext cx="372942" cy="369332"/>
            </a:xfrm>
            <a:prstGeom prst="rect">
              <a:avLst/>
            </a:prstGeom>
            <a:noFill/>
          </p:spPr>
          <p:txBody>
            <a:bodyPr wrap="square" rtlCol="0">
              <a:spAutoFit/>
            </a:bodyPr>
            <a:lstStyle/>
            <a:p>
              <a:r>
                <a:rPr lang="en-US" altLang="zh-CN" dirty="0">
                  <a:solidFill>
                    <a:schemeClr val="bg1"/>
                  </a:solidFill>
                  <a:latin typeface="Verdana (Body)"/>
                </a:rPr>
                <a:t>E</a:t>
              </a:r>
              <a:endParaRPr lang="zh-CN" altLang="en-US" dirty="0">
                <a:solidFill>
                  <a:schemeClr val="bg1"/>
                </a:solidFill>
                <a:latin typeface="Verdana (Body)"/>
              </a:endParaRPr>
            </a:p>
          </p:txBody>
        </p:sp>
        <p:sp>
          <p:nvSpPr>
            <p:cNvPr id="36" name="文本框 9"/>
            <p:cNvSpPr txBox="1"/>
            <p:nvPr/>
          </p:nvSpPr>
          <p:spPr>
            <a:xfrm>
              <a:off x="1097280" y="1671654"/>
              <a:ext cx="3386047" cy="369332"/>
            </a:xfrm>
            <a:prstGeom prst="rect">
              <a:avLst/>
            </a:prstGeom>
            <a:noFill/>
          </p:spPr>
          <p:txBody>
            <a:bodyPr wrap="square" rtlCol="0">
              <a:spAutoFit/>
            </a:bodyPr>
            <a:lstStyle/>
            <a:p>
              <a:r>
                <a:rPr lang="en-US" altLang="zh-CN">
                  <a:latin typeface="Verdana (Body)"/>
                </a:rPr>
                <a:t>Pre-Order Traversal</a:t>
              </a:r>
              <a:endParaRPr lang="zh-CN" altLang="en-US" dirty="0">
                <a:latin typeface="Verdana (Body)"/>
              </a:endParaRPr>
            </a:p>
          </p:txBody>
        </p:sp>
        <p:sp>
          <p:nvSpPr>
            <p:cNvPr id="37" name="文本框 46"/>
            <p:cNvSpPr txBox="1"/>
            <p:nvPr/>
          </p:nvSpPr>
          <p:spPr>
            <a:xfrm>
              <a:off x="1484293" y="2153793"/>
              <a:ext cx="372942" cy="369332"/>
            </a:xfrm>
            <a:prstGeom prst="rect">
              <a:avLst/>
            </a:prstGeom>
            <a:noFill/>
          </p:spPr>
          <p:txBody>
            <a:bodyPr wrap="square" rtlCol="0">
              <a:spAutoFit/>
            </a:bodyPr>
            <a:lstStyle/>
            <a:p>
              <a:r>
                <a:rPr lang="en-US" altLang="zh-CN" dirty="0">
                  <a:solidFill>
                    <a:schemeClr val="bg1"/>
                  </a:solidFill>
                  <a:latin typeface="Verdana (Body)"/>
                </a:rPr>
                <a:t>B</a:t>
              </a:r>
              <a:endParaRPr lang="zh-CN" altLang="en-US" dirty="0">
                <a:solidFill>
                  <a:schemeClr val="bg1"/>
                </a:solidFill>
                <a:latin typeface="Verdana (Body)"/>
              </a:endParaRPr>
            </a:p>
          </p:txBody>
        </p:sp>
        <p:sp>
          <p:nvSpPr>
            <p:cNvPr id="38" name="文本框 47"/>
            <p:cNvSpPr txBox="1"/>
            <p:nvPr/>
          </p:nvSpPr>
          <p:spPr>
            <a:xfrm>
              <a:off x="1816004" y="2153793"/>
              <a:ext cx="372942" cy="369332"/>
            </a:xfrm>
            <a:prstGeom prst="rect">
              <a:avLst/>
            </a:prstGeom>
            <a:noFill/>
          </p:spPr>
          <p:txBody>
            <a:bodyPr wrap="square" rtlCol="0">
              <a:spAutoFit/>
            </a:bodyPr>
            <a:lstStyle/>
            <a:p>
              <a:r>
                <a:rPr lang="en-US" altLang="zh-CN" dirty="0">
                  <a:solidFill>
                    <a:schemeClr val="bg1"/>
                  </a:solidFill>
                  <a:latin typeface="Verdana (Body)"/>
                </a:rPr>
                <a:t>A</a:t>
              </a:r>
              <a:endParaRPr lang="zh-CN" altLang="en-US" dirty="0">
                <a:solidFill>
                  <a:schemeClr val="bg1"/>
                </a:solidFill>
                <a:latin typeface="Verdana (Body)"/>
              </a:endParaRPr>
            </a:p>
          </p:txBody>
        </p:sp>
        <p:sp>
          <p:nvSpPr>
            <p:cNvPr id="39" name="文本框 48"/>
            <p:cNvSpPr txBox="1"/>
            <p:nvPr/>
          </p:nvSpPr>
          <p:spPr>
            <a:xfrm>
              <a:off x="2147715" y="2153793"/>
              <a:ext cx="372942" cy="369332"/>
            </a:xfrm>
            <a:prstGeom prst="rect">
              <a:avLst/>
            </a:prstGeom>
            <a:noFill/>
          </p:spPr>
          <p:txBody>
            <a:bodyPr wrap="square" rtlCol="0">
              <a:spAutoFit/>
            </a:bodyPr>
            <a:lstStyle/>
            <a:p>
              <a:r>
                <a:rPr lang="en-US" altLang="zh-CN" dirty="0">
                  <a:solidFill>
                    <a:schemeClr val="bg1"/>
                  </a:solidFill>
                  <a:latin typeface="Verdana (Body)"/>
                </a:rPr>
                <a:t>C</a:t>
              </a:r>
              <a:endParaRPr lang="zh-CN" altLang="en-US" dirty="0">
                <a:solidFill>
                  <a:schemeClr val="bg1"/>
                </a:solidFill>
                <a:latin typeface="Verdana (Body)"/>
              </a:endParaRPr>
            </a:p>
          </p:txBody>
        </p:sp>
        <p:sp>
          <p:nvSpPr>
            <p:cNvPr id="40" name="文本框 49"/>
            <p:cNvSpPr txBox="1"/>
            <p:nvPr/>
          </p:nvSpPr>
          <p:spPr>
            <a:xfrm>
              <a:off x="2479426" y="2153793"/>
              <a:ext cx="372942" cy="369332"/>
            </a:xfrm>
            <a:prstGeom prst="rect">
              <a:avLst/>
            </a:prstGeom>
            <a:noFill/>
          </p:spPr>
          <p:txBody>
            <a:bodyPr wrap="square" rtlCol="0">
              <a:spAutoFit/>
            </a:bodyPr>
            <a:lstStyle/>
            <a:p>
              <a:r>
                <a:rPr lang="en-US" altLang="zh-CN" dirty="0">
                  <a:solidFill>
                    <a:schemeClr val="bg1"/>
                  </a:solidFill>
                  <a:latin typeface="Verdana (Body)"/>
                </a:rPr>
                <a:t>D</a:t>
              </a:r>
              <a:endParaRPr lang="zh-CN" altLang="en-US" dirty="0">
                <a:solidFill>
                  <a:schemeClr val="bg1"/>
                </a:solidFill>
                <a:latin typeface="Verdana (Body)"/>
              </a:endParaRPr>
            </a:p>
          </p:txBody>
        </p:sp>
        <p:sp>
          <p:nvSpPr>
            <p:cNvPr id="41" name="文本框 50"/>
            <p:cNvSpPr txBox="1"/>
            <p:nvPr/>
          </p:nvSpPr>
          <p:spPr>
            <a:xfrm>
              <a:off x="2811137" y="2153793"/>
              <a:ext cx="372942" cy="369332"/>
            </a:xfrm>
            <a:prstGeom prst="rect">
              <a:avLst/>
            </a:prstGeom>
            <a:noFill/>
          </p:spPr>
          <p:txBody>
            <a:bodyPr wrap="square" rtlCol="0">
              <a:spAutoFit/>
            </a:bodyPr>
            <a:lstStyle/>
            <a:p>
              <a:r>
                <a:rPr lang="en-US" altLang="zh-CN" dirty="0">
                  <a:solidFill>
                    <a:schemeClr val="bg1"/>
                  </a:solidFill>
                  <a:latin typeface="Verdana (Body)"/>
                </a:rPr>
                <a:t>G</a:t>
              </a:r>
              <a:endParaRPr lang="zh-CN" altLang="en-US" dirty="0">
                <a:solidFill>
                  <a:schemeClr val="bg1"/>
                </a:solidFill>
                <a:latin typeface="Verdana (Body)"/>
              </a:endParaRPr>
            </a:p>
          </p:txBody>
        </p:sp>
        <p:sp>
          <p:nvSpPr>
            <p:cNvPr id="42" name="文本框 51"/>
            <p:cNvSpPr txBox="1"/>
            <p:nvPr/>
          </p:nvSpPr>
          <p:spPr>
            <a:xfrm>
              <a:off x="3142848" y="2153793"/>
              <a:ext cx="372942" cy="369332"/>
            </a:xfrm>
            <a:prstGeom prst="rect">
              <a:avLst/>
            </a:prstGeom>
            <a:noFill/>
          </p:spPr>
          <p:txBody>
            <a:bodyPr wrap="square" rtlCol="0">
              <a:spAutoFit/>
            </a:bodyPr>
            <a:lstStyle/>
            <a:p>
              <a:r>
                <a:rPr lang="en-US" altLang="zh-CN">
                  <a:solidFill>
                    <a:schemeClr val="bg1"/>
                  </a:solidFill>
                  <a:latin typeface="Verdana (Body)"/>
                </a:rPr>
                <a:t>F</a:t>
              </a:r>
              <a:endParaRPr lang="zh-CN" altLang="en-US" dirty="0">
                <a:solidFill>
                  <a:schemeClr val="bg1"/>
                </a:solidFill>
                <a:latin typeface="Verdana (Body)"/>
              </a:endParaRPr>
            </a:p>
          </p:txBody>
        </p:sp>
        <p:sp>
          <p:nvSpPr>
            <p:cNvPr id="43" name="文本框 52"/>
            <p:cNvSpPr txBox="1"/>
            <p:nvPr/>
          </p:nvSpPr>
          <p:spPr>
            <a:xfrm>
              <a:off x="3474559" y="2153793"/>
              <a:ext cx="372942" cy="369332"/>
            </a:xfrm>
            <a:prstGeom prst="rect">
              <a:avLst/>
            </a:prstGeom>
            <a:noFill/>
          </p:spPr>
          <p:txBody>
            <a:bodyPr wrap="square" rtlCol="0">
              <a:spAutoFit/>
            </a:bodyPr>
            <a:lstStyle/>
            <a:p>
              <a:r>
                <a:rPr lang="en-US" altLang="zh-CN" sz="1200">
                  <a:solidFill>
                    <a:schemeClr val="bg1"/>
                  </a:solidFill>
                  <a:latin typeface="Verdana (Body)"/>
                </a:rPr>
                <a:t> </a:t>
              </a:r>
              <a:r>
                <a:rPr lang="en-US" altLang="zh-CN">
                  <a:solidFill>
                    <a:schemeClr val="bg1"/>
                  </a:solidFill>
                  <a:latin typeface="Verdana (Body)"/>
                </a:rPr>
                <a:t>I</a:t>
              </a:r>
              <a:endParaRPr lang="zh-CN" altLang="en-US" dirty="0">
                <a:solidFill>
                  <a:schemeClr val="bg1"/>
                </a:solidFill>
                <a:latin typeface="Verdana (Body)"/>
              </a:endParaRPr>
            </a:p>
          </p:txBody>
        </p:sp>
        <p:sp>
          <p:nvSpPr>
            <p:cNvPr id="44" name="文本框 53"/>
            <p:cNvSpPr txBox="1"/>
            <p:nvPr/>
          </p:nvSpPr>
          <p:spPr>
            <a:xfrm>
              <a:off x="3806272" y="2153793"/>
              <a:ext cx="372942" cy="369332"/>
            </a:xfrm>
            <a:prstGeom prst="rect">
              <a:avLst/>
            </a:prstGeom>
            <a:noFill/>
          </p:spPr>
          <p:txBody>
            <a:bodyPr wrap="square" rtlCol="0">
              <a:spAutoFit/>
            </a:bodyPr>
            <a:lstStyle/>
            <a:p>
              <a:r>
                <a:rPr lang="en-US" altLang="zh-CN" dirty="0">
                  <a:solidFill>
                    <a:schemeClr val="bg1"/>
                  </a:solidFill>
                  <a:latin typeface="Verdana (Body)"/>
                </a:rPr>
                <a:t>H</a:t>
              </a:r>
              <a:endParaRPr lang="zh-CN" altLang="en-US" dirty="0">
                <a:solidFill>
                  <a:schemeClr val="bg1"/>
                </a:solidFill>
                <a:latin typeface="Verdana (Body)"/>
              </a:endParaRPr>
            </a:p>
          </p:txBody>
        </p:sp>
      </p:grpSp>
      <p:grpSp>
        <p:nvGrpSpPr>
          <p:cNvPr id="32" name="Group 31"/>
          <p:cNvGrpSpPr/>
          <p:nvPr/>
        </p:nvGrpSpPr>
        <p:grpSpPr>
          <a:xfrm>
            <a:off x="2621281" y="3057716"/>
            <a:ext cx="3822035" cy="970118"/>
            <a:chOff x="1249680" y="1824054"/>
            <a:chExt cx="3822035" cy="970118"/>
          </a:xfrm>
        </p:grpSpPr>
        <p:sp>
          <p:nvSpPr>
            <p:cNvPr id="45" name="矩形 2"/>
            <p:cNvSpPr/>
            <p:nvPr/>
          </p:nvSpPr>
          <p:spPr>
            <a:xfrm>
              <a:off x="1249680" y="2264433"/>
              <a:ext cx="3822035" cy="52973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Verdana (Body)"/>
              </a:endParaRPr>
            </a:p>
          </p:txBody>
        </p:sp>
        <p:sp>
          <p:nvSpPr>
            <p:cNvPr id="46" name="文本框 8"/>
            <p:cNvSpPr txBox="1"/>
            <p:nvPr/>
          </p:nvSpPr>
          <p:spPr>
            <a:xfrm>
              <a:off x="1304982" y="2306193"/>
              <a:ext cx="372942" cy="369332"/>
            </a:xfrm>
            <a:prstGeom prst="rect">
              <a:avLst/>
            </a:prstGeom>
            <a:noFill/>
          </p:spPr>
          <p:txBody>
            <a:bodyPr wrap="square" rtlCol="0">
              <a:spAutoFit/>
            </a:bodyPr>
            <a:lstStyle/>
            <a:p>
              <a:r>
                <a:rPr lang="en-US" altLang="zh-CN" dirty="0">
                  <a:solidFill>
                    <a:schemeClr val="bg1"/>
                  </a:solidFill>
                  <a:latin typeface="Verdana (Body)"/>
                </a:rPr>
                <a:t>A</a:t>
              </a:r>
              <a:endParaRPr lang="zh-CN" altLang="en-US" dirty="0">
                <a:solidFill>
                  <a:schemeClr val="bg1"/>
                </a:solidFill>
                <a:latin typeface="Verdana (Body)"/>
              </a:endParaRPr>
            </a:p>
          </p:txBody>
        </p:sp>
        <p:sp>
          <p:nvSpPr>
            <p:cNvPr id="47" name="文本框 9"/>
            <p:cNvSpPr txBox="1"/>
            <p:nvPr/>
          </p:nvSpPr>
          <p:spPr>
            <a:xfrm>
              <a:off x="1249680" y="1824054"/>
              <a:ext cx="3386047" cy="369332"/>
            </a:xfrm>
            <a:prstGeom prst="rect">
              <a:avLst/>
            </a:prstGeom>
            <a:noFill/>
          </p:spPr>
          <p:txBody>
            <a:bodyPr wrap="square" rtlCol="0">
              <a:spAutoFit/>
            </a:bodyPr>
            <a:lstStyle/>
            <a:p>
              <a:r>
                <a:rPr lang="en-US" altLang="zh-CN">
                  <a:latin typeface="Verdana (Body)"/>
                </a:rPr>
                <a:t>In-Order Traversal</a:t>
              </a:r>
              <a:endParaRPr lang="zh-CN" altLang="en-US" dirty="0">
                <a:latin typeface="Verdana (Body)"/>
              </a:endParaRPr>
            </a:p>
          </p:txBody>
        </p:sp>
        <p:sp>
          <p:nvSpPr>
            <p:cNvPr id="48" name="文本框 46"/>
            <p:cNvSpPr txBox="1"/>
            <p:nvPr/>
          </p:nvSpPr>
          <p:spPr>
            <a:xfrm>
              <a:off x="1636693" y="2306193"/>
              <a:ext cx="372942" cy="369332"/>
            </a:xfrm>
            <a:prstGeom prst="rect">
              <a:avLst/>
            </a:prstGeom>
            <a:noFill/>
          </p:spPr>
          <p:txBody>
            <a:bodyPr wrap="square" rtlCol="0">
              <a:spAutoFit/>
            </a:bodyPr>
            <a:lstStyle/>
            <a:p>
              <a:r>
                <a:rPr lang="en-US" altLang="zh-CN" dirty="0">
                  <a:solidFill>
                    <a:schemeClr val="bg1"/>
                  </a:solidFill>
                  <a:latin typeface="Verdana (Body)"/>
                </a:rPr>
                <a:t>B</a:t>
              </a:r>
              <a:endParaRPr lang="zh-CN" altLang="en-US" dirty="0">
                <a:solidFill>
                  <a:schemeClr val="bg1"/>
                </a:solidFill>
                <a:latin typeface="Verdana (Body)"/>
              </a:endParaRPr>
            </a:p>
          </p:txBody>
        </p:sp>
        <p:sp>
          <p:nvSpPr>
            <p:cNvPr id="49" name="文本框 47"/>
            <p:cNvSpPr txBox="1"/>
            <p:nvPr/>
          </p:nvSpPr>
          <p:spPr>
            <a:xfrm>
              <a:off x="1968404" y="2306193"/>
              <a:ext cx="372942" cy="369332"/>
            </a:xfrm>
            <a:prstGeom prst="rect">
              <a:avLst/>
            </a:prstGeom>
            <a:noFill/>
          </p:spPr>
          <p:txBody>
            <a:bodyPr wrap="square" rtlCol="0">
              <a:spAutoFit/>
            </a:bodyPr>
            <a:lstStyle/>
            <a:p>
              <a:r>
                <a:rPr lang="en-US" altLang="zh-CN" dirty="0">
                  <a:solidFill>
                    <a:schemeClr val="bg1"/>
                  </a:solidFill>
                  <a:latin typeface="Verdana (Body)"/>
                </a:rPr>
                <a:t>C</a:t>
              </a:r>
              <a:endParaRPr lang="zh-CN" altLang="en-US" dirty="0">
                <a:solidFill>
                  <a:schemeClr val="bg1"/>
                </a:solidFill>
                <a:latin typeface="Verdana (Body)"/>
              </a:endParaRPr>
            </a:p>
          </p:txBody>
        </p:sp>
        <p:sp>
          <p:nvSpPr>
            <p:cNvPr id="50" name="文本框 48"/>
            <p:cNvSpPr txBox="1"/>
            <p:nvPr/>
          </p:nvSpPr>
          <p:spPr>
            <a:xfrm>
              <a:off x="2300115" y="2306193"/>
              <a:ext cx="372942" cy="369332"/>
            </a:xfrm>
            <a:prstGeom prst="rect">
              <a:avLst/>
            </a:prstGeom>
            <a:noFill/>
          </p:spPr>
          <p:txBody>
            <a:bodyPr wrap="square" rtlCol="0">
              <a:spAutoFit/>
            </a:bodyPr>
            <a:lstStyle/>
            <a:p>
              <a:r>
                <a:rPr lang="en-US" altLang="zh-CN" dirty="0">
                  <a:solidFill>
                    <a:schemeClr val="bg1"/>
                  </a:solidFill>
                  <a:latin typeface="Verdana (Body)"/>
                </a:rPr>
                <a:t>D</a:t>
              </a:r>
              <a:endParaRPr lang="zh-CN" altLang="en-US" dirty="0">
                <a:solidFill>
                  <a:schemeClr val="bg1"/>
                </a:solidFill>
                <a:latin typeface="Verdana (Body)"/>
              </a:endParaRPr>
            </a:p>
          </p:txBody>
        </p:sp>
        <p:sp>
          <p:nvSpPr>
            <p:cNvPr id="51" name="文本框 49"/>
            <p:cNvSpPr txBox="1"/>
            <p:nvPr/>
          </p:nvSpPr>
          <p:spPr>
            <a:xfrm>
              <a:off x="2631826" y="2306193"/>
              <a:ext cx="372942" cy="369332"/>
            </a:xfrm>
            <a:prstGeom prst="rect">
              <a:avLst/>
            </a:prstGeom>
            <a:noFill/>
          </p:spPr>
          <p:txBody>
            <a:bodyPr wrap="square" rtlCol="0">
              <a:spAutoFit/>
            </a:bodyPr>
            <a:lstStyle/>
            <a:p>
              <a:r>
                <a:rPr lang="en-US" altLang="zh-CN">
                  <a:solidFill>
                    <a:schemeClr val="bg1"/>
                  </a:solidFill>
                  <a:latin typeface="Verdana (Body)"/>
                </a:rPr>
                <a:t>E</a:t>
              </a:r>
              <a:endParaRPr lang="zh-CN" altLang="en-US" dirty="0">
                <a:solidFill>
                  <a:schemeClr val="bg1"/>
                </a:solidFill>
                <a:latin typeface="Verdana (Body)"/>
              </a:endParaRPr>
            </a:p>
          </p:txBody>
        </p:sp>
        <p:sp>
          <p:nvSpPr>
            <p:cNvPr id="52" name="文本框 50"/>
            <p:cNvSpPr txBox="1"/>
            <p:nvPr/>
          </p:nvSpPr>
          <p:spPr>
            <a:xfrm>
              <a:off x="2963537" y="2306193"/>
              <a:ext cx="372942" cy="369332"/>
            </a:xfrm>
            <a:prstGeom prst="rect">
              <a:avLst/>
            </a:prstGeom>
            <a:noFill/>
          </p:spPr>
          <p:txBody>
            <a:bodyPr wrap="square" rtlCol="0">
              <a:spAutoFit/>
            </a:bodyPr>
            <a:lstStyle/>
            <a:p>
              <a:r>
                <a:rPr lang="en-US" altLang="zh-CN">
                  <a:solidFill>
                    <a:schemeClr val="bg1"/>
                  </a:solidFill>
                  <a:latin typeface="Verdana (Body)"/>
                </a:rPr>
                <a:t>F</a:t>
              </a:r>
              <a:endParaRPr lang="zh-CN" altLang="en-US" dirty="0">
                <a:solidFill>
                  <a:schemeClr val="bg1"/>
                </a:solidFill>
                <a:latin typeface="Verdana (Body)"/>
              </a:endParaRPr>
            </a:p>
          </p:txBody>
        </p:sp>
        <p:sp>
          <p:nvSpPr>
            <p:cNvPr id="53" name="文本框 51"/>
            <p:cNvSpPr txBox="1"/>
            <p:nvPr/>
          </p:nvSpPr>
          <p:spPr>
            <a:xfrm>
              <a:off x="3295248" y="2306193"/>
              <a:ext cx="372942" cy="369332"/>
            </a:xfrm>
            <a:prstGeom prst="rect">
              <a:avLst/>
            </a:prstGeom>
            <a:noFill/>
          </p:spPr>
          <p:txBody>
            <a:bodyPr wrap="square" rtlCol="0">
              <a:spAutoFit/>
            </a:bodyPr>
            <a:lstStyle/>
            <a:p>
              <a:r>
                <a:rPr lang="en-US" altLang="zh-CN" dirty="0">
                  <a:solidFill>
                    <a:schemeClr val="bg1"/>
                  </a:solidFill>
                  <a:latin typeface="Verdana (Body)"/>
                </a:rPr>
                <a:t>G</a:t>
              </a:r>
              <a:endParaRPr lang="zh-CN" altLang="en-US" dirty="0">
                <a:solidFill>
                  <a:schemeClr val="bg1"/>
                </a:solidFill>
                <a:latin typeface="Verdana (Body)"/>
              </a:endParaRPr>
            </a:p>
          </p:txBody>
        </p:sp>
        <p:sp>
          <p:nvSpPr>
            <p:cNvPr id="54" name="文本框 52"/>
            <p:cNvSpPr txBox="1"/>
            <p:nvPr/>
          </p:nvSpPr>
          <p:spPr>
            <a:xfrm>
              <a:off x="3626959" y="2306193"/>
              <a:ext cx="372942" cy="369332"/>
            </a:xfrm>
            <a:prstGeom prst="rect">
              <a:avLst/>
            </a:prstGeom>
            <a:noFill/>
          </p:spPr>
          <p:txBody>
            <a:bodyPr wrap="square" rtlCol="0">
              <a:spAutoFit/>
            </a:bodyPr>
            <a:lstStyle/>
            <a:p>
              <a:r>
                <a:rPr lang="en-US" altLang="zh-CN" dirty="0">
                  <a:solidFill>
                    <a:schemeClr val="bg1"/>
                  </a:solidFill>
                  <a:latin typeface="Verdana (Body)"/>
                </a:rPr>
                <a:t>H</a:t>
              </a:r>
              <a:endParaRPr lang="zh-CN" altLang="en-US" dirty="0">
                <a:solidFill>
                  <a:schemeClr val="bg1"/>
                </a:solidFill>
                <a:latin typeface="Verdana (Body)"/>
              </a:endParaRPr>
            </a:p>
          </p:txBody>
        </p:sp>
        <p:sp>
          <p:nvSpPr>
            <p:cNvPr id="55" name="文本框 53"/>
            <p:cNvSpPr txBox="1"/>
            <p:nvPr/>
          </p:nvSpPr>
          <p:spPr>
            <a:xfrm>
              <a:off x="3958672" y="2306193"/>
              <a:ext cx="372942" cy="369332"/>
            </a:xfrm>
            <a:prstGeom prst="rect">
              <a:avLst/>
            </a:prstGeom>
            <a:noFill/>
          </p:spPr>
          <p:txBody>
            <a:bodyPr wrap="square" rtlCol="0">
              <a:spAutoFit/>
            </a:bodyPr>
            <a:lstStyle/>
            <a:p>
              <a:r>
                <a:rPr lang="en-US" altLang="zh-CN" dirty="0">
                  <a:solidFill>
                    <a:schemeClr val="bg1"/>
                  </a:solidFill>
                  <a:latin typeface="Verdana (Body)"/>
                </a:rPr>
                <a:t>I</a:t>
              </a:r>
              <a:endParaRPr lang="zh-CN" altLang="en-US" dirty="0">
                <a:solidFill>
                  <a:schemeClr val="bg1"/>
                </a:solidFill>
                <a:latin typeface="Verdana (Body)"/>
              </a:endParaRPr>
            </a:p>
          </p:txBody>
        </p:sp>
      </p:grpSp>
      <p:grpSp>
        <p:nvGrpSpPr>
          <p:cNvPr id="56" name="Group 55"/>
          <p:cNvGrpSpPr/>
          <p:nvPr/>
        </p:nvGrpSpPr>
        <p:grpSpPr>
          <a:xfrm>
            <a:off x="2610591" y="4445863"/>
            <a:ext cx="3822035" cy="970118"/>
            <a:chOff x="1249680" y="1824054"/>
            <a:chExt cx="3822035" cy="970118"/>
          </a:xfrm>
        </p:grpSpPr>
        <p:sp>
          <p:nvSpPr>
            <p:cNvPr id="57" name="矩形 2"/>
            <p:cNvSpPr/>
            <p:nvPr/>
          </p:nvSpPr>
          <p:spPr>
            <a:xfrm>
              <a:off x="1249680" y="2264433"/>
              <a:ext cx="3822035" cy="52973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Verdana (Body)"/>
              </a:endParaRPr>
            </a:p>
          </p:txBody>
        </p:sp>
        <p:sp>
          <p:nvSpPr>
            <p:cNvPr id="58" name="文本框 8"/>
            <p:cNvSpPr txBox="1"/>
            <p:nvPr/>
          </p:nvSpPr>
          <p:spPr>
            <a:xfrm>
              <a:off x="1304982" y="2306193"/>
              <a:ext cx="372942" cy="369332"/>
            </a:xfrm>
            <a:prstGeom prst="rect">
              <a:avLst/>
            </a:prstGeom>
            <a:noFill/>
          </p:spPr>
          <p:txBody>
            <a:bodyPr wrap="square" rtlCol="0">
              <a:spAutoFit/>
            </a:bodyPr>
            <a:lstStyle/>
            <a:p>
              <a:r>
                <a:rPr lang="en-US" altLang="zh-CN" dirty="0">
                  <a:solidFill>
                    <a:schemeClr val="bg1"/>
                  </a:solidFill>
                  <a:latin typeface="Verdana (Body)"/>
                </a:rPr>
                <a:t>A</a:t>
              </a:r>
              <a:endParaRPr lang="zh-CN" altLang="en-US" dirty="0">
                <a:solidFill>
                  <a:schemeClr val="bg1"/>
                </a:solidFill>
                <a:latin typeface="Verdana (Body)"/>
              </a:endParaRPr>
            </a:p>
          </p:txBody>
        </p:sp>
        <p:sp>
          <p:nvSpPr>
            <p:cNvPr id="59" name="文本框 9"/>
            <p:cNvSpPr txBox="1"/>
            <p:nvPr/>
          </p:nvSpPr>
          <p:spPr>
            <a:xfrm>
              <a:off x="1249680" y="1824054"/>
              <a:ext cx="3386047" cy="369332"/>
            </a:xfrm>
            <a:prstGeom prst="rect">
              <a:avLst/>
            </a:prstGeom>
            <a:noFill/>
          </p:spPr>
          <p:txBody>
            <a:bodyPr wrap="square" rtlCol="0">
              <a:spAutoFit/>
            </a:bodyPr>
            <a:lstStyle/>
            <a:p>
              <a:r>
                <a:rPr lang="en-US" altLang="zh-CN">
                  <a:latin typeface="Verdana (Body)"/>
                </a:rPr>
                <a:t>Post-Order Traversal</a:t>
              </a:r>
              <a:endParaRPr lang="zh-CN" altLang="en-US" dirty="0">
                <a:latin typeface="Verdana (Body)"/>
              </a:endParaRPr>
            </a:p>
          </p:txBody>
        </p:sp>
        <p:sp>
          <p:nvSpPr>
            <p:cNvPr id="60" name="文本框 46"/>
            <p:cNvSpPr txBox="1"/>
            <p:nvPr/>
          </p:nvSpPr>
          <p:spPr>
            <a:xfrm>
              <a:off x="1636693" y="2306193"/>
              <a:ext cx="372942" cy="369332"/>
            </a:xfrm>
            <a:prstGeom prst="rect">
              <a:avLst/>
            </a:prstGeom>
            <a:noFill/>
          </p:spPr>
          <p:txBody>
            <a:bodyPr wrap="square" rtlCol="0">
              <a:spAutoFit/>
            </a:bodyPr>
            <a:lstStyle/>
            <a:p>
              <a:r>
                <a:rPr lang="en-US" altLang="zh-CN" dirty="0">
                  <a:solidFill>
                    <a:schemeClr val="bg1"/>
                  </a:solidFill>
                  <a:latin typeface="Verdana (Body)"/>
                </a:rPr>
                <a:t>D</a:t>
              </a:r>
              <a:endParaRPr lang="zh-CN" altLang="en-US" dirty="0">
                <a:solidFill>
                  <a:schemeClr val="bg1"/>
                </a:solidFill>
                <a:latin typeface="Verdana (Body)"/>
              </a:endParaRPr>
            </a:p>
          </p:txBody>
        </p:sp>
        <p:sp>
          <p:nvSpPr>
            <p:cNvPr id="61" name="文本框 47"/>
            <p:cNvSpPr txBox="1"/>
            <p:nvPr/>
          </p:nvSpPr>
          <p:spPr>
            <a:xfrm>
              <a:off x="1968404" y="2306193"/>
              <a:ext cx="372942" cy="369332"/>
            </a:xfrm>
            <a:prstGeom prst="rect">
              <a:avLst/>
            </a:prstGeom>
            <a:noFill/>
          </p:spPr>
          <p:txBody>
            <a:bodyPr wrap="square" rtlCol="0">
              <a:spAutoFit/>
            </a:bodyPr>
            <a:lstStyle/>
            <a:p>
              <a:r>
                <a:rPr lang="en-US" altLang="zh-CN" dirty="0">
                  <a:solidFill>
                    <a:schemeClr val="bg1"/>
                  </a:solidFill>
                  <a:latin typeface="Verdana (Body)"/>
                </a:rPr>
                <a:t>C</a:t>
              </a:r>
              <a:endParaRPr lang="zh-CN" altLang="en-US" dirty="0">
                <a:solidFill>
                  <a:schemeClr val="bg1"/>
                </a:solidFill>
                <a:latin typeface="Verdana (Body)"/>
              </a:endParaRPr>
            </a:p>
          </p:txBody>
        </p:sp>
        <p:sp>
          <p:nvSpPr>
            <p:cNvPr id="62" name="文本框 48"/>
            <p:cNvSpPr txBox="1"/>
            <p:nvPr/>
          </p:nvSpPr>
          <p:spPr>
            <a:xfrm>
              <a:off x="2300115" y="2306193"/>
              <a:ext cx="372942" cy="369332"/>
            </a:xfrm>
            <a:prstGeom prst="rect">
              <a:avLst/>
            </a:prstGeom>
            <a:noFill/>
          </p:spPr>
          <p:txBody>
            <a:bodyPr wrap="square" rtlCol="0">
              <a:spAutoFit/>
            </a:bodyPr>
            <a:lstStyle/>
            <a:p>
              <a:r>
                <a:rPr lang="en-US" altLang="zh-CN" dirty="0">
                  <a:solidFill>
                    <a:schemeClr val="bg1"/>
                  </a:solidFill>
                  <a:latin typeface="Verdana (Body)"/>
                </a:rPr>
                <a:t>B</a:t>
              </a:r>
              <a:endParaRPr lang="zh-CN" altLang="en-US" dirty="0">
                <a:solidFill>
                  <a:schemeClr val="bg1"/>
                </a:solidFill>
                <a:latin typeface="Verdana (Body)"/>
              </a:endParaRPr>
            </a:p>
          </p:txBody>
        </p:sp>
        <p:sp>
          <p:nvSpPr>
            <p:cNvPr id="63" name="文本框 49"/>
            <p:cNvSpPr txBox="1"/>
            <p:nvPr/>
          </p:nvSpPr>
          <p:spPr>
            <a:xfrm>
              <a:off x="2631826" y="2306193"/>
              <a:ext cx="372942" cy="369332"/>
            </a:xfrm>
            <a:prstGeom prst="rect">
              <a:avLst/>
            </a:prstGeom>
            <a:noFill/>
          </p:spPr>
          <p:txBody>
            <a:bodyPr wrap="square" rtlCol="0">
              <a:spAutoFit/>
            </a:bodyPr>
            <a:lstStyle/>
            <a:p>
              <a:r>
                <a:rPr lang="en-US" altLang="zh-CN" dirty="0">
                  <a:solidFill>
                    <a:schemeClr val="bg1"/>
                  </a:solidFill>
                  <a:latin typeface="Verdana (Body)"/>
                </a:rPr>
                <a:t>F</a:t>
              </a:r>
              <a:endParaRPr lang="zh-CN" altLang="en-US" dirty="0">
                <a:solidFill>
                  <a:schemeClr val="bg1"/>
                </a:solidFill>
                <a:latin typeface="Verdana (Body)"/>
              </a:endParaRPr>
            </a:p>
          </p:txBody>
        </p:sp>
        <p:sp>
          <p:nvSpPr>
            <p:cNvPr id="64" name="文本框 50"/>
            <p:cNvSpPr txBox="1"/>
            <p:nvPr/>
          </p:nvSpPr>
          <p:spPr>
            <a:xfrm>
              <a:off x="2963537" y="2306193"/>
              <a:ext cx="372942" cy="369332"/>
            </a:xfrm>
            <a:prstGeom prst="rect">
              <a:avLst/>
            </a:prstGeom>
            <a:noFill/>
          </p:spPr>
          <p:txBody>
            <a:bodyPr wrap="square" rtlCol="0">
              <a:spAutoFit/>
            </a:bodyPr>
            <a:lstStyle/>
            <a:p>
              <a:r>
                <a:rPr lang="en-US" altLang="zh-CN" dirty="0">
                  <a:solidFill>
                    <a:schemeClr val="bg1"/>
                  </a:solidFill>
                  <a:latin typeface="Verdana (Body)"/>
                </a:rPr>
                <a:t>H</a:t>
              </a:r>
              <a:endParaRPr lang="zh-CN" altLang="en-US" dirty="0">
                <a:solidFill>
                  <a:schemeClr val="bg1"/>
                </a:solidFill>
                <a:latin typeface="Verdana (Body)"/>
              </a:endParaRPr>
            </a:p>
          </p:txBody>
        </p:sp>
        <p:sp>
          <p:nvSpPr>
            <p:cNvPr id="65" name="文本框 51"/>
            <p:cNvSpPr txBox="1"/>
            <p:nvPr/>
          </p:nvSpPr>
          <p:spPr>
            <a:xfrm>
              <a:off x="3295248" y="2306193"/>
              <a:ext cx="372942" cy="369332"/>
            </a:xfrm>
            <a:prstGeom prst="rect">
              <a:avLst/>
            </a:prstGeom>
            <a:noFill/>
          </p:spPr>
          <p:txBody>
            <a:bodyPr wrap="square" rtlCol="0">
              <a:spAutoFit/>
            </a:bodyPr>
            <a:lstStyle/>
            <a:p>
              <a:r>
                <a:rPr lang="en-SG" altLang="zh-CN">
                  <a:solidFill>
                    <a:schemeClr val="bg1"/>
                  </a:solidFill>
                  <a:latin typeface="Verdana (Body)"/>
                </a:rPr>
                <a:t> I</a:t>
              </a:r>
              <a:endParaRPr lang="zh-CN" altLang="en-US" dirty="0">
                <a:solidFill>
                  <a:schemeClr val="bg1"/>
                </a:solidFill>
                <a:latin typeface="Verdana (Body)"/>
              </a:endParaRPr>
            </a:p>
          </p:txBody>
        </p:sp>
        <p:sp>
          <p:nvSpPr>
            <p:cNvPr id="66" name="文本框 52"/>
            <p:cNvSpPr txBox="1"/>
            <p:nvPr/>
          </p:nvSpPr>
          <p:spPr>
            <a:xfrm>
              <a:off x="3626959" y="2306193"/>
              <a:ext cx="372942" cy="369332"/>
            </a:xfrm>
            <a:prstGeom prst="rect">
              <a:avLst/>
            </a:prstGeom>
            <a:noFill/>
          </p:spPr>
          <p:txBody>
            <a:bodyPr wrap="square" rtlCol="0">
              <a:spAutoFit/>
            </a:bodyPr>
            <a:lstStyle/>
            <a:p>
              <a:r>
                <a:rPr lang="en-US" altLang="zh-CN" dirty="0">
                  <a:solidFill>
                    <a:schemeClr val="bg1"/>
                  </a:solidFill>
                  <a:latin typeface="Verdana (Body)"/>
                </a:rPr>
                <a:t>G</a:t>
              </a:r>
              <a:endParaRPr lang="zh-CN" altLang="en-US" dirty="0">
                <a:solidFill>
                  <a:schemeClr val="bg1"/>
                </a:solidFill>
                <a:latin typeface="Verdana (Body)"/>
              </a:endParaRPr>
            </a:p>
          </p:txBody>
        </p:sp>
        <p:sp>
          <p:nvSpPr>
            <p:cNvPr id="67" name="文本框 53"/>
            <p:cNvSpPr txBox="1"/>
            <p:nvPr/>
          </p:nvSpPr>
          <p:spPr>
            <a:xfrm>
              <a:off x="3958672" y="2306193"/>
              <a:ext cx="372942" cy="369332"/>
            </a:xfrm>
            <a:prstGeom prst="rect">
              <a:avLst/>
            </a:prstGeom>
            <a:noFill/>
          </p:spPr>
          <p:txBody>
            <a:bodyPr wrap="square" rtlCol="0">
              <a:spAutoFit/>
            </a:bodyPr>
            <a:lstStyle/>
            <a:p>
              <a:r>
                <a:rPr lang="en-US" altLang="zh-CN" dirty="0">
                  <a:solidFill>
                    <a:schemeClr val="bg1"/>
                  </a:solidFill>
                  <a:latin typeface="Verdana (Body)"/>
                </a:rPr>
                <a:t>E</a:t>
              </a:r>
              <a:endParaRPr lang="zh-CN" altLang="en-US" dirty="0">
                <a:solidFill>
                  <a:schemeClr val="bg1"/>
                </a:solidFill>
                <a:latin typeface="Verdana (Body)"/>
              </a:endParaRPr>
            </a:p>
          </p:txBody>
        </p:sp>
      </p:grpSp>
    </p:spTree>
    <p:extLst>
      <p:ext uri="{BB962C8B-B14F-4D97-AF65-F5344CB8AC3E}">
        <p14:creationId xmlns:p14="http://schemas.microsoft.com/office/powerpoint/2010/main" val="1716071346"/>
      </p:ext>
    </p:extLst>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BB01C-5CD9-5EA2-30D9-3E8DDA42D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8DE5C-6E8F-7218-4588-3B44C01537B1}"/>
              </a:ext>
            </a:extLst>
          </p:cNvPr>
          <p:cNvSpPr>
            <a:spLocks noGrp="1"/>
          </p:cNvSpPr>
          <p:nvPr>
            <p:ph type="title"/>
          </p:nvPr>
        </p:nvSpPr>
        <p:spPr>
          <a:xfrm>
            <a:off x="0" y="59961"/>
            <a:ext cx="12192000" cy="565607"/>
          </a:xfrm>
        </p:spPr>
        <p:txBody>
          <a:bodyPr>
            <a:normAutofit fontScale="90000"/>
          </a:bodyPr>
          <a:lstStyle/>
          <a:p>
            <a:r>
              <a:rPr kumimoji="0" lang="en-US" sz="36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Breath-first Traversal: Level-by-level</a:t>
            </a:r>
            <a:endParaRPr lang="en-SG" dirty="0">
              <a:latin typeface="Verdana" panose="020B0604030504040204" pitchFamily="34" charset="0"/>
            </a:endParaRPr>
          </a:p>
        </p:txBody>
      </p:sp>
      <p:sp>
        <p:nvSpPr>
          <p:cNvPr id="3" name="Content Placeholder 1">
            <a:extLst>
              <a:ext uri="{FF2B5EF4-FFF2-40B4-BE49-F238E27FC236}">
                <a16:creationId xmlns:a16="http://schemas.microsoft.com/office/drawing/2014/main" id="{4C5391E0-5060-3270-E03C-88E2966B1839}"/>
              </a:ext>
            </a:extLst>
          </p:cNvPr>
          <p:cNvSpPr txBox="1">
            <a:spLocks/>
          </p:cNvSpPr>
          <p:nvPr/>
        </p:nvSpPr>
        <p:spPr>
          <a:xfrm>
            <a:off x="1080656" y="1565753"/>
            <a:ext cx="10819070" cy="461121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SG" dirty="0"/>
              <a:t>Level-By-Level Traversal:</a:t>
            </a:r>
          </a:p>
          <a:p>
            <a:pPr marL="0" indent="0" algn="just">
              <a:lnSpc>
                <a:spcPct val="150000"/>
              </a:lnSpc>
              <a:buFont typeface="Arial" panose="020B0604020202020204" pitchFamily="34" charset="0"/>
              <a:buNone/>
            </a:pPr>
            <a:r>
              <a:rPr lang="en-SG" dirty="0"/>
              <a:t>	Visit the root (Level 1)</a:t>
            </a:r>
          </a:p>
          <a:p>
            <a:pPr marL="0" indent="0" algn="just">
              <a:lnSpc>
                <a:spcPct val="150000"/>
              </a:lnSpc>
              <a:buFont typeface="Arial" panose="020B0604020202020204" pitchFamily="34" charset="0"/>
              <a:buNone/>
            </a:pPr>
            <a:r>
              <a:rPr lang="en-SG" dirty="0"/>
              <a:t>	Visit children of the root (Level 2)</a:t>
            </a:r>
          </a:p>
          <a:p>
            <a:pPr marL="0" indent="0" algn="just">
              <a:lnSpc>
                <a:spcPct val="150000"/>
              </a:lnSpc>
              <a:buFont typeface="Arial" panose="020B0604020202020204" pitchFamily="34" charset="0"/>
              <a:buNone/>
            </a:pPr>
            <a:r>
              <a:rPr lang="en-SG" dirty="0"/>
              <a:t>	Visit grandchildren of the root (Level3)   ...</a:t>
            </a:r>
          </a:p>
          <a:p>
            <a:pPr marL="0" indent="0" algn="just">
              <a:lnSpc>
                <a:spcPct val="150000"/>
              </a:lnSpc>
              <a:buFont typeface="Arial" panose="020B0604020202020204" pitchFamily="34" charset="0"/>
              <a:buNone/>
            </a:pPr>
            <a:r>
              <a:rPr lang="en-SG" sz="1700" dirty="0"/>
              <a:t>How?</a:t>
            </a:r>
          </a:p>
          <a:p>
            <a:pPr algn="just">
              <a:lnSpc>
                <a:spcPct val="150000"/>
              </a:lnSpc>
            </a:pPr>
            <a:r>
              <a:rPr lang="en-SG" sz="1700" dirty="0"/>
              <a:t>Visiting a node</a:t>
            </a:r>
          </a:p>
          <a:p>
            <a:pPr algn="just">
              <a:lnSpc>
                <a:spcPct val="150000"/>
              </a:lnSpc>
            </a:pPr>
            <a:r>
              <a:rPr lang="en-SG" sz="1700" dirty="0"/>
              <a:t>Remember all its children</a:t>
            </a:r>
          </a:p>
          <a:p>
            <a:pPr lvl="1" algn="just">
              <a:lnSpc>
                <a:spcPct val="150000"/>
              </a:lnSpc>
            </a:pPr>
            <a:r>
              <a:rPr lang="en-SG" sz="1700" dirty="0"/>
              <a:t>Use a queue (FIFO structure)</a:t>
            </a:r>
          </a:p>
          <a:p>
            <a:endParaRPr lang="en-SG" dirty="0"/>
          </a:p>
        </p:txBody>
      </p:sp>
      <p:grpSp>
        <p:nvGrpSpPr>
          <p:cNvPr id="68" name="Group 67">
            <a:extLst>
              <a:ext uri="{FF2B5EF4-FFF2-40B4-BE49-F238E27FC236}">
                <a16:creationId xmlns:a16="http://schemas.microsoft.com/office/drawing/2014/main" id="{DF5B4343-9509-2B44-9EAA-808697E5D5AA}"/>
              </a:ext>
            </a:extLst>
          </p:cNvPr>
          <p:cNvGrpSpPr/>
          <p:nvPr/>
        </p:nvGrpSpPr>
        <p:grpSpPr>
          <a:xfrm>
            <a:off x="7639265" y="1532578"/>
            <a:ext cx="4226767" cy="2877692"/>
            <a:chOff x="7539134" y="882545"/>
            <a:chExt cx="4226767" cy="2877692"/>
          </a:xfrm>
        </p:grpSpPr>
        <p:sp>
          <p:nvSpPr>
            <p:cNvPr id="69" name="object 6">
              <a:extLst>
                <a:ext uri="{FF2B5EF4-FFF2-40B4-BE49-F238E27FC236}">
                  <a16:creationId xmlns:a16="http://schemas.microsoft.com/office/drawing/2014/main" id="{03386E1A-25F4-D148-7D3C-8008CBBDCD07}"/>
                </a:ext>
              </a:extLst>
            </p:cNvPr>
            <p:cNvSpPr/>
            <p:nvPr/>
          </p:nvSpPr>
          <p:spPr>
            <a:xfrm>
              <a:off x="9202858" y="1603252"/>
              <a:ext cx="337920" cy="266202"/>
            </a:xfrm>
            <a:prstGeom prst="ellipse">
              <a:avLst/>
            </a:prstGeom>
            <a:solidFill>
              <a:schemeClr val="bg1"/>
            </a:solidFill>
          </p:spPr>
          <p:txBody>
            <a:bodyPr wrap="square" lIns="0" tIns="0" rIns="0" bIns="0" rtlCol="0"/>
            <a:lstStyle/>
            <a:p>
              <a:r>
                <a:rPr lang="en-US" sz="1400" dirty="0"/>
                <a:t>70</a:t>
              </a:r>
              <a:endParaRPr sz="1400" dirty="0"/>
            </a:p>
          </p:txBody>
        </p:sp>
        <p:sp>
          <p:nvSpPr>
            <p:cNvPr id="70" name="object 7">
              <a:extLst>
                <a:ext uri="{FF2B5EF4-FFF2-40B4-BE49-F238E27FC236}">
                  <a16:creationId xmlns:a16="http://schemas.microsoft.com/office/drawing/2014/main" id="{293DBACE-EBBB-F12E-F9A5-CE3142C860BA}"/>
                </a:ext>
              </a:extLst>
            </p:cNvPr>
            <p:cNvSpPr/>
            <p:nvPr/>
          </p:nvSpPr>
          <p:spPr>
            <a:xfrm>
              <a:off x="9202858" y="1603252"/>
              <a:ext cx="337920" cy="266202"/>
            </a:xfrm>
            <a:prstGeom prst="ellipse">
              <a:avLst/>
            </a:prstGeom>
            <a:ln w="25399">
              <a:solidFill>
                <a:srgbClr val="839950"/>
              </a:solidFill>
            </a:ln>
          </p:spPr>
          <p:txBody>
            <a:bodyPr wrap="square" lIns="0" tIns="0" rIns="0" bIns="0" rtlCol="0"/>
            <a:lstStyle/>
            <a:p>
              <a:endParaRPr sz="1400"/>
            </a:p>
          </p:txBody>
        </p:sp>
        <p:sp>
          <p:nvSpPr>
            <p:cNvPr id="71" name="object 8">
              <a:extLst>
                <a:ext uri="{FF2B5EF4-FFF2-40B4-BE49-F238E27FC236}">
                  <a16:creationId xmlns:a16="http://schemas.microsoft.com/office/drawing/2014/main" id="{1EBEFF45-1858-C93C-8A68-82E9BCAC1A25}"/>
                </a:ext>
              </a:extLst>
            </p:cNvPr>
            <p:cNvSpPr/>
            <p:nvPr/>
          </p:nvSpPr>
          <p:spPr>
            <a:xfrm>
              <a:off x="8527144" y="2096411"/>
              <a:ext cx="337920" cy="266202"/>
            </a:xfrm>
            <a:prstGeom prst="ellipse">
              <a:avLst/>
            </a:prstGeom>
            <a:solidFill>
              <a:schemeClr val="bg1"/>
            </a:solidFill>
          </p:spPr>
          <p:txBody>
            <a:bodyPr wrap="square" lIns="0" tIns="0" rIns="0" bIns="0" rtlCol="0"/>
            <a:lstStyle/>
            <a:p>
              <a:endParaRPr sz="1400"/>
            </a:p>
          </p:txBody>
        </p:sp>
        <p:sp>
          <p:nvSpPr>
            <p:cNvPr id="72" name="object 9">
              <a:extLst>
                <a:ext uri="{FF2B5EF4-FFF2-40B4-BE49-F238E27FC236}">
                  <a16:creationId xmlns:a16="http://schemas.microsoft.com/office/drawing/2014/main" id="{7FA5ACAE-7F93-58DD-0419-D5A7256F7470}"/>
                </a:ext>
              </a:extLst>
            </p:cNvPr>
            <p:cNvSpPr/>
            <p:nvPr/>
          </p:nvSpPr>
          <p:spPr>
            <a:xfrm>
              <a:off x="8527144" y="2096410"/>
              <a:ext cx="337920" cy="266202"/>
            </a:xfrm>
            <a:prstGeom prst="ellipse">
              <a:avLst/>
            </a:prstGeom>
            <a:solidFill>
              <a:schemeClr val="bg1"/>
            </a:solidFill>
            <a:ln w="25399">
              <a:solidFill>
                <a:srgbClr val="839950"/>
              </a:solidFill>
            </a:ln>
          </p:spPr>
          <p:txBody>
            <a:bodyPr wrap="square" lIns="0" tIns="0" rIns="0" bIns="0" rtlCol="0"/>
            <a:lstStyle/>
            <a:p>
              <a:r>
                <a:rPr lang="en-US" sz="1400" dirty="0"/>
                <a:t>31</a:t>
              </a:r>
              <a:endParaRPr sz="1400" dirty="0"/>
            </a:p>
          </p:txBody>
        </p:sp>
        <p:sp>
          <p:nvSpPr>
            <p:cNvPr id="73" name="object 10">
              <a:extLst>
                <a:ext uri="{FF2B5EF4-FFF2-40B4-BE49-F238E27FC236}">
                  <a16:creationId xmlns:a16="http://schemas.microsoft.com/office/drawing/2014/main" id="{19455AA5-2ECC-92CB-373B-F958BD82B199}"/>
                </a:ext>
              </a:extLst>
            </p:cNvPr>
            <p:cNvSpPr/>
            <p:nvPr/>
          </p:nvSpPr>
          <p:spPr>
            <a:xfrm>
              <a:off x="8189289" y="2667271"/>
              <a:ext cx="337920" cy="266202"/>
            </a:xfrm>
            <a:prstGeom prst="ellipse">
              <a:avLst/>
            </a:prstGeom>
            <a:solidFill>
              <a:schemeClr val="bg1"/>
            </a:solidFill>
          </p:spPr>
          <p:txBody>
            <a:bodyPr wrap="square" lIns="0" tIns="0" rIns="0" bIns="0" rtlCol="0"/>
            <a:lstStyle/>
            <a:p>
              <a:endParaRPr sz="1400"/>
            </a:p>
          </p:txBody>
        </p:sp>
        <p:sp>
          <p:nvSpPr>
            <p:cNvPr id="74" name="object 11">
              <a:extLst>
                <a:ext uri="{FF2B5EF4-FFF2-40B4-BE49-F238E27FC236}">
                  <a16:creationId xmlns:a16="http://schemas.microsoft.com/office/drawing/2014/main" id="{82675ADB-4C99-010A-52E6-1F704B07D0E2}"/>
                </a:ext>
              </a:extLst>
            </p:cNvPr>
            <p:cNvSpPr/>
            <p:nvPr/>
          </p:nvSpPr>
          <p:spPr>
            <a:xfrm>
              <a:off x="8189289" y="2667271"/>
              <a:ext cx="337920" cy="266202"/>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75" name="object 14">
              <a:extLst>
                <a:ext uri="{FF2B5EF4-FFF2-40B4-BE49-F238E27FC236}">
                  <a16:creationId xmlns:a16="http://schemas.microsoft.com/office/drawing/2014/main" id="{26758EA7-A647-3494-D036-7CA7E0F1D644}"/>
                </a:ext>
              </a:extLst>
            </p:cNvPr>
            <p:cNvSpPr/>
            <p:nvPr/>
          </p:nvSpPr>
          <p:spPr>
            <a:xfrm>
              <a:off x="9878570" y="2096411"/>
              <a:ext cx="337920" cy="266202"/>
            </a:xfrm>
            <a:prstGeom prst="ellipse">
              <a:avLst/>
            </a:prstGeom>
            <a:solidFill>
              <a:schemeClr val="bg1"/>
            </a:solidFill>
          </p:spPr>
          <p:txBody>
            <a:bodyPr wrap="square" lIns="0" tIns="0" rIns="0" bIns="0" rtlCol="0"/>
            <a:lstStyle/>
            <a:p>
              <a:endParaRPr sz="1400"/>
            </a:p>
          </p:txBody>
        </p:sp>
        <p:sp>
          <p:nvSpPr>
            <p:cNvPr id="76" name="object 15">
              <a:extLst>
                <a:ext uri="{FF2B5EF4-FFF2-40B4-BE49-F238E27FC236}">
                  <a16:creationId xmlns:a16="http://schemas.microsoft.com/office/drawing/2014/main" id="{02B1B581-5E6B-3FF7-951D-279167DB5844}"/>
                </a:ext>
              </a:extLst>
            </p:cNvPr>
            <p:cNvSpPr/>
            <p:nvPr/>
          </p:nvSpPr>
          <p:spPr>
            <a:xfrm>
              <a:off x="9878570" y="2096410"/>
              <a:ext cx="337920" cy="266202"/>
            </a:xfrm>
            <a:prstGeom prst="ellipse">
              <a:avLst/>
            </a:prstGeom>
            <a:solidFill>
              <a:schemeClr val="bg1"/>
            </a:solidFill>
            <a:ln w="25399">
              <a:solidFill>
                <a:srgbClr val="839950"/>
              </a:solidFill>
            </a:ln>
          </p:spPr>
          <p:txBody>
            <a:bodyPr wrap="square" lIns="0" tIns="0" rIns="0" bIns="0" rtlCol="0"/>
            <a:lstStyle/>
            <a:p>
              <a:r>
                <a:rPr lang="en-US" sz="1400" dirty="0"/>
                <a:t>93</a:t>
              </a:r>
              <a:endParaRPr sz="1400" dirty="0"/>
            </a:p>
          </p:txBody>
        </p:sp>
        <p:sp>
          <p:nvSpPr>
            <p:cNvPr id="77" name="object 16">
              <a:extLst>
                <a:ext uri="{FF2B5EF4-FFF2-40B4-BE49-F238E27FC236}">
                  <a16:creationId xmlns:a16="http://schemas.microsoft.com/office/drawing/2014/main" id="{B5F7F3C5-D44C-141A-BC3D-61973BA23864}"/>
                </a:ext>
              </a:extLst>
            </p:cNvPr>
            <p:cNvSpPr/>
            <p:nvPr/>
          </p:nvSpPr>
          <p:spPr>
            <a:xfrm>
              <a:off x="9540715" y="2671588"/>
              <a:ext cx="337920" cy="266202"/>
            </a:xfrm>
            <a:prstGeom prst="ellipse">
              <a:avLst/>
            </a:prstGeom>
            <a:solidFill>
              <a:schemeClr val="bg1"/>
            </a:solidFill>
          </p:spPr>
          <p:txBody>
            <a:bodyPr wrap="square" lIns="0" tIns="0" rIns="0" bIns="0" rtlCol="0"/>
            <a:lstStyle/>
            <a:p>
              <a:endParaRPr sz="1400"/>
            </a:p>
          </p:txBody>
        </p:sp>
        <p:sp>
          <p:nvSpPr>
            <p:cNvPr id="78" name="object 17">
              <a:extLst>
                <a:ext uri="{FF2B5EF4-FFF2-40B4-BE49-F238E27FC236}">
                  <a16:creationId xmlns:a16="http://schemas.microsoft.com/office/drawing/2014/main" id="{393F3DAC-1A6C-057D-BD4B-054B08930929}"/>
                </a:ext>
              </a:extLst>
            </p:cNvPr>
            <p:cNvSpPr/>
            <p:nvPr/>
          </p:nvSpPr>
          <p:spPr>
            <a:xfrm>
              <a:off x="9540715" y="2671588"/>
              <a:ext cx="337920" cy="266202"/>
            </a:xfrm>
            <a:prstGeom prst="ellipse">
              <a:avLst/>
            </a:prstGeom>
            <a:solidFill>
              <a:schemeClr val="bg1"/>
            </a:solidFill>
            <a:ln w="25399">
              <a:solidFill>
                <a:srgbClr val="839950"/>
              </a:solidFill>
            </a:ln>
          </p:spPr>
          <p:txBody>
            <a:bodyPr wrap="square" lIns="0" tIns="0" rIns="0" bIns="0" rtlCol="0"/>
            <a:lstStyle/>
            <a:p>
              <a:r>
                <a:rPr lang="en-US" sz="1400" dirty="0"/>
                <a:t>73</a:t>
              </a:r>
              <a:endParaRPr sz="1400" dirty="0"/>
            </a:p>
          </p:txBody>
        </p:sp>
        <p:sp>
          <p:nvSpPr>
            <p:cNvPr id="79" name="object 18">
              <a:extLst>
                <a:ext uri="{FF2B5EF4-FFF2-40B4-BE49-F238E27FC236}">
                  <a16:creationId xmlns:a16="http://schemas.microsoft.com/office/drawing/2014/main" id="{670A3702-C0BB-BB27-0C00-0C935C13F5CE}"/>
                </a:ext>
              </a:extLst>
            </p:cNvPr>
            <p:cNvSpPr/>
            <p:nvPr/>
          </p:nvSpPr>
          <p:spPr>
            <a:xfrm>
              <a:off x="10216428" y="2671588"/>
              <a:ext cx="337920" cy="266202"/>
            </a:xfrm>
            <a:prstGeom prst="ellipse">
              <a:avLst/>
            </a:prstGeom>
            <a:solidFill>
              <a:schemeClr val="bg1"/>
            </a:solidFill>
          </p:spPr>
          <p:txBody>
            <a:bodyPr wrap="square" lIns="0" tIns="0" rIns="0" bIns="0" rtlCol="0"/>
            <a:lstStyle/>
            <a:p>
              <a:endParaRPr sz="1400"/>
            </a:p>
          </p:txBody>
        </p:sp>
        <p:sp>
          <p:nvSpPr>
            <p:cNvPr id="80" name="object 19">
              <a:extLst>
                <a:ext uri="{FF2B5EF4-FFF2-40B4-BE49-F238E27FC236}">
                  <a16:creationId xmlns:a16="http://schemas.microsoft.com/office/drawing/2014/main" id="{F7A31B55-FBA7-FBCB-6D06-507C84DA00B0}"/>
                </a:ext>
              </a:extLst>
            </p:cNvPr>
            <p:cNvSpPr/>
            <p:nvPr/>
          </p:nvSpPr>
          <p:spPr>
            <a:xfrm>
              <a:off x="10216427" y="2671588"/>
              <a:ext cx="337920" cy="266202"/>
            </a:xfrm>
            <a:prstGeom prst="ellipse">
              <a:avLst/>
            </a:prstGeom>
            <a:solidFill>
              <a:schemeClr val="bg1"/>
            </a:solidFill>
            <a:ln w="25399">
              <a:solidFill>
                <a:srgbClr val="839950"/>
              </a:solidFill>
            </a:ln>
          </p:spPr>
          <p:txBody>
            <a:bodyPr wrap="square" lIns="0" tIns="0" rIns="0" bIns="0" rtlCol="0"/>
            <a:lstStyle/>
            <a:p>
              <a:r>
                <a:rPr lang="en-US" sz="1400" dirty="0"/>
                <a:t>94</a:t>
              </a:r>
              <a:endParaRPr sz="1400" dirty="0"/>
            </a:p>
          </p:txBody>
        </p:sp>
        <p:sp>
          <p:nvSpPr>
            <p:cNvPr id="81" name="object 38">
              <a:extLst>
                <a:ext uri="{FF2B5EF4-FFF2-40B4-BE49-F238E27FC236}">
                  <a16:creationId xmlns:a16="http://schemas.microsoft.com/office/drawing/2014/main" id="{7089C32F-CB46-CAD8-3D2D-F36A3FF8F995}"/>
                </a:ext>
              </a:extLst>
            </p:cNvPr>
            <p:cNvSpPr/>
            <p:nvPr/>
          </p:nvSpPr>
          <p:spPr>
            <a:xfrm>
              <a:off x="8449305" y="3278475"/>
              <a:ext cx="337920" cy="266202"/>
            </a:xfrm>
            <a:prstGeom prst="ellipse">
              <a:avLst/>
            </a:prstGeom>
            <a:solidFill>
              <a:schemeClr val="bg1"/>
            </a:solidFill>
          </p:spPr>
          <p:txBody>
            <a:bodyPr wrap="square" lIns="0" tIns="0" rIns="0" bIns="0" rtlCol="0"/>
            <a:lstStyle/>
            <a:p>
              <a:endParaRPr sz="1400"/>
            </a:p>
          </p:txBody>
        </p:sp>
        <p:sp>
          <p:nvSpPr>
            <p:cNvPr id="82" name="object 39">
              <a:extLst>
                <a:ext uri="{FF2B5EF4-FFF2-40B4-BE49-F238E27FC236}">
                  <a16:creationId xmlns:a16="http://schemas.microsoft.com/office/drawing/2014/main" id="{C95DD4B7-9360-B175-4A12-4E2058F103E0}"/>
                </a:ext>
              </a:extLst>
            </p:cNvPr>
            <p:cNvSpPr/>
            <p:nvPr/>
          </p:nvSpPr>
          <p:spPr>
            <a:xfrm>
              <a:off x="8449305"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cxnSp>
          <p:nvCxnSpPr>
            <p:cNvPr id="83" name="直接箭头连接符 32">
              <a:extLst>
                <a:ext uri="{FF2B5EF4-FFF2-40B4-BE49-F238E27FC236}">
                  <a16:creationId xmlns:a16="http://schemas.microsoft.com/office/drawing/2014/main" id="{034F05C8-94E2-D634-0DD6-8F29F343EE17}"/>
                </a:ext>
              </a:extLst>
            </p:cNvPr>
            <p:cNvCxnSpPr>
              <a:stCxn id="70" idx="5"/>
              <a:endCxn id="76" idx="1"/>
            </p:cNvCxnSpPr>
            <p:nvPr/>
          </p:nvCxnSpPr>
          <p:spPr>
            <a:xfrm>
              <a:off x="9491291" y="1830470"/>
              <a:ext cx="436767" cy="304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33">
              <a:extLst>
                <a:ext uri="{FF2B5EF4-FFF2-40B4-BE49-F238E27FC236}">
                  <a16:creationId xmlns:a16="http://schemas.microsoft.com/office/drawing/2014/main" id="{7D6047B5-25F6-8941-3BDC-5A31E8F1E446}"/>
                </a:ext>
              </a:extLst>
            </p:cNvPr>
            <p:cNvCxnSpPr>
              <a:stCxn id="70" idx="3"/>
              <a:endCxn id="71" idx="7"/>
            </p:cNvCxnSpPr>
            <p:nvPr/>
          </p:nvCxnSpPr>
          <p:spPr>
            <a:xfrm flipH="1">
              <a:off x="8815577" y="1830470"/>
              <a:ext cx="436769" cy="3049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34">
              <a:extLst>
                <a:ext uri="{FF2B5EF4-FFF2-40B4-BE49-F238E27FC236}">
                  <a16:creationId xmlns:a16="http://schemas.microsoft.com/office/drawing/2014/main" id="{561F37A9-E810-BDEA-8948-86100A1C7753}"/>
                </a:ext>
              </a:extLst>
            </p:cNvPr>
            <p:cNvCxnSpPr>
              <a:stCxn id="71" idx="3"/>
              <a:endCxn id="74" idx="0"/>
            </p:cNvCxnSpPr>
            <p:nvPr/>
          </p:nvCxnSpPr>
          <p:spPr>
            <a:xfrm flipH="1">
              <a:off x="8358249" y="2323629"/>
              <a:ext cx="218383" cy="3436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35">
              <a:extLst>
                <a:ext uri="{FF2B5EF4-FFF2-40B4-BE49-F238E27FC236}">
                  <a16:creationId xmlns:a16="http://schemas.microsoft.com/office/drawing/2014/main" id="{E31230B9-5220-659E-DC8E-149881883825}"/>
                </a:ext>
              </a:extLst>
            </p:cNvPr>
            <p:cNvCxnSpPr>
              <a:stCxn id="76" idx="3"/>
              <a:endCxn id="77" idx="0"/>
            </p:cNvCxnSpPr>
            <p:nvPr/>
          </p:nvCxnSpPr>
          <p:spPr>
            <a:xfrm flipH="1">
              <a:off x="9709675" y="2323628"/>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37">
              <a:extLst>
                <a:ext uri="{FF2B5EF4-FFF2-40B4-BE49-F238E27FC236}">
                  <a16:creationId xmlns:a16="http://schemas.microsoft.com/office/drawing/2014/main" id="{B25EB4A4-8B52-0330-D918-58A39812ECD2}"/>
                </a:ext>
              </a:extLst>
            </p:cNvPr>
            <p:cNvCxnSpPr>
              <a:stCxn id="76" idx="5"/>
              <a:endCxn id="79" idx="0"/>
            </p:cNvCxnSpPr>
            <p:nvPr/>
          </p:nvCxnSpPr>
          <p:spPr>
            <a:xfrm>
              <a:off x="10167003" y="2323628"/>
              <a:ext cx="218385"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38">
              <a:extLst>
                <a:ext uri="{FF2B5EF4-FFF2-40B4-BE49-F238E27FC236}">
                  <a16:creationId xmlns:a16="http://schemas.microsoft.com/office/drawing/2014/main" id="{876AA343-0CB0-3350-CAB7-FBCB2574F4C6}"/>
                </a:ext>
              </a:extLst>
            </p:cNvPr>
            <p:cNvCxnSpPr>
              <a:endCxn id="81" idx="0"/>
            </p:cNvCxnSpPr>
            <p:nvPr/>
          </p:nvCxnSpPr>
          <p:spPr>
            <a:xfrm>
              <a:off x="8449337" y="2933474"/>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9" name="object 17">
              <a:extLst>
                <a:ext uri="{FF2B5EF4-FFF2-40B4-BE49-F238E27FC236}">
                  <a16:creationId xmlns:a16="http://schemas.microsoft.com/office/drawing/2014/main" id="{93B57426-452C-50D6-6B13-2650B50932F5}"/>
                </a:ext>
              </a:extLst>
            </p:cNvPr>
            <p:cNvSpPr/>
            <p:nvPr/>
          </p:nvSpPr>
          <p:spPr>
            <a:xfrm>
              <a:off x="7833147"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cxnSp>
          <p:nvCxnSpPr>
            <p:cNvPr id="90" name="直接箭头连接符 35">
              <a:extLst>
                <a:ext uri="{FF2B5EF4-FFF2-40B4-BE49-F238E27FC236}">
                  <a16:creationId xmlns:a16="http://schemas.microsoft.com/office/drawing/2014/main" id="{7ED91768-B788-2F45-8033-EB05A788603D}"/>
                </a:ext>
              </a:extLst>
            </p:cNvPr>
            <p:cNvCxnSpPr/>
            <p:nvPr/>
          </p:nvCxnSpPr>
          <p:spPr>
            <a:xfrm flipH="1">
              <a:off x="8002107" y="2930515"/>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1" name="object 17">
              <a:extLst>
                <a:ext uri="{FF2B5EF4-FFF2-40B4-BE49-F238E27FC236}">
                  <a16:creationId xmlns:a16="http://schemas.microsoft.com/office/drawing/2014/main" id="{11F77994-BF79-F1E1-1456-DC8CCB3CAA92}"/>
                </a:ext>
              </a:extLst>
            </p:cNvPr>
            <p:cNvSpPr/>
            <p:nvPr/>
          </p:nvSpPr>
          <p:spPr>
            <a:xfrm>
              <a:off x="9114483"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67</a:t>
              </a:r>
              <a:endParaRPr sz="1400" dirty="0"/>
            </a:p>
          </p:txBody>
        </p:sp>
        <p:cxnSp>
          <p:nvCxnSpPr>
            <p:cNvPr id="92" name="直接箭头连接符 35">
              <a:extLst>
                <a:ext uri="{FF2B5EF4-FFF2-40B4-BE49-F238E27FC236}">
                  <a16:creationId xmlns:a16="http://schemas.microsoft.com/office/drawing/2014/main" id="{D3454D73-4D11-57E6-7025-6FAC1FB70A31}"/>
                </a:ext>
              </a:extLst>
            </p:cNvPr>
            <p:cNvCxnSpPr/>
            <p:nvPr/>
          </p:nvCxnSpPr>
          <p:spPr>
            <a:xfrm flipH="1">
              <a:off x="9326475" y="2930515"/>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3" name="object 39">
              <a:extLst>
                <a:ext uri="{FF2B5EF4-FFF2-40B4-BE49-F238E27FC236}">
                  <a16:creationId xmlns:a16="http://schemas.microsoft.com/office/drawing/2014/main" id="{F8B8402C-3BCC-FC3B-8B3C-C8F746CE53A0}"/>
                </a:ext>
              </a:extLst>
            </p:cNvPr>
            <p:cNvSpPr/>
            <p:nvPr/>
          </p:nvSpPr>
          <p:spPr>
            <a:xfrm>
              <a:off x="10533267" y="3246765"/>
              <a:ext cx="337920" cy="266202"/>
            </a:xfrm>
            <a:prstGeom prst="ellipse">
              <a:avLst/>
            </a:prstGeom>
            <a:solidFill>
              <a:schemeClr val="bg1"/>
            </a:solidFill>
            <a:ln w="25399">
              <a:solidFill>
                <a:srgbClr val="839950"/>
              </a:solidFill>
            </a:ln>
          </p:spPr>
          <p:txBody>
            <a:bodyPr wrap="square" lIns="0" tIns="0" rIns="0" bIns="0" rtlCol="0"/>
            <a:lstStyle/>
            <a:p>
              <a:r>
                <a:rPr lang="en-US" sz="1400" dirty="0"/>
                <a:t>99</a:t>
              </a:r>
              <a:endParaRPr sz="1400" dirty="0"/>
            </a:p>
          </p:txBody>
        </p:sp>
        <p:cxnSp>
          <p:nvCxnSpPr>
            <p:cNvPr id="94" name="直接箭头连接符 38">
              <a:extLst>
                <a:ext uri="{FF2B5EF4-FFF2-40B4-BE49-F238E27FC236}">
                  <a16:creationId xmlns:a16="http://schemas.microsoft.com/office/drawing/2014/main" id="{EF2913EF-FBE0-B3D8-CA0B-156FA21814AE}"/>
                </a:ext>
              </a:extLst>
            </p:cNvPr>
            <p:cNvCxnSpPr/>
            <p:nvPr/>
          </p:nvCxnSpPr>
          <p:spPr>
            <a:xfrm>
              <a:off x="10533299" y="2901764"/>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E0C1129-253A-9BE3-4D07-B1A1C679BB79}"/>
                </a:ext>
              </a:extLst>
            </p:cNvPr>
            <p:cNvCxnSpPr/>
            <p:nvPr/>
          </p:nvCxnSpPr>
          <p:spPr>
            <a:xfrm>
              <a:off x="7959027" y="1955758"/>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96" name="Straight Connector 95">
              <a:extLst>
                <a:ext uri="{FF2B5EF4-FFF2-40B4-BE49-F238E27FC236}">
                  <a16:creationId xmlns:a16="http://schemas.microsoft.com/office/drawing/2014/main" id="{C07D0B54-32FC-247A-0C86-B6117A3BD0AF}"/>
                </a:ext>
              </a:extLst>
            </p:cNvPr>
            <p:cNvCxnSpPr/>
            <p:nvPr/>
          </p:nvCxnSpPr>
          <p:spPr>
            <a:xfrm>
              <a:off x="7959027" y="2502971"/>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97" name="Straight Connector 96">
              <a:extLst>
                <a:ext uri="{FF2B5EF4-FFF2-40B4-BE49-F238E27FC236}">
                  <a16:creationId xmlns:a16="http://schemas.microsoft.com/office/drawing/2014/main" id="{4A30610F-5DE8-27C3-DFCE-65CA81F741D7}"/>
                </a:ext>
              </a:extLst>
            </p:cNvPr>
            <p:cNvCxnSpPr/>
            <p:nvPr/>
          </p:nvCxnSpPr>
          <p:spPr>
            <a:xfrm>
              <a:off x="7991848" y="3048824"/>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98" name="Straight Connector 97">
              <a:extLst>
                <a:ext uri="{FF2B5EF4-FFF2-40B4-BE49-F238E27FC236}">
                  <a16:creationId xmlns:a16="http://schemas.microsoft.com/office/drawing/2014/main" id="{34A10B37-6A17-26C7-F53B-6ADE7CEC2D15}"/>
                </a:ext>
              </a:extLst>
            </p:cNvPr>
            <p:cNvCxnSpPr/>
            <p:nvPr/>
          </p:nvCxnSpPr>
          <p:spPr>
            <a:xfrm>
              <a:off x="7991848" y="3631999"/>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99" name="Straight Connector 98">
              <a:extLst>
                <a:ext uri="{FF2B5EF4-FFF2-40B4-BE49-F238E27FC236}">
                  <a16:creationId xmlns:a16="http://schemas.microsoft.com/office/drawing/2014/main" id="{B8B2F7C1-902B-414C-4E2C-7DCCD32AC68D}"/>
                </a:ext>
              </a:extLst>
            </p:cNvPr>
            <p:cNvCxnSpPr/>
            <p:nvPr/>
          </p:nvCxnSpPr>
          <p:spPr>
            <a:xfrm>
              <a:off x="7991848" y="1491357"/>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sp>
          <p:nvSpPr>
            <p:cNvPr id="100" name="Content Placeholder 2">
              <a:extLst>
                <a:ext uri="{FF2B5EF4-FFF2-40B4-BE49-F238E27FC236}">
                  <a16:creationId xmlns:a16="http://schemas.microsoft.com/office/drawing/2014/main" id="{3E2242BF-C6C5-554E-AEBB-C2D86251ACCB}"/>
                </a:ext>
              </a:extLst>
            </p:cNvPr>
            <p:cNvSpPr txBox="1">
              <a:spLocks/>
            </p:cNvSpPr>
            <p:nvPr/>
          </p:nvSpPr>
          <p:spPr>
            <a:xfrm>
              <a:off x="7539134" y="882545"/>
              <a:ext cx="4226767" cy="2877692"/>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endParaRPr lang="en-US" dirty="0"/>
            </a:p>
            <a:p>
              <a:pPr marL="0" indent="0" algn="r">
                <a:buFont typeface="Arial" panose="020B0604020202020204" pitchFamily="34" charset="0"/>
                <a:buNone/>
              </a:pPr>
              <a:endParaRPr lang="en-US" sz="3400" dirty="0"/>
            </a:p>
            <a:p>
              <a:pPr marL="0" indent="0" algn="r">
                <a:buFont typeface="Arial" panose="020B0604020202020204" pitchFamily="34" charset="0"/>
                <a:buNone/>
              </a:pPr>
              <a:r>
                <a:rPr lang="en-US" sz="2000" dirty="0"/>
                <a:t>Level 1</a:t>
              </a:r>
            </a:p>
            <a:p>
              <a:pPr marL="0" indent="0" algn="r">
                <a:buFont typeface="Arial" panose="020B0604020202020204" pitchFamily="34" charset="0"/>
                <a:buNone/>
              </a:pPr>
              <a:endParaRPr lang="en-US" sz="100" dirty="0"/>
            </a:p>
            <a:p>
              <a:pPr marL="0" indent="0" algn="r">
                <a:buFont typeface="Arial" panose="020B0604020202020204" pitchFamily="34" charset="0"/>
                <a:buNone/>
              </a:pPr>
              <a:r>
                <a:rPr lang="en-US" sz="2000" dirty="0"/>
                <a:t>Level 2</a:t>
              </a:r>
            </a:p>
            <a:p>
              <a:pPr marL="0" indent="0" algn="r">
                <a:buFont typeface="Arial" panose="020B0604020202020204" pitchFamily="34" charset="0"/>
                <a:buNone/>
              </a:pPr>
              <a:endParaRPr lang="en-US" sz="400" dirty="0"/>
            </a:p>
            <a:p>
              <a:pPr marL="0" indent="0" algn="r">
                <a:buFont typeface="Arial" panose="020B0604020202020204" pitchFamily="34" charset="0"/>
                <a:buNone/>
              </a:pPr>
              <a:r>
                <a:rPr lang="en-US" sz="2000" dirty="0"/>
                <a:t>Level 3</a:t>
              </a:r>
            </a:p>
            <a:p>
              <a:pPr marL="0" indent="0" algn="r">
                <a:buFont typeface="Arial" panose="020B0604020202020204" pitchFamily="34" charset="0"/>
                <a:buNone/>
              </a:pPr>
              <a:endParaRPr lang="en-US" sz="800" dirty="0"/>
            </a:p>
            <a:p>
              <a:pPr marL="0" indent="0" algn="r">
                <a:buFont typeface="Arial" panose="020B0604020202020204" pitchFamily="34" charset="0"/>
                <a:buNone/>
              </a:pPr>
              <a:r>
                <a:rPr lang="en-US" sz="2000" dirty="0"/>
                <a:t>Level 4</a:t>
              </a:r>
            </a:p>
            <a:p>
              <a:pPr marL="0" indent="0" algn="r">
                <a:buFont typeface="Arial" panose="020B0604020202020204" pitchFamily="34" charset="0"/>
                <a:buNone/>
              </a:pPr>
              <a:endParaRPr lang="en-US" sz="1000" dirty="0"/>
            </a:p>
          </p:txBody>
        </p:sp>
      </p:grpSp>
    </p:spTree>
    <p:extLst>
      <p:ext uri="{BB962C8B-B14F-4D97-AF65-F5344CB8AC3E}">
        <p14:creationId xmlns:p14="http://schemas.microsoft.com/office/powerpoint/2010/main" val="1533491362"/>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8555E-E654-7647-24AB-7EEAA4E94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2D479-51B1-FC76-6B45-2F9A2DE184F5}"/>
              </a:ext>
            </a:extLst>
          </p:cNvPr>
          <p:cNvSpPr>
            <a:spLocks noGrp="1"/>
          </p:cNvSpPr>
          <p:nvPr>
            <p:ph type="title"/>
          </p:nvPr>
        </p:nvSpPr>
        <p:spPr>
          <a:xfrm>
            <a:off x="0" y="59961"/>
            <a:ext cx="12192000" cy="565607"/>
          </a:xfrm>
        </p:spPr>
        <p:txBody>
          <a:bodyPr>
            <a:normAutofit/>
          </a:bodyPr>
          <a:lstStyle/>
          <a:p>
            <a:r>
              <a:rPr kumimoji="0" lang="en-US" b="1" i="0" u="none" strike="noStrike" kern="1200" cap="none" spc="0" normalizeH="0" baseline="0" noProof="0" dirty="0">
                <a:ln>
                  <a:noFill/>
                </a:ln>
                <a:effectLst/>
                <a:uLnTx/>
                <a:uFillTx/>
                <a:latin typeface="Verdana" panose="020B0604030504040204" pitchFamily="34" charset="0"/>
                <a:cs typeface="Arial" panose="020B0604020202020204" pitchFamily="34" charset="0"/>
              </a:rPr>
              <a:t>Breath-first Traversal: Level-by-level</a:t>
            </a:r>
            <a:endParaRPr lang="en-SG" dirty="0">
              <a:latin typeface="Verdana" panose="020B0604030504040204" pitchFamily="34" charset="0"/>
            </a:endParaRPr>
          </a:p>
        </p:txBody>
      </p:sp>
      <p:sp>
        <p:nvSpPr>
          <p:cNvPr id="3" name="Content Placeholder 1">
            <a:extLst>
              <a:ext uri="{FF2B5EF4-FFF2-40B4-BE49-F238E27FC236}">
                <a16:creationId xmlns:a16="http://schemas.microsoft.com/office/drawing/2014/main" id="{DA59BA7F-5B1F-BD4A-CF4C-5274D9FAD10B}"/>
              </a:ext>
            </a:extLst>
          </p:cNvPr>
          <p:cNvSpPr txBox="1">
            <a:spLocks/>
          </p:cNvSpPr>
          <p:nvPr/>
        </p:nvSpPr>
        <p:spPr>
          <a:xfrm>
            <a:off x="838200" y="1399475"/>
            <a:ext cx="10819070" cy="461121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SG" sz="1800" dirty="0"/>
              <a:t>Level-By-Level Traversal:</a:t>
            </a:r>
          </a:p>
          <a:p>
            <a:pPr lvl="1" algn="just">
              <a:lnSpc>
                <a:spcPct val="150000"/>
              </a:lnSpc>
            </a:pPr>
            <a:r>
              <a:rPr lang="en-SG" sz="1800" dirty="0"/>
              <a:t>Visiting a node</a:t>
            </a:r>
          </a:p>
          <a:p>
            <a:pPr lvl="1" algn="just">
              <a:lnSpc>
                <a:spcPct val="150000"/>
              </a:lnSpc>
            </a:pPr>
            <a:r>
              <a:rPr lang="en-SG" sz="1800" dirty="0"/>
              <a:t>Remember all its children</a:t>
            </a:r>
          </a:p>
          <a:p>
            <a:pPr lvl="2" algn="just">
              <a:lnSpc>
                <a:spcPct val="150000"/>
              </a:lnSpc>
            </a:pPr>
            <a:r>
              <a:rPr lang="en-SG" sz="1800" dirty="0"/>
              <a:t>Use a queue (FIFO structure)</a:t>
            </a:r>
          </a:p>
          <a:p>
            <a:pPr lvl="2" algn="just">
              <a:lnSpc>
                <a:spcPct val="150000"/>
              </a:lnSpc>
            </a:pPr>
            <a:endParaRPr lang="en-SG" sz="1800" dirty="0"/>
          </a:p>
          <a:p>
            <a:pPr marL="342900" indent="-342900" algn="just">
              <a:lnSpc>
                <a:spcPct val="150000"/>
              </a:lnSpc>
              <a:buFont typeface="+mj-lt"/>
              <a:buAutoNum type="arabicPeriod"/>
            </a:pPr>
            <a:r>
              <a:rPr lang="en-SG" sz="1800" dirty="0"/>
              <a:t>Enqueue the current node</a:t>
            </a:r>
          </a:p>
          <a:p>
            <a:pPr marL="342900" indent="-342900" algn="just">
              <a:lnSpc>
                <a:spcPct val="150000"/>
              </a:lnSpc>
              <a:buFont typeface="+mj-lt"/>
              <a:buAutoNum type="arabicPeriod"/>
            </a:pPr>
            <a:r>
              <a:rPr lang="en-SG" sz="1800" dirty="0"/>
              <a:t>Dequeue a node</a:t>
            </a:r>
          </a:p>
          <a:p>
            <a:pPr marL="342900" indent="-342900" algn="just">
              <a:lnSpc>
                <a:spcPct val="150000"/>
              </a:lnSpc>
              <a:buFont typeface="+mj-lt"/>
              <a:buAutoNum type="arabicPeriod"/>
            </a:pPr>
            <a:r>
              <a:rPr lang="en-SG" sz="1800" dirty="0"/>
              <a:t>Enqueue its children if it is available</a:t>
            </a:r>
          </a:p>
          <a:p>
            <a:pPr marL="342900" indent="-342900" algn="just">
              <a:lnSpc>
                <a:spcPct val="150000"/>
              </a:lnSpc>
              <a:buFont typeface="+mj-lt"/>
              <a:buAutoNum type="arabicPeriod"/>
            </a:pPr>
            <a:r>
              <a:rPr lang="en-SG" sz="1800" dirty="0"/>
              <a:t>Repeat Step 2 until the queue is empty</a:t>
            </a:r>
          </a:p>
          <a:p>
            <a:endParaRPr lang="en-SG" dirty="0"/>
          </a:p>
        </p:txBody>
      </p:sp>
      <p:grpSp>
        <p:nvGrpSpPr>
          <p:cNvPr id="69" name="Group 68">
            <a:extLst>
              <a:ext uri="{FF2B5EF4-FFF2-40B4-BE49-F238E27FC236}">
                <a16:creationId xmlns:a16="http://schemas.microsoft.com/office/drawing/2014/main" id="{114CDA4D-E77C-B8BF-DB32-6845888C2AB0}"/>
              </a:ext>
            </a:extLst>
          </p:cNvPr>
          <p:cNvGrpSpPr/>
          <p:nvPr/>
        </p:nvGrpSpPr>
        <p:grpSpPr>
          <a:xfrm>
            <a:off x="7838233" y="790663"/>
            <a:ext cx="4226767" cy="2877692"/>
            <a:chOff x="7539134" y="882545"/>
            <a:chExt cx="4226767" cy="2877692"/>
          </a:xfrm>
        </p:grpSpPr>
        <p:sp>
          <p:nvSpPr>
            <p:cNvPr id="70" name="object 6">
              <a:extLst>
                <a:ext uri="{FF2B5EF4-FFF2-40B4-BE49-F238E27FC236}">
                  <a16:creationId xmlns:a16="http://schemas.microsoft.com/office/drawing/2014/main" id="{5313171E-7794-76FA-9173-5BEAF826260E}"/>
                </a:ext>
              </a:extLst>
            </p:cNvPr>
            <p:cNvSpPr/>
            <p:nvPr/>
          </p:nvSpPr>
          <p:spPr>
            <a:xfrm>
              <a:off x="9202858" y="1603252"/>
              <a:ext cx="337920" cy="266202"/>
            </a:xfrm>
            <a:prstGeom prst="ellipse">
              <a:avLst/>
            </a:prstGeom>
            <a:solidFill>
              <a:schemeClr val="bg1"/>
            </a:solidFill>
          </p:spPr>
          <p:txBody>
            <a:bodyPr wrap="square" lIns="0" tIns="0" rIns="0" bIns="0" rtlCol="0"/>
            <a:lstStyle/>
            <a:p>
              <a:r>
                <a:rPr lang="en-US" sz="1400" dirty="0"/>
                <a:t>70</a:t>
              </a:r>
              <a:endParaRPr sz="1400" dirty="0"/>
            </a:p>
          </p:txBody>
        </p:sp>
        <p:sp>
          <p:nvSpPr>
            <p:cNvPr id="71" name="object 7">
              <a:extLst>
                <a:ext uri="{FF2B5EF4-FFF2-40B4-BE49-F238E27FC236}">
                  <a16:creationId xmlns:a16="http://schemas.microsoft.com/office/drawing/2014/main" id="{C1820318-050F-0277-BBBD-E5D65412B3BA}"/>
                </a:ext>
              </a:extLst>
            </p:cNvPr>
            <p:cNvSpPr/>
            <p:nvPr/>
          </p:nvSpPr>
          <p:spPr>
            <a:xfrm>
              <a:off x="9202858" y="1603252"/>
              <a:ext cx="337920" cy="266202"/>
            </a:xfrm>
            <a:prstGeom prst="ellipse">
              <a:avLst/>
            </a:prstGeom>
            <a:ln w="25399">
              <a:solidFill>
                <a:srgbClr val="839950"/>
              </a:solidFill>
            </a:ln>
          </p:spPr>
          <p:txBody>
            <a:bodyPr wrap="square" lIns="0" tIns="0" rIns="0" bIns="0" rtlCol="0"/>
            <a:lstStyle/>
            <a:p>
              <a:endParaRPr sz="1400"/>
            </a:p>
          </p:txBody>
        </p:sp>
        <p:sp>
          <p:nvSpPr>
            <p:cNvPr id="72" name="object 8">
              <a:extLst>
                <a:ext uri="{FF2B5EF4-FFF2-40B4-BE49-F238E27FC236}">
                  <a16:creationId xmlns:a16="http://schemas.microsoft.com/office/drawing/2014/main" id="{FFC0C5FA-B70E-B4EE-3606-8625068A1975}"/>
                </a:ext>
              </a:extLst>
            </p:cNvPr>
            <p:cNvSpPr/>
            <p:nvPr/>
          </p:nvSpPr>
          <p:spPr>
            <a:xfrm>
              <a:off x="8527144" y="2096411"/>
              <a:ext cx="337920" cy="266202"/>
            </a:xfrm>
            <a:prstGeom prst="ellipse">
              <a:avLst/>
            </a:prstGeom>
            <a:solidFill>
              <a:schemeClr val="bg1"/>
            </a:solidFill>
          </p:spPr>
          <p:txBody>
            <a:bodyPr wrap="square" lIns="0" tIns="0" rIns="0" bIns="0" rtlCol="0"/>
            <a:lstStyle/>
            <a:p>
              <a:endParaRPr sz="1400"/>
            </a:p>
          </p:txBody>
        </p:sp>
        <p:sp>
          <p:nvSpPr>
            <p:cNvPr id="73" name="object 9">
              <a:extLst>
                <a:ext uri="{FF2B5EF4-FFF2-40B4-BE49-F238E27FC236}">
                  <a16:creationId xmlns:a16="http://schemas.microsoft.com/office/drawing/2014/main" id="{BD63C9FD-3A25-314D-875C-0CB2B37586ED}"/>
                </a:ext>
              </a:extLst>
            </p:cNvPr>
            <p:cNvSpPr/>
            <p:nvPr/>
          </p:nvSpPr>
          <p:spPr>
            <a:xfrm>
              <a:off x="8527144" y="2096410"/>
              <a:ext cx="337920" cy="266202"/>
            </a:xfrm>
            <a:prstGeom prst="ellipse">
              <a:avLst/>
            </a:prstGeom>
            <a:solidFill>
              <a:schemeClr val="bg1"/>
            </a:solidFill>
            <a:ln w="25399">
              <a:solidFill>
                <a:srgbClr val="839950"/>
              </a:solidFill>
            </a:ln>
          </p:spPr>
          <p:txBody>
            <a:bodyPr wrap="square" lIns="0" tIns="0" rIns="0" bIns="0" rtlCol="0"/>
            <a:lstStyle/>
            <a:p>
              <a:r>
                <a:rPr lang="en-US" sz="1400" dirty="0"/>
                <a:t>31</a:t>
              </a:r>
              <a:endParaRPr sz="1400" dirty="0"/>
            </a:p>
          </p:txBody>
        </p:sp>
        <p:sp>
          <p:nvSpPr>
            <p:cNvPr id="74" name="object 10">
              <a:extLst>
                <a:ext uri="{FF2B5EF4-FFF2-40B4-BE49-F238E27FC236}">
                  <a16:creationId xmlns:a16="http://schemas.microsoft.com/office/drawing/2014/main" id="{D8F5A571-3484-5C36-DDC2-2F108DF83B75}"/>
                </a:ext>
              </a:extLst>
            </p:cNvPr>
            <p:cNvSpPr/>
            <p:nvPr/>
          </p:nvSpPr>
          <p:spPr>
            <a:xfrm>
              <a:off x="8189289" y="2667271"/>
              <a:ext cx="337920" cy="266202"/>
            </a:xfrm>
            <a:prstGeom prst="ellipse">
              <a:avLst/>
            </a:prstGeom>
            <a:solidFill>
              <a:schemeClr val="bg1"/>
            </a:solidFill>
          </p:spPr>
          <p:txBody>
            <a:bodyPr wrap="square" lIns="0" tIns="0" rIns="0" bIns="0" rtlCol="0"/>
            <a:lstStyle/>
            <a:p>
              <a:endParaRPr sz="1400"/>
            </a:p>
          </p:txBody>
        </p:sp>
        <p:sp>
          <p:nvSpPr>
            <p:cNvPr id="75" name="object 11">
              <a:extLst>
                <a:ext uri="{FF2B5EF4-FFF2-40B4-BE49-F238E27FC236}">
                  <a16:creationId xmlns:a16="http://schemas.microsoft.com/office/drawing/2014/main" id="{32A7A6A2-D619-206B-D3F7-782A8DBE7D18}"/>
                </a:ext>
              </a:extLst>
            </p:cNvPr>
            <p:cNvSpPr/>
            <p:nvPr/>
          </p:nvSpPr>
          <p:spPr>
            <a:xfrm>
              <a:off x="8189289" y="2667271"/>
              <a:ext cx="337920" cy="266202"/>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76" name="object 14">
              <a:extLst>
                <a:ext uri="{FF2B5EF4-FFF2-40B4-BE49-F238E27FC236}">
                  <a16:creationId xmlns:a16="http://schemas.microsoft.com/office/drawing/2014/main" id="{92A638CD-CC3D-48D8-81DD-016E8737758A}"/>
                </a:ext>
              </a:extLst>
            </p:cNvPr>
            <p:cNvSpPr/>
            <p:nvPr/>
          </p:nvSpPr>
          <p:spPr>
            <a:xfrm>
              <a:off x="9878570" y="2096411"/>
              <a:ext cx="337920" cy="266202"/>
            </a:xfrm>
            <a:prstGeom prst="ellipse">
              <a:avLst/>
            </a:prstGeom>
            <a:solidFill>
              <a:schemeClr val="bg1"/>
            </a:solidFill>
          </p:spPr>
          <p:txBody>
            <a:bodyPr wrap="square" lIns="0" tIns="0" rIns="0" bIns="0" rtlCol="0"/>
            <a:lstStyle/>
            <a:p>
              <a:endParaRPr sz="1400"/>
            </a:p>
          </p:txBody>
        </p:sp>
        <p:sp>
          <p:nvSpPr>
            <p:cNvPr id="77" name="object 15">
              <a:extLst>
                <a:ext uri="{FF2B5EF4-FFF2-40B4-BE49-F238E27FC236}">
                  <a16:creationId xmlns:a16="http://schemas.microsoft.com/office/drawing/2014/main" id="{55E3B59F-7771-76E5-CFF9-DD20859C6973}"/>
                </a:ext>
              </a:extLst>
            </p:cNvPr>
            <p:cNvSpPr/>
            <p:nvPr/>
          </p:nvSpPr>
          <p:spPr>
            <a:xfrm>
              <a:off x="9878570" y="2096410"/>
              <a:ext cx="337920" cy="266202"/>
            </a:xfrm>
            <a:prstGeom prst="ellipse">
              <a:avLst/>
            </a:prstGeom>
            <a:solidFill>
              <a:schemeClr val="bg1"/>
            </a:solidFill>
            <a:ln w="25399">
              <a:solidFill>
                <a:srgbClr val="839950"/>
              </a:solidFill>
            </a:ln>
          </p:spPr>
          <p:txBody>
            <a:bodyPr wrap="square" lIns="0" tIns="0" rIns="0" bIns="0" rtlCol="0"/>
            <a:lstStyle/>
            <a:p>
              <a:r>
                <a:rPr lang="en-US" sz="1400" dirty="0"/>
                <a:t>93</a:t>
              </a:r>
              <a:endParaRPr sz="1400" dirty="0"/>
            </a:p>
          </p:txBody>
        </p:sp>
        <p:sp>
          <p:nvSpPr>
            <p:cNvPr id="78" name="object 16">
              <a:extLst>
                <a:ext uri="{FF2B5EF4-FFF2-40B4-BE49-F238E27FC236}">
                  <a16:creationId xmlns:a16="http://schemas.microsoft.com/office/drawing/2014/main" id="{093ECFC0-24ED-CB42-BC9A-5D9CF24272DB}"/>
                </a:ext>
              </a:extLst>
            </p:cNvPr>
            <p:cNvSpPr/>
            <p:nvPr/>
          </p:nvSpPr>
          <p:spPr>
            <a:xfrm>
              <a:off x="9540715" y="2671588"/>
              <a:ext cx="337920" cy="266202"/>
            </a:xfrm>
            <a:prstGeom prst="ellipse">
              <a:avLst/>
            </a:prstGeom>
            <a:solidFill>
              <a:schemeClr val="bg1"/>
            </a:solidFill>
          </p:spPr>
          <p:txBody>
            <a:bodyPr wrap="square" lIns="0" tIns="0" rIns="0" bIns="0" rtlCol="0"/>
            <a:lstStyle/>
            <a:p>
              <a:endParaRPr sz="1400"/>
            </a:p>
          </p:txBody>
        </p:sp>
        <p:sp>
          <p:nvSpPr>
            <p:cNvPr id="79" name="object 17">
              <a:extLst>
                <a:ext uri="{FF2B5EF4-FFF2-40B4-BE49-F238E27FC236}">
                  <a16:creationId xmlns:a16="http://schemas.microsoft.com/office/drawing/2014/main" id="{862FC6C9-8170-6F8D-ABD6-F7EB2A0DC9BD}"/>
                </a:ext>
              </a:extLst>
            </p:cNvPr>
            <p:cNvSpPr/>
            <p:nvPr/>
          </p:nvSpPr>
          <p:spPr>
            <a:xfrm>
              <a:off x="9540715" y="2671588"/>
              <a:ext cx="337920" cy="266202"/>
            </a:xfrm>
            <a:prstGeom prst="ellipse">
              <a:avLst/>
            </a:prstGeom>
            <a:solidFill>
              <a:schemeClr val="bg1"/>
            </a:solidFill>
            <a:ln w="25399">
              <a:solidFill>
                <a:srgbClr val="839950"/>
              </a:solidFill>
            </a:ln>
          </p:spPr>
          <p:txBody>
            <a:bodyPr wrap="square" lIns="0" tIns="0" rIns="0" bIns="0" rtlCol="0"/>
            <a:lstStyle/>
            <a:p>
              <a:r>
                <a:rPr lang="en-US" sz="1400" dirty="0"/>
                <a:t>73</a:t>
              </a:r>
              <a:endParaRPr sz="1400" dirty="0"/>
            </a:p>
          </p:txBody>
        </p:sp>
        <p:sp>
          <p:nvSpPr>
            <p:cNvPr id="80" name="object 18">
              <a:extLst>
                <a:ext uri="{FF2B5EF4-FFF2-40B4-BE49-F238E27FC236}">
                  <a16:creationId xmlns:a16="http://schemas.microsoft.com/office/drawing/2014/main" id="{EB788BF5-C3BD-394A-6744-5F91C7C323E7}"/>
                </a:ext>
              </a:extLst>
            </p:cNvPr>
            <p:cNvSpPr/>
            <p:nvPr/>
          </p:nvSpPr>
          <p:spPr>
            <a:xfrm>
              <a:off x="10216428" y="2671588"/>
              <a:ext cx="337920" cy="266202"/>
            </a:xfrm>
            <a:prstGeom prst="ellipse">
              <a:avLst/>
            </a:prstGeom>
            <a:solidFill>
              <a:schemeClr val="bg1"/>
            </a:solidFill>
          </p:spPr>
          <p:txBody>
            <a:bodyPr wrap="square" lIns="0" tIns="0" rIns="0" bIns="0" rtlCol="0"/>
            <a:lstStyle/>
            <a:p>
              <a:endParaRPr sz="1400"/>
            </a:p>
          </p:txBody>
        </p:sp>
        <p:sp>
          <p:nvSpPr>
            <p:cNvPr id="81" name="object 19">
              <a:extLst>
                <a:ext uri="{FF2B5EF4-FFF2-40B4-BE49-F238E27FC236}">
                  <a16:creationId xmlns:a16="http://schemas.microsoft.com/office/drawing/2014/main" id="{12DC24C6-BAE0-046E-F4CC-CC5FFED0105F}"/>
                </a:ext>
              </a:extLst>
            </p:cNvPr>
            <p:cNvSpPr/>
            <p:nvPr/>
          </p:nvSpPr>
          <p:spPr>
            <a:xfrm>
              <a:off x="10216427" y="2671588"/>
              <a:ext cx="337920" cy="266202"/>
            </a:xfrm>
            <a:prstGeom prst="ellipse">
              <a:avLst/>
            </a:prstGeom>
            <a:solidFill>
              <a:schemeClr val="bg1"/>
            </a:solidFill>
            <a:ln w="25399">
              <a:solidFill>
                <a:srgbClr val="839950"/>
              </a:solidFill>
            </a:ln>
          </p:spPr>
          <p:txBody>
            <a:bodyPr wrap="square" lIns="0" tIns="0" rIns="0" bIns="0" rtlCol="0"/>
            <a:lstStyle/>
            <a:p>
              <a:r>
                <a:rPr lang="en-US" sz="1400" dirty="0"/>
                <a:t>94</a:t>
              </a:r>
              <a:endParaRPr sz="1400" dirty="0"/>
            </a:p>
          </p:txBody>
        </p:sp>
        <p:sp>
          <p:nvSpPr>
            <p:cNvPr id="82" name="object 38">
              <a:extLst>
                <a:ext uri="{FF2B5EF4-FFF2-40B4-BE49-F238E27FC236}">
                  <a16:creationId xmlns:a16="http://schemas.microsoft.com/office/drawing/2014/main" id="{61F3572C-7AE7-E483-1004-2C2E16235E71}"/>
                </a:ext>
              </a:extLst>
            </p:cNvPr>
            <p:cNvSpPr/>
            <p:nvPr/>
          </p:nvSpPr>
          <p:spPr>
            <a:xfrm>
              <a:off x="8449305" y="3278475"/>
              <a:ext cx="337920" cy="266202"/>
            </a:xfrm>
            <a:prstGeom prst="ellipse">
              <a:avLst/>
            </a:prstGeom>
            <a:solidFill>
              <a:schemeClr val="bg1"/>
            </a:solidFill>
          </p:spPr>
          <p:txBody>
            <a:bodyPr wrap="square" lIns="0" tIns="0" rIns="0" bIns="0" rtlCol="0"/>
            <a:lstStyle/>
            <a:p>
              <a:endParaRPr sz="1400"/>
            </a:p>
          </p:txBody>
        </p:sp>
        <p:sp>
          <p:nvSpPr>
            <p:cNvPr id="83" name="object 39">
              <a:extLst>
                <a:ext uri="{FF2B5EF4-FFF2-40B4-BE49-F238E27FC236}">
                  <a16:creationId xmlns:a16="http://schemas.microsoft.com/office/drawing/2014/main" id="{90299A7F-C44F-71AE-F922-8D74871CA537}"/>
                </a:ext>
              </a:extLst>
            </p:cNvPr>
            <p:cNvSpPr/>
            <p:nvPr/>
          </p:nvSpPr>
          <p:spPr>
            <a:xfrm>
              <a:off x="8449305"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cxnSp>
          <p:nvCxnSpPr>
            <p:cNvPr id="84" name="直接箭头连接符 32">
              <a:extLst>
                <a:ext uri="{FF2B5EF4-FFF2-40B4-BE49-F238E27FC236}">
                  <a16:creationId xmlns:a16="http://schemas.microsoft.com/office/drawing/2014/main" id="{B15CF4E2-CF7B-D4CB-F8FE-19E2B72797DE}"/>
                </a:ext>
              </a:extLst>
            </p:cNvPr>
            <p:cNvCxnSpPr>
              <a:stCxn id="71" idx="5"/>
              <a:endCxn id="77" idx="1"/>
            </p:cNvCxnSpPr>
            <p:nvPr/>
          </p:nvCxnSpPr>
          <p:spPr>
            <a:xfrm>
              <a:off x="9491291" y="1830470"/>
              <a:ext cx="436767" cy="304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33">
              <a:extLst>
                <a:ext uri="{FF2B5EF4-FFF2-40B4-BE49-F238E27FC236}">
                  <a16:creationId xmlns:a16="http://schemas.microsoft.com/office/drawing/2014/main" id="{8E1E03A6-4569-2036-B159-14DD9F406C2A}"/>
                </a:ext>
              </a:extLst>
            </p:cNvPr>
            <p:cNvCxnSpPr>
              <a:stCxn id="71" idx="3"/>
              <a:endCxn id="72" idx="7"/>
            </p:cNvCxnSpPr>
            <p:nvPr/>
          </p:nvCxnSpPr>
          <p:spPr>
            <a:xfrm flipH="1">
              <a:off x="8815577" y="1830470"/>
              <a:ext cx="436769" cy="3049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34">
              <a:extLst>
                <a:ext uri="{FF2B5EF4-FFF2-40B4-BE49-F238E27FC236}">
                  <a16:creationId xmlns:a16="http://schemas.microsoft.com/office/drawing/2014/main" id="{9A886A62-77FA-5430-BC77-0EBFF59A1933}"/>
                </a:ext>
              </a:extLst>
            </p:cNvPr>
            <p:cNvCxnSpPr>
              <a:stCxn id="72" idx="3"/>
              <a:endCxn id="75" idx="0"/>
            </p:cNvCxnSpPr>
            <p:nvPr/>
          </p:nvCxnSpPr>
          <p:spPr>
            <a:xfrm flipH="1">
              <a:off x="8358249" y="2323629"/>
              <a:ext cx="218383" cy="3436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35">
              <a:extLst>
                <a:ext uri="{FF2B5EF4-FFF2-40B4-BE49-F238E27FC236}">
                  <a16:creationId xmlns:a16="http://schemas.microsoft.com/office/drawing/2014/main" id="{DC2BC27D-53A3-9818-2EC4-DA2E1859FBE8}"/>
                </a:ext>
              </a:extLst>
            </p:cNvPr>
            <p:cNvCxnSpPr>
              <a:stCxn id="77" idx="3"/>
              <a:endCxn id="78" idx="0"/>
            </p:cNvCxnSpPr>
            <p:nvPr/>
          </p:nvCxnSpPr>
          <p:spPr>
            <a:xfrm flipH="1">
              <a:off x="9709675" y="2323628"/>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37">
              <a:extLst>
                <a:ext uri="{FF2B5EF4-FFF2-40B4-BE49-F238E27FC236}">
                  <a16:creationId xmlns:a16="http://schemas.microsoft.com/office/drawing/2014/main" id="{D069D48D-1810-26C4-578D-41B2B053FA5A}"/>
                </a:ext>
              </a:extLst>
            </p:cNvPr>
            <p:cNvCxnSpPr>
              <a:stCxn id="77" idx="5"/>
              <a:endCxn id="80" idx="0"/>
            </p:cNvCxnSpPr>
            <p:nvPr/>
          </p:nvCxnSpPr>
          <p:spPr>
            <a:xfrm>
              <a:off x="10167003" y="2323628"/>
              <a:ext cx="218385"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38">
              <a:extLst>
                <a:ext uri="{FF2B5EF4-FFF2-40B4-BE49-F238E27FC236}">
                  <a16:creationId xmlns:a16="http://schemas.microsoft.com/office/drawing/2014/main" id="{0B55FC45-60D2-A446-4D71-729D076FCB05}"/>
                </a:ext>
              </a:extLst>
            </p:cNvPr>
            <p:cNvCxnSpPr>
              <a:endCxn id="82" idx="0"/>
            </p:cNvCxnSpPr>
            <p:nvPr/>
          </p:nvCxnSpPr>
          <p:spPr>
            <a:xfrm>
              <a:off x="8449337" y="2933474"/>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0" name="object 17">
              <a:extLst>
                <a:ext uri="{FF2B5EF4-FFF2-40B4-BE49-F238E27FC236}">
                  <a16:creationId xmlns:a16="http://schemas.microsoft.com/office/drawing/2014/main" id="{4324ABC8-3DC7-A0CB-24DD-C115878B9136}"/>
                </a:ext>
              </a:extLst>
            </p:cNvPr>
            <p:cNvSpPr/>
            <p:nvPr/>
          </p:nvSpPr>
          <p:spPr>
            <a:xfrm>
              <a:off x="7833147"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cxnSp>
          <p:nvCxnSpPr>
            <p:cNvPr id="91" name="直接箭头连接符 35">
              <a:extLst>
                <a:ext uri="{FF2B5EF4-FFF2-40B4-BE49-F238E27FC236}">
                  <a16:creationId xmlns:a16="http://schemas.microsoft.com/office/drawing/2014/main" id="{BAD936C7-850D-50AB-8B29-4D169CC604A1}"/>
                </a:ext>
              </a:extLst>
            </p:cNvPr>
            <p:cNvCxnSpPr/>
            <p:nvPr/>
          </p:nvCxnSpPr>
          <p:spPr>
            <a:xfrm flipH="1">
              <a:off x="8002107" y="2930515"/>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2" name="object 17">
              <a:extLst>
                <a:ext uri="{FF2B5EF4-FFF2-40B4-BE49-F238E27FC236}">
                  <a16:creationId xmlns:a16="http://schemas.microsoft.com/office/drawing/2014/main" id="{DA376D54-0072-57D3-3C13-15131E3E4FC1}"/>
                </a:ext>
              </a:extLst>
            </p:cNvPr>
            <p:cNvSpPr/>
            <p:nvPr/>
          </p:nvSpPr>
          <p:spPr>
            <a:xfrm>
              <a:off x="9114483"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67</a:t>
              </a:r>
              <a:endParaRPr sz="1400" dirty="0"/>
            </a:p>
          </p:txBody>
        </p:sp>
        <p:cxnSp>
          <p:nvCxnSpPr>
            <p:cNvPr id="93" name="直接箭头连接符 35">
              <a:extLst>
                <a:ext uri="{FF2B5EF4-FFF2-40B4-BE49-F238E27FC236}">
                  <a16:creationId xmlns:a16="http://schemas.microsoft.com/office/drawing/2014/main" id="{D7D4E964-7A09-881F-35AF-89F525A172DC}"/>
                </a:ext>
              </a:extLst>
            </p:cNvPr>
            <p:cNvCxnSpPr/>
            <p:nvPr/>
          </p:nvCxnSpPr>
          <p:spPr>
            <a:xfrm flipH="1">
              <a:off x="9326475" y="2930515"/>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4" name="object 39">
              <a:extLst>
                <a:ext uri="{FF2B5EF4-FFF2-40B4-BE49-F238E27FC236}">
                  <a16:creationId xmlns:a16="http://schemas.microsoft.com/office/drawing/2014/main" id="{51D6B004-CC93-90F2-2355-37F8EB16DD28}"/>
                </a:ext>
              </a:extLst>
            </p:cNvPr>
            <p:cNvSpPr/>
            <p:nvPr/>
          </p:nvSpPr>
          <p:spPr>
            <a:xfrm>
              <a:off x="10533267" y="3246765"/>
              <a:ext cx="337920" cy="266202"/>
            </a:xfrm>
            <a:prstGeom prst="ellipse">
              <a:avLst/>
            </a:prstGeom>
            <a:solidFill>
              <a:schemeClr val="bg1"/>
            </a:solidFill>
            <a:ln w="25399">
              <a:solidFill>
                <a:srgbClr val="839950"/>
              </a:solidFill>
            </a:ln>
          </p:spPr>
          <p:txBody>
            <a:bodyPr wrap="square" lIns="0" tIns="0" rIns="0" bIns="0" rtlCol="0"/>
            <a:lstStyle/>
            <a:p>
              <a:r>
                <a:rPr lang="en-US" sz="1400" dirty="0"/>
                <a:t>99</a:t>
              </a:r>
              <a:endParaRPr sz="1400" dirty="0"/>
            </a:p>
          </p:txBody>
        </p:sp>
        <p:cxnSp>
          <p:nvCxnSpPr>
            <p:cNvPr id="95" name="直接箭头连接符 38">
              <a:extLst>
                <a:ext uri="{FF2B5EF4-FFF2-40B4-BE49-F238E27FC236}">
                  <a16:creationId xmlns:a16="http://schemas.microsoft.com/office/drawing/2014/main" id="{36FC3CA9-B2D5-E07E-DED6-B6867E3C2C4B}"/>
                </a:ext>
              </a:extLst>
            </p:cNvPr>
            <p:cNvCxnSpPr/>
            <p:nvPr/>
          </p:nvCxnSpPr>
          <p:spPr>
            <a:xfrm>
              <a:off x="10533299" y="2901764"/>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9D612904-5982-B882-E766-E80D9F1C73E1}"/>
                </a:ext>
              </a:extLst>
            </p:cNvPr>
            <p:cNvCxnSpPr/>
            <p:nvPr/>
          </p:nvCxnSpPr>
          <p:spPr>
            <a:xfrm>
              <a:off x="7959027" y="1955758"/>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97" name="Straight Connector 96">
              <a:extLst>
                <a:ext uri="{FF2B5EF4-FFF2-40B4-BE49-F238E27FC236}">
                  <a16:creationId xmlns:a16="http://schemas.microsoft.com/office/drawing/2014/main" id="{D93A605A-FB58-EAFC-ECF5-B9F34F88057F}"/>
                </a:ext>
              </a:extLst>
            </p:cNvPr>
            <p:cNvCxnSpPr/>
            <p:nvPr/>
          </p:nvCxnSpPr>
          <p:spPr>
            <a:xfrm>
              <a:off x="7959027" y="2502971"/>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98" name="Straight Connector 97">
              <a:extLst>
                <a:ext uri="{FF2B5EF4-FFF2-40B4-BE49-F238E27FC236}">
                  <a16:creationId xmlns:a16="http://schemas.microsoft.com/office/drawing/2014/main" id="{9419B7E4-4CDD-544E-B2F2-28BEA48C5186}"/>
                </a:ext>
              </a:extLst>
            </p:cNvPr>
            <p:cNvCxnSpPr/>
            <p:nvPr/>
          </p:nvCxnSpPr>
          <p:spPr>
            <a:xfrm>
              <a:off x="7991848" y="3048824"/>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99" name="Straight Connector 98">
              <a:extLst>
                <a:ext uri="{FF2B5EF4-FFF2-40B4-BE49-F238E27FC236}">
                  <a16:creationId xmlns:a16="http://schemas.microsoft.com/office/drawing/2014/main" id="{E2A7DF60-AEF8-38B4-96FB-569F15BAECE8}"/>
                </a:ext>
              </a:extLst>
            </p:cNvPr>
            <p:cNvCxnSpPr/>
            <p:nvPr/>
          </p:nvCxnSpPr>
          <p:spPr>
            <a:xfrm>
              <a:off x="7991848" y="3631999"/>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0" name="Straight Connector 99">
              <a:extLst>
                <a:ext uri="{FF2B5EF4-FFF2-40B4-BE49-F238E27FC236}">
                  <a16:creationId xmlns:a16="http://schemas.microsoft.com/office/drawing/2014/main" id="{C846396F-6499-FB9D-800B-6E12083C2A84}"/>
                </a:ext>
              </a:extLst>
            </p:cNvPr>
            <p:cNvCxnSpPr/>
            <p:nvPr/>
          </p:nvCxnSpPr>
          <p:spPr>
            <a:xfrm>
              <a:off x="7991848" y="1491357"/>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sp>
          <p:nvSpPr>
            <p:cNvPr id="101" name="Content Placeholder 2">
              <a:extLst>
                <a:ext uri="{FF2B5EF4-FFF2-40B4-BE49-F238E27FC236}">
                  <a16:creationId xmlns:a16="http://schemas.microsoft.com/office/drawing/2014/main" id="{940C9A59-74AA-7A00-3A55-443887DFF6CF}"/>
                </a:ext>
              </a:extLst>
            </p:cNvPr>
            <p:cNvSpPr txBox="1">
              <a:spLocks/>
            </p:cNvSpPr>
            <p:nvPr/>
          </p:nvSpPr>
          <p:spPr>
            <a:xfrm>
              <a:off x="7539134" y="882545"/>
              <a:ext cx="4226767" cy="2877692"/>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endParaRPr lang="en-US" dirty="0"/>
            </a:p>
            <a:p>
              <a:pPr marL="0" indent="0" algn="r">
                <a:buFont typeface="Arial" panose="020B0604020202020204" pitchFamily="34" charset="0"/>
                <a:buNone/>
              </a:pPr>
              <a:endParaRPr lang="en-US" sz="3400" dirty="0"/>
            </a:p>
            <a:p>
              <a:pPr marL="0" indent="0" algn="r">
                <a:buFont typeface="Arial" panose="020B0604020202020204" pitchFamily="34" charset="0"/>
                <a:buNone/>
              </a:pPr>
              <a:r>
                <a:rPr lang="en-US" sz="2000" dirty="0"/>
                <a:t>Level 1</a:t>
              </a:r>
            </a:p>
            <a:p>
              <a:pPr marL="0" indent="0" algn="r">
                <a:buFont typeface="Arial" panose="020B0604020202020204" pitchFamily="34" charset="0"/>
                <a:buNone/>
              </a:pPr>
              <a:endParaRPr lang="en-US" sz="100" dirty="0"/>
            </a:p>
            <a:p>
              <a:pPr marL="0" indent="0" algn="r">
                <a:buFont typeface="Arial" panose="020B0604020202020204" pitchFamily="34" charset="0"/>
                <a:buNone/>
              </a:pPr>
              <a:r>
                <a:rPr lang="en-US" sz="2000" dirty="0"/>
                <a:t>Level 2</a:t>
              </a:r>
            </a:p>
            <a:p>
              <a:pPr marL="0" indent="0" algn="r">
                <a:buFont typeface="Arial" panose="020B0604020202020204" pitchFamily="34" charset="0"/>
                <a:buNone/>
              </a:pPr>
              <a:endParaRPr lang="en-US" sz="400" dirty="0"/>
            </a:p>
            <a:p>
              <a:pPr marL="0" indent="0" algn="r">
                <a:buFont typeface="Arial" panose="020B0604020202020204" pitchFamily="34" charset="0"/>
                <a:buNone/>
              </a:pPr>
              <a:r>
                <a:rPr lang="en-US" sz="2000" dirty="0"/>
                <a:t>Level 3</a:t>
              </a:r>
            </a:p>
            <a:p>
              <a:pPr marL="0" indent="0" algn="r">
                <a:buFont typeface="Arial" panose="020B0604020202020204" pitchFamily="34" charset="0"/>
                <a:buNone/>
              </a:pPr>
              <a:endParaRPr lang="en-US" sz="800" dirty="0"/>
            </a:p>
            <a:p>
              <a:pPr marL="0" indent="0" algn="r">
                <a:buFont typeface="Arial" panose="020B0604020202020204" pitchFamily="34" charset="0"/>
                <a:buNone/>
              </a:pPr>
              <a:r>
                <a:rPr lang="en-US" sz="2000" dirty="0"/>
                <a:t>Level 4</a:t>
              </a:r>
            </a:p>
            <a:p>
              <a:pPr marL="0" indent="0" algn="r">
                <a:buFont typeface="Arial" panose="020B0604020202020204" pitchFamily="34" charset="0"/>
                <a:buNone/>
              </a:pPr>
              <a:endParaRPr lang="en-US" sz="1000" dirty="0"/>
            </a:p>
          </p:txBody>
        </p:sp>
      </p:grpSp>
      <p:cxnSp>
        <p:nvCxnSpPr>
          <p:cNvPr id="102" name="Straight Connector 101">
            <a:extLst>
              <a:ext uri="{FF2B5EF4-FFF2-40B4-BE49-F238E27FC236}">
                <a16:creationId xmlns:a16="http://schemas.microsoft.com/office/drawing/2014/main" id="{C900E0F6-EEA2-121B-6352-DB49DD19E446}"/>
              </a:ext>
            </a:extLst>
          </p:cNvPr>
          <p:cNvCxnSpPr/>
          <p:nvPr/>
        </p:nvCxnSpPr>
        <p:spPr>
          <a:xfrm>
            <a:off x="5062212" y="2904386"/>
            <a:ext cx="2743200" cy="0"/>
          </a:xfrm>
          <a:prstGeom prst="line">
            <a:avLst/>
          </a:prstGeom>
          <a:ln w="28575">
            <a:solidFill>
              <a:srgbClr val="0070C0"/>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3" name="Straight Connector 102">
            <a:extLst>
              <a:ext uri="{FF2B5EF4-FFF2-40B4-BE49-F238E27FC236}">
                <a16:creationId xmlns:a16="http://schemas.microsoft.com/office/drawing/2014/main" id="{40B73600-A7C0-2C82-4998-7D3A74AF9C19}"/>
              </a:ext>
            </a:extLst>
          </p:cNvPr>
          <p:cNvCxnSpPr/>
          <p:nvPr/>
        </p:nvCxnSpPr>
        <p:spPr>
          <a:xfrm>
            <a:off x="5095033" y="2439985"/>
            <a:ext cx="2743200" cy="0"/>
          </a:xfrm>
          <a:prstGeom prst="line">
            <a:avLst/>
          </a:prstGeom>
          <a:ln w="28575">
            <a:solidFill>
              <a:srgbClr val="0070C0"/>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sp>
        <p:nvSpPr>
          <p:cNvPr id="104" name="object 6">
            <a:extLst>
              <a:ext uri="{FF2B5EF4-FFF2-40B4-BE49-F238E27FC236}">
                <a16:creationId xmlns:a16="http://schemas.microsoft.com/office/drawing/2014/main" id="{8FF159C6-DD6F-E6CA-D661-71BA39472192}"/>
              </a:ext>
            </a:extLst>
          </p:cNvPr>
          <p:cNvSpPr/>
          <p:nvPr/>
        </p:nvSpPr>
        <p:spPr>
          <a:xfrm>
            <a:off x="5062212" y="2539503"/>
            <a:ext cx="337920" cy="266202"/>
          </a:xfrm>
          <a:prstGeom prst="ellipse">
            <a:avLst/>
          </a:prstGeom>
          <a:solidFill>
            <a:schemeClr val="bg1"/>
          </a:solidFill>
          <a:ln w="28575">
            <a:solidFill>
              <a:schemeClr val="accent6"/>
            </a:solidFill>
          </a:ln>
        </p:spPr>
        <p:txBody>
          <a:bodyPr wrap="square" lIns="0" tIns="0" rIns="0" bIns="0" rtlCol="0"/>
          <a:lstStyle/>
          <a:p>
            <a:r>
              <a:rPr lang="en-US" sz="1400" dirty="0"/>
              <a:t>70</a:t>
            </a:r>
            <a:endParaRPr sz="1400" dirty="0"/>
          </a:p>
        </p:txBody>
      </p:sp>
      <p:sp>
        <p:nvSpPr>
          <p:cNvPr id="105" name="object 9">
            <a:extLst>
              <a:ext uri="{FF2B5EF4-FFF2-40B4-BE49-F238E27FC236}">
                <a16:creationId xmlns:a16="http://schemas.microsoft.com/office/drawing/2014/main" id="{7630C784-69D9-6610-78D5-9B462E932BEA}"/>
              </a:ext>
            </a:extLst>
          </p:cNvPr>
          <p:cNvSpPr/>
          <p:nvPr/>
        </p:nvSpPr>
        <p:spPr>
          <a:xfrm>
            <a:off x="5080960" y="2539503"/>
            <a:ext cx="337920" cy="266202"/>
          </a:xfrm>
          <a:prstGeom prst="ellipse">
            <a:avLst/>
          </a:prstGeom>
          <a:solidFill>
            <a:schemeClr val="bg1"/>
          </a:solidFill>
          <a:ln w="25399">
            <a:solidFill>
              <a:srgbClr val="839950"/>
            </a:solidFill>
          </a:ln>
        </p:spPr>
        <p:txBody>
          <a:bodyPr wrap="square" lIns="0" tIns="0" rIns="0" bIns="0" rtlCol="0"/>
          <a:lstStyle/>
          <a:p>
            <a:r>
              <a:rPr lang="en-US" sz="1400" dirty="0"/>
              <a:t>31</a:t>
            </a:r>
            <a:endParaRPr sz="1400" dirty="0"/>
          </a:p>
        </p:txBody>
      </p:sp>
      <p:sp>
        <p:nvSpPr>
          <p:cNvPr id="106" name="object 15">
            <a:extLst>
              <a:ext uri="{FF2B5EF4-FFF2-40B4-BE49-F238E27FC236}">
                <a16:creationId xmlns:a16="http://schemas.microsoft.com/office/drawing/2014/main" id="{E6CFAAC6-869C-4991-5582-E27C38EF7B40}"/>
              </a:ext>
            </a:extLst>
          </p:cNvPr>
          <p:cNvSpPr/>
          <p:nvPr/>
        </p:nvSpPr>
        <p:spPr>
          <a:xfrm>
            <a:off x="5563032" y="2539503"/>
            <a:ext cx="337920" cy="266202"/>
          </a:xfrm>
          <a:prstGeom prst="ellipse">
            <a:avLst/>
          </a:prstGeom>
          <a:solidFill>
            <a:schemeClr val="bg1"/>
          </a:solidFill>
          <a:ln w="25399">
            <a:solidFill>
              <a:srgbClr val="839950"/>
            </a:solidFill>
          </a:ln>
        </p:spPr>
        <p:txBody>
          <a:bodyPr wrap="square" lIns="0" tIns="0" rIns="0" bIns="0" rtlCol="0"/>
          <a:lstStyle/>
          <a:p>
            <a:r>
              <a:rPr lang="en-US" sz="1400" dirty="0"/>
              <a:t>93</a:t>
            </a:r>
            <a:endParaRPr sz="1400" dirty="0"/>
          </a:p>
        </p:txBody>
      </p:sp>
      <p:sp>
        <p:nvSpPr>
          <p:cNvPr id="107" name="object 11">
            <a:extLst>
              <a:ext uri="{FF2B5EF4-FFF2-40B4-BE49-F238E27FC236}">
                <a16:creationId xmlns:a16="http://schemas.microsoft.com/office/drawing/2014/main" id="{30D3C316-6154-40DF-6726-047529296F1F}"/>
              </a:ext>
            </a:extLst>
          </p:cNvPr>
          <p:cNvSpPr/>
          <p:nvPr/>
        </p:nvSpPr>
        <p:spPr>
          <a:xfrm>
            <a:off x="5566182" y="2550776"/>
            <a:ext cx="337920" cy="266202"/>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108" name="object 17">
            <a:extLst>
              <a:ext uri="{FF2B5EF4-FFF2-40B4-BE49-F238E27FC236}">
                <a16:creationId xmlns:a16="http://schemas.microsoft.com/office/drawing/2014/main" id="{3D4583CA-0282-FDC4-8159-D76FE3EC73A9}"/>
              </a:ext>
            </a:extLst>
          </p:cNvPr>
          <p:cNvSpPr/>
          <p:nvPr/>
        </p:nvSpPr>
        <p:spPr>
          <a:xfrm>
            <a:off x="5563032" y="2545140"/>
            <a:ext cx="337920" cy="266202"/>
          </a:xfrm>
          <a:prstGeom prst="ellipse">
            <a:avLst/>
          </a:prstGeom>
          <a:solidFill>
            <a:schemeClr val="bg1"/>
          </a:solidFill>
          <a:ln w="25399">
            <a:solidFill>
              <a:srgbClr val="839950"/>
            </a:solidFill>
          </a:ln>
        </p:spPr>
        <p:txBody>
          <a:bodyPr wrap="square" lIns="0" tIns="0" rIns="0" bIns="0" rtlCol="0"/>
          <a:lstStyle/>
          <a:p>
            <a:r>
              <a:rPr lang="en-US" sz="1400" dirty="0"/>
              <a:t>73</a:t>
            </a:r>
            <a:endParaRPr sz="1400" dirty="0"/>
          </a:p>
        </p:txBody>
      </p:sp>
      <p:sp>
        <p:nvSpPr>
          <p:cNvPr id="109" name="object 19">
            <a:extLst>
              <a:ext uri="{FF2B5EF4-FFF2-40B4-BE49-F238E27FC236}">
                <a16:creationId xmlns:a16="http://schemas.microsoft.com/office/drawing/2014/main" id="{CC215F81-093F-8C72-147A-74D237FDF47D}"/>
              </a:ext>
            </a:extLst>
          </p:cNvPr>
          <p:cNvSpPr/>
          <p:nvPr/>
        </p:nvSpPr>
        <p:spPr>
          <a:xfrm>
            <a:off x="6051866" y="2545140"/>
            <a:ext cx="337920" cy="266202"/>
          </a:xfrm>
          <a:prstGeom prst="ellipse">
            <a:avLst/>
          </a:prstGeom>
          <a:solidFill>
            <a:schemeClr val="bg1"/>
          </a:solidFill>
          <a:ln w="25399">
            <a:solidFill>
              <a:srgbClr val="839950"/>
            </a:solidFill>
          </a:ln>
        </p:spPr>
        <p:txBody>
          <a:bodyPr wrap="square" lIns="0" tIns="0" rIns="0" bIns="0" rtlCol="0"/>
          <a:lstStyle/>
          <a:p>
            <a:r>
              <a:rPr lang="en-US" sz="1400" dirty="0"/>
              <a:t>94</a:t>
            </a:r>
            <a:endParaRPr sz="1400" dirty="0"/>
          </a:p>
        </p:txBody>
      </p:sp>
      <p:sp>
        <p:nvSpPr>
          <p:cNvPr id="110" name="object 39">
            <a:extLst>
              <a:ext uri="{FF2B5EF4-FFF2-40B4-BE49-F238E27FC236}">
                <a16:creationId xmlns:a16="http://schemas.microsoft.com/office/drawing/2014/main" id="{B39720C1-2774-8CC5-CD46-8817B43015EE}"/>
              </a:ext>
            </a:extLst>
          </p:cNvPr>
          <p:cNvSpPr/>
          <p:nvPr/>
        </p:nvSpPr>
        <p:spPr>
          <a:xfrm>
            <a:off x="6675722" y="2541767"/>
            <a:ext cx="337920" cy="266202"/>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sp>
        <p:nvSpPr>
          <p:cNvPr id="111" name="object 17">
            <a:extLst>
              <a:ext uri="{FF2B5EF4-FFF2-40B4-BE49-F238E27FC236}">
                <a16:creationId xmlns:a16="http://schemas.microsoft.com/office/drawing/2014/main" id="{9465F331-BF12-67DA-3476-A83CE59F3EB0}"/>
              </a:ext>
            </a:extLst>
          </p:cNvPr>
          <p:cNvSpPr/>
          <p:nvPr/>
        </p:nvSpPr>
        <p:spPr>
          <a:xfrm>
            <a:off x="6059564" y="2541767"/>
            <a:ext cx="337920" cy="266202"/>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spTree>
    <p:extLst>
      <p:ext uri="{BB962C8B-B14F-4D97-AF65-F5344CB8AC3E}">
        <p14:creationId xmlns:p14="http://schemas.microsoft.com/office/powerpoint/2010/main" val="3492123604"/>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3.54167E-6 -3.33333E-6 L 0.00091 0.10834 " pathEditMode="relative" rAng="0" ptsTypes="AA">
                                      <p:cBhvr>
                                        <p:cTn id="10" dur="2000" fill="hold"/>
                                        <p:tgtEl>
                                          <p:spTgt spid="104"/>
                                        </p:tgtEl>
                                        <p:attrNameLst>
                                          <p:attrName>ppt_x</p:attrName>
                                          <p:attrName>ppt_y</p:attrName>
                                        </p:attrNameLst>
                                      </p:cBhvr>
                                      <p:rCtr x="39" y="5417"/>
                                    </p:animMotion>
                                  </p:childTnLst>
                                </p:cTn>
                              </p:par>
                              <p:par>
                                <p:cTn id="11" presetID="1" presetClass="entr" presetSubtype="0" fill="hold" grpId="0" nodeType="with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1" nodeType="clickEffect">
                                  <p:stCondLst>
                                    <p:cond delay="0"/>
                                  </p:stCondLst>
                                  <p:childTnLst>
                                    <p:animMotion origin="layout" path="M 1.04167E-6 -3.33333E-6 L 0.03906 0.10834 " pathEditMode="relative" rAng="0" ptsTypes="AA">
                                      <p:cBhvr>
                                        <p:cTn id="18" dur="2000" fill="hold"/>
                                        <p:tgtEl>
                                          <p:spTgt spid="105"/>
                                        </p:tgtEl>
                                        <p:attrNameLst>
                                          <p:attrName>ppt_x</p:attrName>
                                          <p:attrName>ppt_y</p:attrName>
                                        </p:attrNameLst>
                                      </p:cBhvr>
                                      <p:rCtr x="1953" y="5417"/>
                                    </p:animMotion>
                                  </p:childTnLst>
                                </p:cTn>
                              </p:par>
                              <p:par>
                                <p:cTn id="19" presetID="42" presetClass="path" presetSubtype="0" accel="50000" decel="50000" fill="hold" grpId="1" nodeType="withEffect">
                                  <p:stCondLst>
                                    <p:cond delay="0"/>
                                  </p:stCondLst>
                                  <p:childTnLst>
                                    <p:animMotion origin="layout" path="M -2.08333E-6 -3.33333E-6 L -0.04101 -3.33333E-6 " pathEditMode="relative" rAng="0" ptsTypes="AA">
                                      <p:cBhvr>
                                        <p:cTn id="20" dur="2000" fill="hold"/>
                                        <p:tgtEl>
                                          <p:spTgt spid="106"/>
                                        </p:tgtEl>
                                        <p:attrNameLst>
                                          <p:attrName>ppt_x</p:attrName>
                                          <p:attrName>ppt_y</p:attrName>
                                        </p:attrNameLst>
                                      </p:cBhvr>
                                      <p:rCtr x="-2057" y="0"/>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2" nodeType="clickEffect">
                                  <p:stCondLst>
                                    <p:cond delay="0"/>
                                  </p:stCondLst>
                                  <p:childTnLst>
                                    <p:animMotion origin="layout" path="M -0.04101 -3.33333E-6 L 0.04011 0.10834 " pathEditMode="relative" rAng="0" ptsTypes="AA">
                                      <p:cBhvr>
                                        <p:cTn id="28" dur="2000" fill="hold"/>
                                        <p:tgtEl>
                                          <p:spTgt spid="106"/>
                                        </p:tgtEl>
                                        <p:attrNameLst>
                                          <p:attrName>ppt_x</p:attrName>
                                          <p:attrName>ppt_y</p:attrName>
                                        </p:attrNameLst>
                                      </p:cBhvr>
                                      <p:rCtr x="4049" y="5417"/>
                                    </p:animMotion>
                                  </p:childTnLst>
                                </p:cTn>
                              </p:par>
                              <p:par>
                                <p:cTn id="29" presetID="42" presetClass="path" presetSubtype="0" accel="50000" decel="50000" fill="hold" grpId="1" nodeType="withEffect">
                                  <p:stCondLst>
                                    <p:cond delay="0"/>
                                  </p:stCondLst>
                                  <p:childTnLst>
                                    <p:animMotion origin="layout" path="M -2.5E-6 -3.7037E-6 L -0.04127 -0.00162 " pathEditMode="relative" rAng="0" ptsTypes="AA">
                                      <p:cBhvr>
                                        <p:cTn id="30" dur="2000" fill="hold"/>
                                        <p:tgtEl>
                                          <p:spTgt spid="107"/>
                                        </p:tgtEl>
                                        <p:attrNameLst>
                                          <p:attrName>ppt_x</p:attrName>
                                          <p:attrName>ppt_y</p:attrName>
                                        </p:attrNameLst>
                                      </p:cBhvr>
                                      <p:rCtr x="-2070" y="-93"/>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grpId="2" nodeType="clickEffect">
                                  <p:stCondLst>
                                    <p:cond delay="0"/>
                                  </p:stCondLst>
                                  <p:childTnLst>
                                    <p:animMotion origin="layout" path="M -0.04127 -0.00162 L 0.07735 0.11204 " pathEditMode="relative" rAng="0" ptsTypes="AA">
                                      <p:cBhvr>
                                        <p:cTn id="40" dur="2000" fill="hold"/>
                                        <p:tgtEl>
                                          <p:spTgt spid="107"/>
                                        </p:tgtEl>
                                        <p:attrNameLst>
                                          <p:attrName>ppt_x</p:attrName>
                                          <p:attrName>ppt_y</p:attrName>
                                        </p:attrNameLst>
                                      </p:cBhvr>
                                      <p:rCtr x="5924" y="5671"/>
                                    </p:animMotion>
                                  </p:childTnLst>
                                </p:cTn>
                              </p:par>
                              <p:par>
                                <p:cTn id="41" presetID="42" presetClass="path" presetSubtype="0" accel="50000" decel="50000" fill="hold" grpId="1" nodeType="withEffect">
                                  <p:stCondLst>
                                    <p:cond delay="0"/>
                                  </p:stCondLst>
                                  <p:childTnLst>
                                    <p:animMotion origin="layout" path="M -2.08333E-6 7.40741E-7 L -0.04101 -0.00093 " pathEditMode="relative" rAng="0" ptsTypes="AA">
                                      <p:cBhvr>
                                        <p:cTn id="42" dur="2000" fill="hold"/>
                                        <p:tgtEl>
                                          <p:spTgt spid="108"/>
                                        </p:tgtEl>
                                        <p:attrNameLst>
                                          <p:attrName>ppt_x</p:attrName>
                                          <p:attrName>ppt_y</p:attrName>
                                        </p:attrNameLst>
                                      </p:cBhvr>
                                      <p:rCtr x="-2057" y="-46"/>
                                    </p:animMotion>
                                  </p:childTnLst>
                                </p:cTn>
                              </p:par>
                              <p:par>
                                <p:cTn id="43" presetID="42" presetClass="path" presetSubtype="0" accel="50000" decel="50000" fill="hold" grpId="1" nodeType="withEffect">
                                  <p:stCondLst>
                                    <p:cond delay="0"/>
                                  </p:stCondLst>
                                  <p:childTnLst>
                                    <p:animMotion origin="layout" path="M 3.75E-6 7.40741E-7 L -0.04011 -0.00093 " pathEditMode="relative" rAng="0" ptsTypes="AA">
                                      <p:cBhvr>
                                        <p:cTn id="44" dur="2000" fill="hold"/>
                                        <p:tgtEl>
                                          <p:spTgt spid="109"/>
                                        </p:tgtEl>
                                        <p:attrNameLst>
                                          <p:attrName>ppt_x</p:attrName>
                                          <p:attrName>ppt_y</p:attrName>
                                        </p:attrNameLst>
                                      </p:cBhvr>
                                      <p:rCtr x="-2005" y="-46"/>
                                    </p:animMotion>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4" grpId="1" animBg="1"/>
      <p:bldP spid="105" grpId="0" animBg="1"/>
      <p:bldP spid="105" grpId="1" animBg="1"/>
      <p:bldP spid="106" grpId="0" animBg="1"/>
      <p:bldP spid="106" grpId="1" animBg="1"/>
      <p:bldP spid="106" grpId="2" animBg="1"/>
      <p:bldP spid="107" grpId="0" animBg="1"/>
      <p:bldP spid="107" grpId="1" animBg="1"/>
      <p:bldP spid="107" grpId="2" animBg="1"/>
      <p:bldP spid="108" grpId="0" animBg="1"/>
      <p:bldP spid="108" grpId="1" animBg="1"/>
      <p:bldP spid="109" grpId="0" animBg="1"/>
      <p:bldP spid="109" grpId="1" animBg="1"/>
      <p:bldP spid="110" grpId="0" animBg="1"/>
      <p:bldP spid="1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DD082-DB48-E196-44A5-11581C7E4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8F32A-C2B2-6DB5-64ED-C5B439B10C95}"/>
              </a:ext>
            </a:extLst>
          </p:cNvPr>
          <p:cNvSpPr>
            <a:spLocks noGrp="1"/>
          </p:cNvSpPr>
          <p:nvPr>
            <p:ph type="title"/>
          </p:nvPr>
        </p:nvSpPr>
        <p:spPr>
          <a:xfrm>
            <a:off x="0" y="59961"/>
            <a:ext cx="12192000" cy="565607"/>
          </a:xfrm>
        </p:spPr>
        <p:txBody>
          <a:bodyPr>
            <a:normAutofit/>
          </a:bodyPr>
          <a:lstStyle/>
          <a:p>
            <a:r>
              <a:rPr kumimoji="0" lang="en-US" b="1" i="0" u="none" strike="noStrike" kern="1200" cap="none" spc="0" normalizeH="0" baseline="0" noProof="0" dirty="0">
                <a:ln>
                  <a:noFill/>
                </a:ln>
                <a:effectLst/>
                <a:uLnTx/>
                <a:uFillTx/>
                <a:latin typeface="Verdana" panose="020B0604030504040204" pitchFamily="34" charset="0"/>
                <a:cs typeface="Arial" panose="020B0604020202020204" pitchFamily="34" charset="0"/>
              </a:rPr>
              <a:t>Breath-first Traversal: Level-by-level</a:t>
            </a:r>
            <a:endParaRPr lang="en-SG" dirty="0">
              <a:latin typeface="Verdana" panose="020B0604030504040204" pitchFamily="34" charset="0"/>
            </a:endParaRPr>
          </a:p>
        </p:txBody>
      </p:sp>
      <p:sp>
        <p:nvSpPr>
          <p:cNvPr id="4" name="Content Placeholder 1">
            <a:extLst>
              <a:ext uri="{FF2B5EF4-FFF2-40B4-BE49-F238E27FC236}">
                <a16:creationId xmlns:a16="http://schemas.microsoft.com/office/drawing/2014/main" id="{37AB2C76-F934-065E-E0B0-8E5CBFBB4C34}"/>
              </a:ext>
            </a:extLst>
          </p:cNvPr>
          <p:cNvSpPr txBox="1">
            <a:spLocks/>
          </p:cNvSpPr>
          <p:nvPr/>
        </p:nvSpPr>
        <p:spPr>
          <a:xfrm>
            <a:off x="2621280" y="1380226"/>
            <a:ext cx="7386320" cy="432249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SG" sz="1800"/>
          </a:p>
          <a:p>
            <a:pPr marL="0" indent="0" algn="just">
              <a:lnSpc>
                <a:spcPct val="150000"/>
              </a:lnSpc>
              <a:buNone/>
            </a:pPr>
            <a:endParaRPr lang="en-SG" sz="1800"/>
          </a:p>
          <a:p>
            <a:pPr marL="457200" lvl="1" indent="0" algn="just">
              <a:lnSpc>
                <a:spcPct val="150000"/>
              </a:lnSpc>
              <a:buNone/>
            </a:pPr>
            <a:endParaRPr lang="en-SG" sz="1800"/>
          </a:p>
          <a:p>
            <a:pPr marL="0" indent="0" algn="just">
              <a:lnSpc>
                <a:spcPct val="150000"/>
              </a:lnSpc>
              <a:buNone/>
            </a:pPr>
            <a:endParaRPr lang="en-SG" sz="600"/>
          </a:p>
          <a:p>
            <a:pPr marL="0" indent="0" algn="just">
              <a:lnSpc>
                <a:spcPct val="150000"/>
              </a:lnSpc>
              <a:buNone/>
            </a:pPr>
            <a:endParaRPr lang="en-SG" sz="1800"/>
          </a:p>
        </p:txBody>
      </p:sp>
      <p:sp>
        <p:nvSpPr>
          <p:cNvPr id="3" name="Content Placeholder 1">
            <a:extLst>
              <a:ext uri="{FF2B5EF4-FFF2-40B4-BE49-F238E27FC236}">
                <a16:creationId xmlns:a16="http://schemas.microsoft.com/office/drawing/2014/main" id="{C8F4041C-3049-662B-E896-2634ACA0E5E0}"/>
              </a:ext>
            </a:extLst>
          </p:cNvPr>
          <p:cNvSpPr txBox="1">
            <a:spLocks/>
          </p:cNvSpPr>
          <p:nvPr/>
        </p:nvSpPr>
        <p:spPr>
          <a:xfrm>
            <a:off x="904905" y="1171760"/>
            <a:ext cx="10819070" cy="461121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SG" sz="2400" dirty="0"/>
              <a:t>Level-By-Level Traversal:</a:t>
            </a:r>
          </a:p>
          <a:p>
            <a:pPr marL="342900" indent="-342900" algn="just">
              <a:lnSpc>
                <a:spcPct val="150000"/>
              </a:lnSpc>
              <a:buFont typeface="+mj-lt"/>
              <a:buAutoNum type="arabicPeriod"/>
            </a:pPr>
            <a:r>
              <a:rPr lang="en-SG" sz="2400" b="1" dirty="0">
                <a:solidFill>
                  <a:srgbClr val="0070C0"/>
                </a:solidFill>
              </a:rPr>
              <a:t>Enqueue the current node</a:t>
            </a:r>
          </a:p>
          <a:p>
            <a:pPr marL="342900" indent="-342900" algn="just">
              <a:lnSpc>
                <a:spcPct val="150000"/>
              </a:lnSpc>
              <a:buFont typeface="+mj-lt"/>
              <a:buAutoNum type="arabicPeriod"/>
            </a:pPr>
            <a:r>
              <a:rPr lang="en-SG" sz="2400" dirty="0"/>
              <a:t>Dequeue a node</a:t>
            </a:r>
          </a:p>
          <a:p>
            <a:pPr marL="342900" indent="-342900" algn="just">
              <a:lnSpc>
                <a:spcPct val="150000"/>
              </a:lnSpc>
              <a:buFont typeface="+mj-lt"/>
              <a:buAutoNum type="arabicPeriod"/>
            </a:pPr>
            <a:r>
              <a:rPr lang="en-SG" sz="2400" dirty="0"/>
              <a:t>Enqueue its children if it is available</a:t>
            </a:r>
          </a:p>
          <a:p>
            <a:pPr marL="342900" indent="-342900" algn="just">
              <a:lnSpc>
                <a:spcPct val="150000"/>
              </a:lnSpc>
              <a:buFont typeface="+mj-lt"/>
              <a:buAutoNum type="arabicPeriod"/>
            </a:pPr>
            <a:r>
              <a:rPr lang="en-SG" sz="2400" dirty="0"/>
              <a:t>Repeat Step 2 until the queue is empty</a:t>
            </a:r>
          </a:p>
          <a:p>
            <a:pPr marL="0" indent="0">
              <a:buFont typeface="Arial" panose="020B0604020202020204" pitchFamily="34" charset="0"/>
              <a:buNone/>
            </a:pPr>
            <a:endParaRPr lang="en-SG" dirty="0"/>
          </a:p>
        </p:txBody>
      </p:sp>
      <p:sp useBgFill="1">
        <p:nvSpPr>
          <p:cNvPr id="69" name="TextBox 68">
            <a:extLst>
              <a:ext uri="{FF2B5EF4-FFF2-40B4-BE49-F238E27FC236}">
                <a16:creationId xmlns:a16="http://schemas.microsoft.com/office/drawing/2014/main" id="{C1A36BDE-5752-0DF9-4ED6-3084E85F0A1A}"/>
              </a:ext>
            </a:extLst>
          </p:cNvPr>
          <p:cNvSpPr txBox="1"/>
          <p:nvPr/>
        </p:nvSpPr>
        <p:spPr>
          <a:xfrm>
            <a:off x="6918816" y="3470970"/>
            <a:ext cx="5127047" cy="3323987"/>
          </a:xfrm>
          <a:prstGeom prst="rect">
            <a:avLst/>
          </a:prstGeom>
          <a:ln>
            <a:solidFill>
              <a:schemeClr val="tx1"/>
            </a:solidFill>
          </a:ln>
        </p:spPr>
        <p:txBody>
          <a:bodyPr wrap="square" rtlCol="0">
            <a:spAutoFit/>
          </a:bodyPr>
          <a:lstStyle/>
          <a:p>
            <a:r>
              <a:rPr lang="en-SG" sz="1400" dirty="0"/>
              <a:t>def </a:t>
            </a:r>
            <a:r>
              <a:rPr lang="en-SG" sz="1400" dirty="0" err="1"/>
              <a:t>level_order_traversal</a:t>
            </a:r>
            <a:r>
              <a:rPr lang="en-SG" sz="1400" dirty="0"/>
              <a:t>(self):</a:t>
            </a:r>
          </a:p>
          <a:p>
            <a:r>
              <a:rPr lang="en-SG" sz="1400" dirty="0"/>
              <a:t>        if not </a:t>
            </a:r>
            <a:r>
              <a:rPr lang="en-SG" sz="1400" dirty="0" err="1"/>
              <a:t>self.root</a:t>
            </a:r>
            <a:r>
              <a:rPr lang="en-SG" sz="1400" dirty="0"/>
              <a:t>:</a:t>
            </a:r>
          </a:p>
          <a:p>
            <a:r>
              <a:rPr lang="en-SG" sz="1400" dirty="0"/>
              <a:t>            return</a:t>
            </a:r>
          </a:p>
          <a:p>
            <a:endParaRPr lang="en-SG" sz="1400" dirty="0"/>
          </a:p>
          <a:p>
            <a:r>
              <a:rPr lang="en-SG" sz="1400" dirty="0"/>
              <a:t>        queue = Queue()</a:t>
            </a:r>
          </a:p>
          <a:p>
            <a:r>
              <a:rPr lang="en-SG" sz="1400" dirty="0"/>
              <a:t>        </a:t>
            </a:r>
            <a:r>
              <a:rPr lang="en-SG" sz="1400" dirty="0" err="1"/>
              <a:t>queue.enqueue</a:t>
            </a:r>
            <a:r>
              <a:rPr lang="en-SG" sz="1400" dirty="0"/>
              <a:t>(</a:t>
            </a:r>
            <a:r>
              <a:rPr lang="en-SG" sz="1400" dirty="0" err="1"/>
              <a:t>self.root</a:t>
            </a:r>
            <a:r>
              <a:rPr lang="en-SG" sz="1400" dirty="0"/>
              <a:t>)</a:t>
            </a:r>
          </a:p>
          <a:p>
            <a:endParaRPr lang="en-SG" sz="1400" dirty="0"/>
          </a:p>
          <a:p>
            <a:r>
              <a:rPr lang="en-SG" sz="1400" dirty="0"/>
              <a:t>        while not </a:t>
            </a:r>
            <a:r>
              <a:rPr lang="en-SG" sz="1400" dirty="0" err="1"/>
              <a:t>queue.is_empty</a:t>
            </a:r>
            <a:r>
              <a:rPr lang="en-SG" sz="1400" dirty="0"/>
              <a:t>():</a:t>
            </a:r>
          </a:p>
          <a:p>
            <a:r>
              <a:rPr lang="en-SG" sz="1400" dirty="0"/>
              <a:t>            </a:t>
            </a:r>
            <a:r>
              <a:rPr lang="en-SG" sz="1400" dirty="0" err="1"/>
              <a:t>current_node</a:t>
            </a:r>
            <a:r>
              <a:rPr lang="en-SG" sz="1400" dirty="0"/>
              <a:t> = </a:t>
            </a:r>
            <a:r>
              <a:rPr lang="en-SG" sz="1400" dirty="0" err="1"/>
              <a:t>queue.dequeue</a:t>
            </a:r>
            <a:r>
              <a:rPr lang="en-SG" sz="1400" dirty="0"/>
              <a:t>()</a:t>
            </a:r>
          </a:p>
          <a:p>
            <a:r>
              <a:rPr lang="en-SG" sz="1400" dirty="0"/>
              <a:t>            print(</a:t>
            </a:r>
            <a:r>
              <a:rPr lang="en-SG" sz="1400" dirty="0" err="1"/>
              <a:t>current_node.data</a:t>
            </a:r>
            <a:r>
              <a:rPr lang="en-SG" sz="1400" dirty="0"/>
              <a:t>, end=" ")</a:t>
            </a:r>
          </a:p>
          <a:p>
            <a:endParaRPr lang="en-SG" sz="1400" dirty="0"/>
          </a:p>
          <a:p>
            <a:r>
              <a:rPr lang="en-SG" sz="1400" dirty="0"/>
              <a:t>            if </a:t>
            </a:r>
            <a:r>
              <a:rPr lang="en-SG" sz="1400" dirty="0" err="1"/>
              <a:t>current_node.left</a:t>
            </a:r>
            <a:r>
              <a:rPr lang="en-SG" sz="1400" dirty="0"/>
              <a:t>:</a:t>
            </a:r>
          </a:p>
          <a:p>
            <a:r>
              <a:rPr lang="en-SG" sz="1400" dirty="0"/>
              <a:t>                	</a:t>
            </a:r>
            <a:r>
              <a:rPr lang="en-SG" sz="1400" dirty="0" err="1"/>
              <a:t>queue.enqueue</a:t>
            </a:r>
            <a:r>
              <a:rPr lang="en-SG" sz="1400" dirty="0"/>
              <a:t>(</a:t>
            </a:r>
            <a:r>
              <a:rPr lang="en-SG" sz="1400" dirty="0" err="1"/>
              <a:t>current_node.left</a:t>
            </a:r>
            <a:r>
              <a:rPr lang="en-SG" sz="1400" dirty="0"/>
              <a:t>)</a:t>
            </a:r>
          </a:p>
          <a:p>
            <a:r>
              <a:rPr lang="en-SG" sz="1400" dirty="0"/>
              <a:t>            if </a:t>
            </a:r>
            <a:r>
              <a:rPr lang="en-SG" sz="1400" dirty="0" err="1"/>
              <a:t>current_node.right</a:t>
            </a:r>
            <a:r>
              <a:rPr lang="en-SG" sz="1400" dirty="0"/>
              <a:t>:</a:t>
            </a:r>
          </a:p>
          <a:p>
            <a:r>
              <a:rPr lang="en-SG" sz="1400" dirty="0"/>
              <a:t>                	</a:t>
            </a:r>
            <a:r>
              <a:rPr lang="en-SG" sz="1400" dirty="0" err="1"/>
              <a:t>queue.enqueue</a:t>
            </a:r>
            <a:r>
              <a:rPr lang="en-SG" sz="1400" dirty="0"/>
              <a:t>(</a:t>
            </a:r>
            <a:r>
              <a:rPr lang="en-SG" sz="1400" dirty="0" err="1"/>
              <a:t>current_node.right</a:t>
            </a:r>
            <a:r>
              <a:rPr lang="en-SG" sz="1400" dirty="0"/>
              <a:t>)</a:t>
            </a:r>
          </a:p>
        </p:txBody>
      </p:sp>
      <p:grpSp>
        <p:nvGrpSpPr>
          <p:cNvPr id="70" name="Group 69">
            <a:extLst>
              <a:ext uri="{FF2B5EF4-FFF2-40B4-BE49-F238E27FC236}">
                <a16:creationId xmlns:a16="http://schemas.microsoft.com/office/drawing/2014/main" id="{6D4DEB01-7AF0-EABA-4A55-25495E2B1188}"/>
              </a:ext>
            </a:extLst>
          </p:cNvPr>
          <p:cNvGrpSpPr/>
          <p:nvPr/>
        </p:nvGrpSpPr>
        <p:grpSpPr>
          <a:xfrm>
            <a:off x="7965233" y="611198"/>
            <a:ext cx="4226767" cy="2877692"/>
            <a:chOff x="7965233" y="417305"/>
            <a:chExt cx="4226767" cy="2877692"/>
          </a:xfrm>
        </p:grpSpPr>
        <p:grpSp>
          <p:nvGrpSpPr>
            <p:cNvPr id="71" name="Group 70">
              <a:extLst>
                <a:ext uri="{FF2B5EF4-FFF2-40B4-BE49-F238E27FC236}">
                  <a16:creationId xmlns:a16="http://schemas.microsoft.com/office/drawing/2014/main" id="{A12A8F61-A18B-E81B-5E5D-F9D60A698210}"/>
                </a:ext>
              </a:extLst>
            </p:cNvPr>
            <p:cNvGrpSpPr/>
            <p:nvPr/>
          </p:nvGrpSpPr>
          <p:grpSpPr>
            <a:xfrm>
              <a:off x="7965233" y="417305"/>
              <a:ext cx="4226767" cy="2877692"/>
              <a:chOff x="7539134" y="882545"/>
              <a:chExt cx="4226767" cy="2877692"/>
            </a:xfrm>
          </p:grpSpPr>
          <p:sp>
            <p:nvSpPr>
              <p:cNvPr id="74" name="object 6">
                <a:extLst>
                  <a:ext uri="{FF2B5EF4-FFF2-40B4-BE49-F238E27FC236}">
                    <a16:creationId xmlns:a16="http://schemas.microsoft.com/office/drawing/2014/main" id="{30224AD6-FBA8-4784-EE2A-155C8AB698F3}"/>
                  </a:ext>
                </a:extLst>
              </p:cNvPr>
              <p:cNvSpPr/>
              <p:nvPr/>
            </p:nvSpPr>
            <p:spPr>
              <a:xfrm>
                <a:off x="9202858" y="1603252"/>
                <a:ext cx="337920" cy="266202"/>
              </a:xfrm>
              <a:prstGeom prst="ellipse">
                <a:avLst/>
              </a:prstGeom>
              <a:solidFill>
                <a:schemeClr val="bg1"/>
              </a:solidFill>
            </p:spPr>
            <p:txBody>
              <a:bodyPr wrap="square" lIns="0" tIns="0" rIns="0" bIns="0" rtlCol="0"/>
              <a:lstStyle/>
              <a:p>
                <a:r>
                  <a:rPr lang="en-US" sz="1400" dirty="0"/>
                  <a:t>70</a:t>
                </a:r>
                <a:endParaRPr sz="1400" dirty="0"/>
              </a:p>
            </p:txBody>
          </p:sp>
          <p:sp>
            <p:nvSpPr>
              <p:cNvPr id="75" name="object 7">
                <a:extLst>
                  <a:ext uri="{FF2B5EF4-FFF2-40B4-BE49-F238E27FC236}">
                    <a16:creationId xmlns:a16="http://schemas.microsoft.com/office/drawing/2014/main" id="{F0443105-1519-FF49-64D6-88B38A90E089}"/>
                  </a:ext>
                </a:extLst>
              </p:cNvPr>
              <p:cNvSpPr/>
              <p:nvPr/>
            </p:nvSpPr>
            <p:spPr>
              <a:xfrm>
                <a:off x="9202858" y="1603252"/>
                <a:ext cx="337920" cy="266202"/>
              </a:xfrm>
              <a:prstGeom prst="ellipse">
                <a:avLst/>
              </a:prstGeom>
              <a:ln w="25399">
                <a:solidFill>
                  <a:srgbClr val="839950"/>
                </a:solidFill>
              </a:ln>
            </p:spPr>
            <p:txBody>
              <a:bodyPr wrap="square" lIns="0" tIns="0" rIns="0" bIns="0" rtlCol="0"/>
              <a:lstStyle/>
              <a:p>
                <a:endParaRPr sz="1400"/>
              </a:p>
            </p:txBody>
          </p:sp>
          <p:sp>
            <p:nvSpPr>
              <p:cNvPr id="76" name="object 8">
                <a:extLst>
                  <a:ext uri="{FF2B5EF4-FFF2-40B4-BE49-F238E27FC236}">
                    <a16:creationId xmlns:a16="http://schemas.microsoft.com/office/drawing/2014/main" id="{DE683E12-4278-0B3D-B1D4-487E49F40935}"/>
                  </a:ext>
                </a:extLst>
              </p:cNvPr>
              <p:cNvSpPr/>
              <p:nvPr/>
            </p:nvSpPr>
            <p:spPr>
              <a:xfrm>
                <a:off x="8527144" y="2096411"/>
                <a:ext cx="337920" cy="266202"/>
              </a:xfrm>
              <a:prstGeom prst="ellipse">
                <a:avLst/>
              </a:prstGeom>
              <a:solidFill>
                <a:schemeClr val="bg1"/>
              </a:solidFill>
            </p:spPr>
            <p:txBody>
              <a:bodyPr wrap="square" lIns="0" tIns="0" rIns="0" bIns="0" rtlCol="0"/>
              <a:lstStyle/>
              <a:p>
                <a:endParaRPr sz="1400"/>
              </a:p>
            </p:txBody>
          </p:sp>
          <p:sp>
            <p:nvSpPr>
              <p:cNvPr id="77" name="object 9">
                <a:extLst>
                  <a:ext uri="{FF2B5EF4-FFF2-40B4-BE49-F238E27FC236}">
                    <a16:creationId xmlns:a16="http://schemas.microsoft.com/office/drawing/2014/main" id="{3794CD70-8424-9039-6615-98588D57CDC8}"/>
                  </a:ext>
                </a:extLst>
              </p:cNvPr>
              <p:cNvSpPr/>
              <p:nvPr/>
            </p:nvSpPr>
            <p:spPr>
              <a:xfrm>
                <a:off x="8527144" y="2096410"/>
                <a:ext cx="337920" cy="266202"/>
              </a:xfrm>
              <a:prstGeom prst="ellipse">
                <a:avLst/>
              </a:prstGeom>
              <a:solidFill>
                <a:schemeClr val="bg1"/>
              </a:solidFill>
              <a:ln w="25399">
                <a:solidFill>
                  <a:srgbClr val="839950"/>
                </a:solidFill>
              </a:ln>
            </p:spPr>
            <p:txBody>
              <a:bodyPr wrap="square" lIns="0" tIns="0" rIns="0" bIns="0" rtlCol="0"/>
              <a:lstStyle/>
              <a:p>
                <a:r>
                  <a:rPr lang="en-US" sz="1400" dirty="0"/>
                  <a:t>31</a:t>
                </a:r>
                <a:endParaRPr sz="1400" dirty="0"/>
              </a:p>
            </p:txBody>
          </p:sp>
          <p:sp>
            <p:nvSpPr>
              <p:cNvPr id="78" name="object 10">
                <a:extLst>
                  <a:ext uri="{FF2B5EF4-FFF2-40B4-BE49-F238E27FC236}">
                    <a16:creationId xmlns:a16="http://schemas.microsoft.com/office/drawing/2014/main" id="{6CA6B597-7A5E-9EA6-FE1E-8320BCC8F2F4}"/>
                  </a:ext>
                </a:extLst>
              </p:cNvPr>
              <p:cNvSpPr/>
              <p:nvPr/>
            </p:nvSpPr>
            <p:spPr>
              <a:xfrm>
                <a:off x="8189289" y="2667271"/>
                <a:ext cx="337920" cy="266202"/>
              </a:xfrm>
              <a:prstGeom prst="ellipse">
                <a:avLst/>
              </a:prstGeom>
              <a:solidFill>
                <a:schemeClr val="bg1"/>
              </a:solidFill>
            </p:spPr>
            <p:txBody>
              <a:bodyPr wrap="square" lIns="0" tIns="0" rIns="0" bIns="0" rtlCol="0"/>
              <a:lstStyle/>
              <a:p>
                <a:endParaRPr sz="1400"/>
              </a:p>
            </p:txBody>
          </p:sp>
          <p:sp>
            <p:nvSpPr>
              <p:cNvPr id="79" name="object 11">
                <a:extLst>
                  <a:ext uri="{FF2B5EF4-FFF2-40B4-BE49-F238E27FC236}">
                    <a16:creationId xmlns:a16="http://schemas.microsoft.com/office/drawing/2014/main" id="{AE9299AF-5C46-C638-3493-6AF5B0A59DD7}"/>
                  </a:ext>
                </a:extLst>
              </p:cNvPr>
              <p:cNvSpPr/>
              <p:nvPr/>
            </p:nvSpPr>
            <p:spPr>
              <a:xfrm>
                <a:off x="8189289" y="2667271"/>
                <a:ext cx="337920" cy="266202"/>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80" name="object 14">
                <a:extLst>
                  <a:ext uri="{FF2B5EF4-FFF2-40B4-BE49-F238E27FC236}">
                    <a16:creationId xmlns:a16="http://schemas.microsoft.com/office/drawing/2014/main" id="{67495EF0-4945-D2FC-0701-09C8326AC124}"/>
                  </a:ext>
                </a:extLst>
              </p:cNvPr>
              <p:cNvSpPr/>
              <p:nvPr/>
            </p:nvSpPr>
            <p:spPr>
              <a:xfrm>
                <a:off x="9878570" y="2096411"/>
                <a:ext cx="337920" cy="266202"/>
              </a:xfrm>
              <a:prstGeom prst="ellipse">
                <a:avLst/>
              </a:prstGeom>
              <a:solidFill>
                <a:schemeClr val="bg1"/>
              </a:solidFill>
            </p:spPr>
            <p:txBody>
              <a:bodyPr wrap="square" lIns="0" tIns="0" rIns="0" bIns="0" rtlCol="0"/>
              <a:lstStyle/>
              <a:p>
                <a:endParaRPr sz="1400"/>
              </a:p>
            </p:txBody>
          </p:sp>
          <p:sp>
            <p:nvSpPr>
              <p:cNvPr id="81" name="object 15">
                <a:extLst>
                  <a:ext uri="{FF2B5EF4-FFF2-40B4-BE49-F238E27FC236}">
                    <a16:creationId xmlns:a16="http://schemas.microsoft.com/office/drawing/2014/main" id="{E0000ACD-0D64-3188-E512-0A5552AEAAE2}"/>
                  </a:ext>
                </a:extLst>
              </p:cNvPr>
              <p:cNvSpPr/>
              <p:nvPr/>
            </p:nvSpPr>
            <p:spPr>
              <a:xfrm>
                <a:off x="9878570" y="2096410"/>
                <a:ext cx="337920" cy="266202"/>
              </a:xfrm>
              <a:prstGeom prst="ellipse">
                <a:avLst/>
              </a:prstGeom>
              <a:solidFill>
                <a:schemeClr val="bg1"/>
              </a:solidFill>
              <a:ln w="25399">
                <a:solidFill>
                  <a:srgbClr val="839950"/>
                </a:solidFill>
              </a:ln>
            </p:spPr>
            <p:txBody>
              <a:bodyPr wrap="square" lIns="0" tIns="0" rIns="0" bIns="0" rtlCol="0"/>
              <a:lstStyle/>
              <a:p>
                <a:r>
                  <a:rPr lang="en-US" sz="1400" dirty="0"/>
                  <a:t>93</a:t>
                </a:r>
                <a:endParaRPr sz="1400" dirty="0"/>
              </a:p>
            </p:txBody>
          </p:sp>
          <p:sp>
            <p:nvSpPr>
              <p:cNvPr id="82" name="object 16">
                <a:extLst>
                  <a:ext uri="{FF2B5EF4-FFF2-40B4-BE49-F238E27FC236}">
                    <a16:creationId xmlns:a16="http://schemas.microsoft.com/office/drawing/2014/main" id="{4B353F52-F742-4ABB-CA6F-C6FDB4B075FF}"/>
                  </a:ext>
                </a:extLst>
              </p:cNvPr>
              <p:cNvSpPr/>
              <p:nvPr/>
            </p:nvSpPr>
            <p:spPr>
              <a:xfrm>
                <a:off x="9540715" y="2671588"/>
                <a:ext cx="337920" cy="266202"/>
              </a:xfrm>
              <a:prstGeom prst="ellipse">
                <a:avLst/>
              </a:prstGeom>
              <a:solidFill>
                <a:schemeClr val="bg1"/>
              </a:solidFill>
            </p:spPr>
            <p:txBody>
              <a:bodyPr wrap="square" lIns="0" tIns="0" rIns="0" bIns="0" rtlCol="0"/>
              <a:lstStyle/>
              <a:p>
                <a:endParaRPr sz="1400"/>
              </a:p>
            </p:txBody>
          </p:sp>
          <p:sp>
            <p:nvSpPr>
              <p:cNvPr id="83" name="object 17">
                <a:extLst>
                  <a:ext uri="{FF2B5EF4-FFF2-40B4-BE49-F238E27FC236}">
                    <a16:creationId xmlns:a16="http://schemas.microsoft.com/office/drawing/2014/main" id="{FEA55D89-2A55-EB38-73D6-D32AD5F9B704}"/>
                  </a:ext>
                </a:extLst>
              </p:cNvPr>
              <p:cNvSpPr/>
              <p:nvPr/>
            </p:nvSpPr>
            <p:spPr>
              <a:xfrm>
                <a:off x="9540715" y="2671588"/>
                <a:ext cx="337920" cy="266202"/>
              </a:xfrm>
              <a:prstGeom prst="ellipse">
                <a:avLst/>
              </a:prstGeom>
              <a:solidFill>
                <a:schemeClr val="bg1"/>
              </a:solidFill>
              <a:ln w="25399">
                <a:solidFill>
                  <a:srgbClr val="839950"/>
                </a:solidFill>
              </a:ln>
            </p:spPr>
            <p:txBody>
              <a:bodyPr wrap="square" lIns="0" tIns="0" rIns="0" bIns="0" rtlCol="0"/>
              <a:lstStyle/>
              <a:p>
                <a:r>
                  <a:rPr lang="en-US" sz="1400" dirty="0"/>
                  <a:t>73</a:t>
                </a:r>
                <a:endParaRPr sz="1400" dirty="0"/>
              </a:p>
            </p:txBody>
          </p:sp>
          <p:sp>
            <p:nvSpPr>
              <p:cNvPr id="84" name="object 18">
                <a:extLst>
                  <a:ext uri="{FF2B5EF4-FFF2-40B4-BE49-F238E27FC236}">
                    <a16:creationId xmlns:a16="http://schemas.microsoft.com/office/drawing/2014/main" id="{71BC396D-BF21-A084-7EA5-7B6BD28F6310}"/>
                  </a:ext>
                </a:extLst>
              </p:cNvPr>
              <p:cNvSpPr/>
              <p:nvPr/>
            </p:nvSpPr>
            <p:spPr>
              <a:xfrm>
                <a:off x="10216428" y="2671588"/>
                <a:ext cx="337920" cy="266202"/>
              </a:xfrm>
              <a:prstGeom prst="ellipse">
                <a:avLst/>
              </a:prstGeom>
              <a:solidFill>
                <a:schemeClr val="bg1"/>
              </a:solidFill>
            </p:spPr>
            <p:txBody>
              <a:bodyPr wrap="square" lIns="0" tIns="0" rIns="0" bIns="0" rtlCol="0"/>
              <a:lstStyle/>
              <a:p>
                <a:endParaRPr sz="1400"/>
              </a:p>
            </p:txBody>
          </p:sp>
          <p:sp>
            <p:nvSpPr>
              <p:cNvPr id="85" name="object 19">
                <a:extLst>
                  <a:ext uri="{FF2B5EF4-FFF2-40B4-BE49-F238E27FC236}">
                    <a16:creationId xmlns:a16="http://schemas.microsoft.com/office/drawing/2014/main" id="{CC3519A5-85F8-E10E-81AF-A8820AF68281}"/>
                  </a:ext>
                </a:extLst>
              </p:cNvPr>
              <p:cNvSpPr/>
              <p:nvPr/>
            </p:nvSpPr>
            <p:spPr>
              <a:xfrm>
                <a:off x="10216427" y="2671588"/>
                <a:ext cx="337920" cy="266202"/>
              </a:xfrm>
              <a:prstGeom prst="ellipse">
                <a:avLst/>
              </a:prstGeom>
              <a:solidFill>
                <a:schemeClr val="bg1"/>
              </a:solidFill>
              <a:ln w="25399">
                <a:solidFill>
                  <a:srgbClr val="839950"/>
                </a:solidFill>
              </a:ln>
            </p:spPr>
            <p:txBody>
              <a:bodyPr wrap="square" lIns="0" tIns="0" rIns="0" bIns="0" rtlCol="0"/>
              <a:lstStyle/>
              <a:p>
                <a:r>
                  <a:rPr lang="en-US" sz="1400" dirty="0"/>
                  <a:t>94</a:t>
                </a:r>
                <a:endParaRPr sz="1400" dirty="0"/>
              </a:p>
            </p:txBody>
          </p:sp>
          <p:sp>
            <p:nvSpPr>
              <p:cNvPr id="86" name="object 38">
                <a:extLst>
                  <a:ext uri="{FF2B5EF4-FFF2-40B4-BE49-F238E27FC236}">
                    <a16:creationId xmlns:a16="http://schemas.microsoft.com/office/drawing/2014/main" id="{3C0D89B0-591E-77B2-1F40-7539FCFDD879}"/>
                  </a:ext>
                </a:extLst>
              </p:cNvPr>
              <p:cNvSpPr/>
              <p:nvPr/>
            </p:nvSpPr>
            <p:spPr>
              <a:xfrm>
                <a:off x="8449305" y="3278475"/>
                <a:ext cx="337920" cy="266202"/>
              </a:xfrm>
              <a:prstGeom prst="ellipse">
                <a:avLst/>
              </a:prstGeom>
              <a:solidFill>
                <a:schemeClr val="bg1"/>
              </a:solidFill>
            </p:spPr>
            <p:txBody>
              <a:bodyPr wrap="square" lIns="0" tIns="0" rIns="0" bIns="0" rtlCol="0"/>
              <a:lstStyle/>
              <a:p>
                <a:endParaRPr sz="1400"/>
              </a:p>
            </p:txBody>
          </p:sp>
          <p:sp>
            <p:nvSpPr>
              <p:cNvPr id="87" name="object 39">
                <a:extLst>
                  <a:ext uri="{FF2B5EF4-FFF2-40B4-BE49-F238E27FC236}">
                    <a16:creationId xmlns:a16="http://schemas.microsoft.com/office/drawing/2014/main" id="{6BC348BD-B486-BEEC-95EF-AFA4EBD7A848}"/>
                  </a:ext>
                </a:extLst>
              </p:cNvPr>
              <p:cNvSpPr/>
              <p:nvPr/>
            </p:nvSpPr>
            <p:spPr>
              <a:xfrm>
                <a:off x="8449305"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cxnSp>
            <p:nvCxnSpPr>
              <p:cNvPr id="88" name="直接箭头连接符 32">
                <a:extLst>
                  <a:ext uri="{FF2B5EF4-FFF2-40B4-BE49-F238E27FC236}">
                    <a16:creationId xmlns:a16="http://schemas.microsoft.com/office/drawing/2014/main" id="{A44EFE3A-B30A-150B-D72C-2ECA2602A7DD}"/>
                  </a:ext>
                </a:extLst>
              </p:cNvPr>
              <p:cNvCxnSpPr>
                <a:stCxn id="75" idx="5"/>
                <a:endCxn id="81" idx="1"/>
              </p:cNvCxnSpPr>
              <p:nvPr/>
            </p:nvCxnSpPr>
            <p:spPr>
              <a:xfrm>
                <a:off x="9491291" y="1830470"/>
                <a:ext cx="436767" cy="304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33">
                <a:extLst>
                  <a:ext uri="{FF2B5EF4-FFF2-40B4-BE49-F238E27FC236}">
                    <a16:creationId xmlns:a16="http://schemas.microsoft.com/office/drawing/2014/main" id="{C4B2F24E-F702-9312-0C43-23D54F78419B}"/>
                  </a:ext>
                </a:extLst>
              </p:cNvPr>
              <p:cNvCxnSpPr>
                <a:stCxn id="75" idx="3"/>
                <a:endCxn id="76" idx="7"/>
              </p:cNvCxnSpPr>
              <p:nvPr/>
            </p:nvCxnSpPr>
            <p:spPr>
              <a:xfrm flipH="1">
                <a:off x="8815577" y="1830470"/>
                <a:ext cx="436769" cy="3049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34">
                <a:extLst>
                  <a:ext uri="{FF2B5EF4-FFF2-40B4-BE49-F238E27FC236}">
                    <a16:creationId xmlns:a16="http://schemas.microsoft.com/office/drawing/2014/main" id="{FCDF8DA7-C87E-EE52-7320-89E4A4E9F4E0}"/>
                  </a:ext>
                </a:extLst>
              </p:cNvPr>
              <p:cNvCxnSpPr>
                <a:stCxn id="76" idx="3"/>
                <a:endCxn id="79" idx="0"/>
              </p:cNvCxnSpPr>
              <p:nvPr/>
            </p:nvCxnSpPr>
            <p:spPr>
              <a:xfrm flipH="1">
                <a:off x="8358249" y="2323629"/>
                <a:ext cx="218383" cy="3436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35">
                <a:extLst>
                  <a:ext uri="{FF2B5EF4-FFF2-40B4-BE49-F238E27FC236}">
                    <a16:creationId xmlns:a16="http://schemas.microsoft.com/office/drawing/2014/main" id="{69E3A37C-42A1-3E5A-E3C8-32F8B2EE2B3F}"/>
                  </a:ext>
                </a:extLst>
              </p:cNvPr>
              <p:cNvCxnSpPr>
                <a:stCxn id="81" idx="3"/>
                <a:endCxn id="82" idx="0"/>
              </p:cNvCxnSpPr>
              <p:nvPr/>
            </p:nvCxnSpPr>
            <p:spPr>
              <a:xfrm flipH="1">
                <a:off x="9709675" y="2323628"/>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37">
                <a:extLst>
                  <a:ext uri="{FF2B5EF4-FFF2-40B4-BE49-F238E27FC236}">
                    <a16:creationId xmlns:a16="http://schemas.microsoft.com/office/drawing/2014/main" id="{1BA67002-27A1-FBDD-0005-140823525CFC}"/>
                  </a:ext>
                </a:extLst>
              </p:cNvPr>
              <p:cNvCxnSpPr>
                <a:stCxn id="81" idx="5"/>
                <a:endCxn id="84" idx="0"/>
              </p:cNvCxnSpPr>
              <p:nvPr/>
            </p:nvCxnSpPr>
            <p:spPr>
              <a:xfrm>
                <a:off x="10167003" y="2323628"/>
                <a:ext cx="218385"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38">
                <a:extLst>
                  <a:ext uri="{FF2B5EF4-FFF2-40B4-BE49-F238E27FC236}">
                    <a16:creationId xmlns:a16="http://schemas.microsoft.com/office/drawing/2014/main" id="{94AE9F15-37C6-36ED-970E-79BD892F7578}"/>
                  </a:ext>
                </a:extLst>
              </p:cNvPr>
              <p:cNvCxnSpPr>
                <a:endCxn id="86" idx="0"/>
              </p:cNvCxnSpPr>
              <p:nvPr/>
            </p:nvCxnSpPr>
            <p:spPr>
              <a:xfrm>
                <a:off x="8449337" y="2933474"/>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4" name="object 17">
                <a:extLst>
                  <a:ext uri="{FF2B5EF4-FFF2-40B4-BE49-F238E27FC236}">
                    <a16:creationId xmlns:a16="http://schemas.microsoft.com/office/drawing/2014/main" id="{DBB043CF-2843-2953-3C7D-77C1AF79DA15}"/>
                  </a:ext>
                </a:extLst>
              </p:cNvPr>
              <p:cNvSpPr/>
              <p:nvPr/>
            </p:nvSpPr>
            <p:spPr>
              <a:xfrm>
                <a:off x="7833147"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cxnSp>
            <p:nvCxnSpPr>
              <p:cNvPr id="95" name="直接箭头连接符 35">
                <a:extLst>
                  <a:ext uri="{FF2B5EF4-FFF2-40B4-BE49-F238E27FC236}">
                    <a16:creationId xmlns:a16="http://schemas.microsoft.com/office/drawing/2014/main" id="{FADCDD34-2560-4BE2-D300-2FA922DE23FF}"/>
                  </a:ext>
                </a:extLst>
              </p:cNvPr>
              <p:cNvCxnSpPr/>
              <p:nvPr/>
            </p:nvCxnSpPr>
            <p:spPr>
              <a:xfrm flipH="1">
                <a:off x="8002107" y="2930515"/>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6" name="object 17">
                <a:extLst>
                  <a:ext uri="{FF2B5EF4-FFF2-40B4-BE49-F238E27FC236}">
                    <a16:creationId xmlns:a16="http://schemas.microsoft.com/office/drawing/2014/main" id="{978D1A87-7A61-D85B-941F-30A77572326A}"/>
                  </a:ext>
                </a:extLst>
              </p:cNvPr>
              <p:cNvSpPr/>
              <p:nvPr/>
            </p:nvSpPr>
            <p:spPr>
              <a:xfrm>
                <a:off x="9114483"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67</a:t>
                </a:r>
                <a:endParaRPr sz="1400" dirty="0"/>
              </a:p>
            </p:txBody>
          </p:sp>
          <p:cxnSp>
            <p:nvCxnSpPr>
              <p:cNvPr id="97" name="直接箭头连接符 35">
                <a:extLst>
                  <a:ext uri="{FF2B5EF4-FFF2-40B4-BE49-F238E27FC236}">
                    <a16:creationId xmlns:a16="http://schemas.microsoft.com/office/drawing/2014/main" id="{CCDB56F9-3A1B-397F-FCC1-B398604150F3}"/>
                  </a:ext>
                </a:extLst>
              </p:cNvPr>
              <p:cNvCxnSpPr/>
              <p:nvPr/>
            </p:nvCxnSpPr>
            <p:spPr>
              <a:xfrm flipH="1">
                <a:off x="9326475" y="2930515"/>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8" name="object 39">
                <a:extLst>
                  <a:ext uri="{FF2B5EF4-FFF2-40B4-BE49-F238E27FC236}">
                    <a16:creationId xmlns:a16="http://schemas.microsoft.com/office/drawing/2014/main" id="{82DEDEF4-435F-3637-8D2A-95B77576F9A6}"/>
                  </a:ext>
                </a:extLst>
              </p:cNvPr>
              <p:cNvSpPr/>
              <p:nvPr/>
            </p:nvSpPr>
            <p:spPr>
              <a:xfrm>
                <a:off x="10533267" y="3246765"/>
                <a:ext cx="337920" cy="266202"/>
              </a:xfrm>
              <a:prstGeom prst="ellipse">
                <a:avLst/>
              </a:prstGeom>
              <a:solidFill>
                <a:schemeClr val="bg1"/>
              </a:solidFill>
              <a:ln w="25399">
                <a:solidFill>
                  <a:srgbClr val="839950"/>
                </a:solidFill>
              </a:ln>
            </p:spPr>
            <p:txBody>
              <a:bodyPr wrap="square" lIns="0" tIns="0" rIns="0" bIns="0" rtlCol="0"/>
              <a:lstStyle/>
              <a:p>
                <a:r>
                  <a:rPr lang="en-US" sz="1400" dirty="0"/>
                  <a:t>99</a:t>
                </a:r>
                <a:endParaRPr sz="1400" dirty="0"/>
              </a:p>
            </p:txBody>
          </p:sp>
          <p:cxnSp>
            <p:nvCxnSpPr>
              <p:cNvPr id="99" name="直接箭头连接符 38">
                <a:extLst>
                  <a:ext uri="{FF2B5EF4-FFF2-40B4-BE49-F238E27FC236}">
                    <a16:creationId xmlns:a16="http://schemas.microsoft.com/office/drawing/2014/main" id="{19B32E58-39DA-0565-D04C-FD749333A6D0}"/>
                  </a:ext>
                </a:extLst>
              </p:cNvPr>
              <p:cNvCxnSpPr/>
              <p:nvPr/>
            </p:nvCxnSpPr>
            <p:spPr>
              <a:xfrm>
                <a:off x="10533299" y="2901764"/>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B6FE95A-35FA-BC30-BC76-514CA6059C26}"/>
                  </a:ext>
                </a:extLst>
              </p:cNvPr>
              <p:cNvCxnSpPr/>
              <p:nvPr/>
            </p:nvCxnSpPr>
            <p:spPr>
              <a:xfrm>
                <a:off x="7959027" y="1955758"/>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1" name="Straight Connector 100">
                <a:extLst>
                  <a:ext uri="{FF2B5EF4-FFF2-40B4-BE49-F238E27FC236}">
                    <a16:creationId xmlns:a16="http://schemas.microsoft.com/office/drawing/2014/main" id="{4EB7B943-8900-1C7C-E751-4C16E471B192}"/>
                  </a:ext>
                </a:extLst>
              </p:cNvPr>
              <p:cNvCxnSpPr/>
              <p:nvPr/>
            </p:nvCxnSpPr>
            <p:spPr>
              <a:xfrm>
                <a:off x="7959027" y="2502971"/>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2" name="Straight Connector 101">
                <a:extLst>
                  <a:ext uri="{FF2B5EF4-FFF2-40B4-BE49-F238E27FC236}">
                    <a16:creationId xmlns:a16="http://schemas.microsoft.com/office/drawing/2014/main" id="{0A5BEA95-38B4-CD99-F581-1CCD8333C377}"/>
                  </a:ext>
                </a:extLst>
              </p:cNvPr>
              <p:cNvCxnSpPr/>
              <p:nvPr/>
            </p:nvCxnSpPr>
            <p:spPr>
              <a:xfrm>
                <a:off x="7991848" y="3048824"/>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3" name="Straight Connector 102">
                <a:extLst>
                  <a:ext uri="{FF2B5EF4-FFF2-40B4-BE49-F238E27FC236}">
                    <a16:creationId xmlns:a16="http://schemas.microsoft.com/office/drawing/2014/main" id="{55A2E827-8538-9751-B40D-191B60B00991}"/>
                  </a:ext>
                </a:extLst>
              </p:cNvPr>
              <p:cNvCxnSpPr/>
              <p:nvPr/>
            </p:nvCxnSpPr>
            <p:spPr>
              <a:xfrm>
                <a:off x="7991848" y="3631999"/>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4" name="Straight Connector 103">
                <a:extLst>
                  <a:ext uri="{FF2B5EF4-FFF2-40B4-BE49-F238E27FC236}">
                    <a16:creationId xmlns:a16="http://schemas.microsoft.com/office/drawing/2014/main" id="{0A4C3304-B1BF-229F-0865-2783CB18C133}"/>
                  </a:ext>
                </a:extLst>
              </p:cNvPr>
              <p:cNvCxnSpPr/>
              <p:nvPr/>
            </p:nvCxnSpPr>
            <p:spPr>
              <a:xfrm>
                <a:off x="7991848" y="1491357"/>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sp>
            <p:nvSpPr>
              <p:cNvPr id="105" name="Content Placeholder 2">
                <a:extLst>
                  <a:ext uri="{FF2B5EF4-FFF2-40B4-BE49-F238E27FC236}">
                    <a16:creationId xmlns:a16="http://schemas.microsoft.com/office/drawing/2014/main" id="{40F800C6-1C1C-5975-9CC4-E193C5ABFCFE}"/>
                  </a:ext>
                </a:extLst>
              </p:cNvPr>
              <p:cNvSpPr txBox="1">
                <a:spLocks/>
              </p:cNvSpPr>
              <p:nvPr/>
            </p:nvSpPr>
            <p:spPr>
              <a:xfrm>
                <a:off x="7539134" y="882545"/>
                <a:ext cx="4226767" cy="2877692"/>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endParaRPr lang="en-US" dirty="0"/>
              </a:p>
              <a:p>
                <a:pPr marL="0" indent="0" algn="r">
                  <a:buFont typeface="Arial" panose="020B0604020202020204" pitchFamily="34" charset="0"/>
                  <a:buNone/>
                </a:pPr>
                <a:endParaRPr lang="en-US" sz="3400" dirty="0"/>
              </a:p>
              <a:p>
                <a:pPr marL="0" indent="0" algn="r">
                  <a:buFont typeface="Arial" panose="020B0604020202020204" pitchFamily="34" charset="0"/>
                  <a:buNone/>
                </a:pPr>
                <a:r>
                  <a:rPr lang="en-US" sz="2000" dirty="0"/>
                  <a:t>Level 1</a:t>
                </a:r>
              </a:p>
              <a:p>
                <a:pPr marL="0" indent="0" algn="r">
                  <a:buFont typeface="Arial" panose="020B0604020202020204" pitchFamily="34" charset="0"/>
                  <a:buNone/>
                </a:pPr>
                <a:endParaRPr lang="en-US" sz="100" dirty="0"/>
              </a:p>
              <a:p>
                <a:pPr marL="0" indent="0" algn="r">
                  <a:buFont typeface="Arial" panose="020B0604020202020204" pitchFamily="34" charset="0"/>
                  <a:buNone/>
                </a:pPr>
                <a:r>
                  <a:rPr lang="en-US" sz="2000" dirty="0"/>
                  <a:t>Level 2</a:t>
                </a:r>
              </a:p>
              <a:p>
                <a:pPr marL="0" indent="0" algn="r">
                  <a:buFont typeface="Arial" panose="020B0604020202020204" pitchFamily="34" charset="0"/>
                  <a:buNone/>
                </a:pPr>
                <a:endParaRPr lang="en-US" sz="400" dirty="0"/>
              </a:p>
              <a:p>
                <a:pPr marL="0" indent="0" algn="r">
                  <a:buFont typeface="Arial" panose="020B0604020202020204" pitchFamily="34" charset="0"/>
                  <a:buNone/>
                </a:pPr>
                <a:r>
                  <a:rPr lang="en-US" sz="2000" dirty="0"/>
                  <a:t>Level 3</a:t>
                </a:r>
              </a:p>
              <a:p>
                <a:pPr marL="0" indent="0" algn="r">
                  <a:buFont typeface="Arial" panose="020B0604020202020204" pitchFamily="34" charset="0"/>
                  <a:buNone/>
                </a:pPr>
                <a:endParaRPr lang="en-US" sz="800" dirty="0"/>
              </a:p>
              <a:p>
                <a:pPr marL="0" indent="0" algn="r">
                  <a:buFont typeface="Arial" panose="020B0604020202020204" pitchFamily="34" charset="0"/>
                  <a:buNone/>
                </a:pPr>
                <a:r>
                  <a:rPr lang="en-US" sz="2000" dirty="0"/>
                  <a:t>Level 4</a:t>
                </a:r>
              </a:p>
              <a:p>
                <a:pPr marL="0" indent="0" algn="r">
                  <a:buFont typeface="Arial" panose="020B0604020202020204" pitchFamily="34" charset="0"/>
                  <a:buNone/>
                </a:pPr>
                <a:endParaRPr lang="en-US" sz="1000" dirty="0"/>
              </a:p>
            </p:txBody>
          </p:sp>
        </p:grpSp>
        <p:sp>
          <p:nvSpPr>
            <p:cNvPr id="72" name="Down Arrow 81">
              <a:extLst>
                <a:ext uri="{FF2B5EF4-FFF2-40B4-BE49-F238E27FC236}">
                  <a16:creationId xmlns:a16="http://schemas.microsoft.com/office/drawing/2014/main" id="{7C4E6CF1-4DDE-D3B6-053B-4176F612DB36}"/>
                </a:ext>
              </a:extLst>
            </p:cNvPr>
            <p:cNvSpPr/>
            <p:nvPr/>
          </p:nvSpPr>
          <p:spPr>
            <a:xfrm>
              <a:off x="9640354" y="579379"/>
              <a:ext cx="281786" cy="3984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DC77547F-D00F-40F0-1A40-658A8F4AA57E}"/>
                </a:ext>
              </a:extLst>
            </p:cNvPr>
            <p:cNvSpPr txBox="1"/>
            <p:nvPr/>
          </p:nvSpPr>
          <p:spPr>
            <a:xfrm>
              <a:off x="9917390" y="473436"/>
              <a:ext cx="550151" cy="307777"/>
            </a:xfrm>
            <a:prstGeom prst="rect">
              <a:avLst/>
            </a:prstGeom>
            <a:solidFill>
              <a:schemeClr val="bg1"/>
            </a:solidFill>
          </p:spPr>
          <p:txBody>
            <a:bodyPr wrap="none" rtlCol="0">
              <a:spAutoFit/>
            </a:bodyPr>
            <a:lstStyle/>
            <a:p>
              <a:r>
                <a:rPr lang="en-US" sz="1400" dirty="0"/>
                <a:t>root</a:t>
              </a:r>
            </a:p>
          </p:txBody>
        </p:sp>
      </p:grpSp>
    </p:spTree>
    <p:extLst>
      <p:ext uri="{BB962C8B-B14F-4D97-AF65-F5344CB8AC3E}">
        <p14:creationId xmlns:p14="http://schemas.microsoft.com/office/powerpoint/2010/main" val="231520585"/>
      </p:ext>
    </p:extLst>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2BD61-EC1A-733E-30AC-22CDEC0DA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186FE-6D8C-3A9A-962B-4B25FF258ABC}"/>
              </a:ext>
            </a:extLst>
          </p:cNvPr>
          <p:cNvSpPr>
            <a:spLocks noGrp="1"/>
          </p:cNvSpPr>
          <p:nvPr>
            <p:ph type="title"/>
          </p:nvPr>
        </p:nvSpPr>
        <p:spPr>
          <a:xfrm>
            <a:off x="0" y="59961"/>
            <a:ext cx="12192000" cy="565607"/>
          </a:xfrm>
        </p:spPr>
        <p:txBody>
          <a:bodyPr>
            <a:normAutofit/>
          </a:bodyPr>
          <a:lstStyle/>
          <a:p>
            <a:r>
              <a:rPr kumimoji="0" lang="en-US" b="1" i="0" u="none" strike="noStrike" kern="1200" cap="none" spc="0" normalizeH="0" baseline="0" noProof="0" dirty="0">
                <a:ln>
                  <a:noFill/>
                </a:ln>
                <a:effectLst/>
                <a:uLnTx/>
                <a:uFillTx/>
                <a:latin typeface="Verdana" panose="020B0604030504040204" pitchFamily="34" charset="0"/>
                <a:cs typeface="Arial" panose="020B0604020202020204" pitchFamily="34" charset="0"/>
              </a:rPr>
              <a:t>Breath-first Traversal: Level-by-level</a:t>
            </a:r>
            <a:endParaRPr lang="en-SG" dirty="0">
              <a:latin typeface="Verdana" panose="020B0604030504040204" pitchFamily="34" charset="0"/>
            </a:endParaRPr>
          </a:p>
        </p:txBody>
      </p:sp>
      <p:sp>
        <p:nvSpPr>
          <p:cNvPr id="4" name="Content Placeholder 1">
            <a:extLst>
              <a:ext uri="{FF2B5EF4-FFF2-40B4-BE49-F238E27FC236}">
                <a16:creationId xmlns:a16="http://schemas.microsoft.com/office/drawing/2014/main" id="{51FCA107-7503-F918-2E5C-A77247960400}"/>
              </a:ext>
            </a:extLst>
          </p:cNvPr>
          <p:cNvSpPr txBox="1">
            <a:spLocks/>
          </p:cNvSpPr>
          <p:nvPr/>
        </p:nvSpPr>
        <p:spPr>
          <a:xfrm>
            <a:off x="2621280" y="1380226"/>
            <a:ext cx="7386320" cy="432249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en-SG" sz="1800"/>
          </a:p>
          <a:p>
            <a:pPr marL="0" indent="0" algn="just">
              <a:lnSpc>
                <a:spcPct val="150000"/>
              </a:lnSpc>
              <a:buNone/>
            </a:pPr>
            <a:endParaRPr lang="en-SG" sz="1800"/>
          </a:p>
          <a:p>
            <a:pPr marL="457200" lvl="1" indent="0" algn="just">
              <a:lnSpc>
                <a:spcPct val="150000"/>
              </a:lnSpc>
              <a:buNone/>
            </a:pPr>
            <a:endParaRPr lang="en-SG" sz="1800"/>
          </a:p>
          <a:p>
            <a:pPr marL="0" indent="0" algn="just">
              <a:lnSpc>
                <a:spcPct val="150000"/>
              </a:lnSpc>
              <a:buNone/>
            </a:pPr>
            <a:endParaRPr lang="en-SG" sz="600"/>
          </a:p>
          <a:p>
            <a:pPr marL="0" indent="0" algn="just">
              <a:lnSpc>
                <a:spcPct val="150000"/>
              </a:lnSpc>
              <a:buNone/>
            </a:pPr>
            <a:endParaRPr lang="en-SG" sz="1800"/>
          </a:p>
        </p:txBody>
      </p:sp>
      <p:sp useBgFill="1">
        <p:nvSpPr>
          <p:cNvPr id="3" name="Content Placeholder 1">
            <a:extLst>
              <a:ext uri="{FF2B5EF4-FFF2-40B4-BE49-F238E27FC236}">
                <a16:creationId xmlns:a16="http://schemas.microsoft.com/office/drawing/2014/main" id="{1CBBE987-F7AE-AD60-E351-907BDB13651C}"/>
              </a:ext>
            </a:extLst>
          </p:cNvPr>
          <p:cNvSpPr txBox="1">
            <a:spLocks/>
          </p:cNvSpPr>
          <p:nvPr/>
        </p:nvSpPr>
        <p:spPr>
          <a:xfrm>
            <a:off x="0" y="905100"/>
            <a:ext cx="11723975" cy="562627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buFont typeface="+mj-lt"/>
              <a:buAutoNum type="arabicPeriod"/>
            </a:pPr>
            <a:r>
              <a:rPr lang="en-SG" sz="1500" b="1" dirty="0"/>
              <a:t>Initialize the queue:</a:t>
            </a:r>
          </a:p>
          <a:p>
            <a:pPr lvl="1" algn="just">
              <a:lnSpc>
                <a:spcPct val="100000"/>
              </a:lnSpc>
            </a:pPr>
            <a:r>
              <a:rPr lang="en-SG" sz="1500" dirty="0"/>
              <a:t>Create an instance of </a:t>
            </a:r>
            <a:r>
              <a:rPr lang="en-SG" sz="1500"/>
              <a:t>the Queue </a:t>
            </a:r>
            <a:r>
              <a:rPr lang="en-SG" sz="1500" dirty="0"/>
              <a:t>class.</a:t>
            </a:r>
          </a:p>
          <a:p>
            <a:pPr lvl="1" algn="just">
              <a:lnSpc>
                <a:spcPct val="100000"/>
              </a:lnSpc>
            </a:pPr>
            <a:r>
              <a:rPr lang="en-SG" sz="1500" dirty="0"/>
              <a:t>Add the root node to the queue using </a:t>
            </a:r>
            <a:r>
              <a:rPr lang="en-SG" sz="1500" b="1" dirty="0" err="1">
                <a:solidFill>
                  <a:srgbClr val="0070C0"/>
                </a:solidFill>
              </a:rPr>
              <a:t>queue.enqueue</a:t>
            </a:r>
            <a:r>
              <a:rPr lang="en-SG" sz="1500" b="1" dirty="0">
                <a:solidFill>
                  <a:srgbClr val="0070C0"/>
                </a:solidFill>
              </a:rPr>
              <a:t>(</a:t>
            </a:r>
            <a:r>
              <a:rPr lang="en-SG" sz="1500" b="1" dirty="0" err="1">
                <a:solidFill>
                  <a:srgbClr val="0070C0"/>
                </a:solidFill>
              </a:rPr>
              <a:t>self.root</a:t>
            </a:r>
            <a:r>
              <a:rPr lang="en-SG" sz="1500" b="1" dirty="0">
                <a:solidFill>
                  <a:srgbClr val="0070C0"/>
                </a:solidFill>
              </a:rPr>
              <a:t>).</a:t>
            </a:r>
          </a:p>
          <a:p>
            <a:pPr marL="342900" indent="-342900" algn="just">
              <a:lnSpc>
                <a:spcPct val="100000"/>
              </a:lnSpc>
              <a:buFont typeface="+mj-lt"/>
              <a:buAutoNum type="arabicPeriod"/>
            </a:pPr>
            <a:r>
              <a:rPr lang="en-SG" sz="1500" b="1" dirty="0"/>
              <a:t>Start the traversal loop:</a:t>
            </a:r>
          </a:p>
          <a:p>
            <a:pPr lvl="1" algn="just">
              <a:lnSpc>
                <a:spcPct val="100000"/>
              </a:lnSpc>
            </a:pPr>
            <a:r>
              <a:rPr lang="en-SG" sz="1500" dirty="0"/>
              <a:t>While the queue is not empty:</a:t>
            </a:r>
          </a:p>
          <a:p>
            <a:pPr lvl="2" algn="just">
              <a:lnSpc>
                <a:spcPct val="100000"/>
              </a:lnSpc>
            </a:pPr>
            <a:r>
              <a:rPr lang="en-SG" sz="1500" dirty="0"/>
              <a:t>Dequeue the front node using </a:t>
            </a:r>
            <a:r>
              <a:rPr lang="en-SG" sz="1500" b="1" dirty="0" err="1">
                <a:solidFill>
                  <a:srgbClr val="0070C0"/>
                </a:solidFill>
              </a:rPr>
              <a:t>queue.dequeue</a:t>
            </a:r>
            <a:r>
              <a:rPr lang="en-SG" sz="1500" b="1" dirty="0">
                <a:solidFill>
                  <a:srgbClr val="0070C0"/>
                </a:solidFill>
              </a:rPr>
              <a:t>() </a:t>
            </a:r>
            <a:r>
              <a:rPr lang="en-SG" sz="1500" dirty="0"/>
              <a:t>and print its data.</a:t>
            </a:r>
          </a:p>
          <a:p>
            <a:pPr lvl="2" algn="just">
              <a:lnSpc>
                <a:spcPct val="100000"/>
              </a:lnSpc>
            </a:pPr>
            <a:r>
              <a:rPr lang="en-SG" sz="1500" dirty="0"/>
              <a:t>Enqueue the left child if it exists.</a:t>
            </a:r>
          </a:p>
          <a:p>
            <a:pPr lvl="2" algn="just">
              <a:lnSpc>
                <a:spcPct val="100000"/>
              </a:lnSpc>
            </a:pPr>
            <a:r>
              <a:rPr lang="en-SG" sz="1500" dirty="0"/>
              <a:t>Enqueue the right child if it exists.</a:t>
            </a:r>
          </a:p>
          <a:p>
            <a:pPr marL="342900" indent="-342900" algn="just">
              <a:lnSpc>
                <a:spcPct val="100000"/>
              </a:lnSpc>
              <a:buFont typeface="+mj-lt"/>
              <a:buAutoNum type="arabicPeriod"/>
            </a:pPr>
            <a:r>
              <a:rPr lang="en-SG" sz="1500" b="1" dirty="0"/>
              <a:t>Finish traversal:</a:t>
            </a:r>
          </a:p>
          <a:p>
            <a:pPr lvl="1" algn="just">
              <a:lnSpc>
                <a:spcPct val="100000"/>
              </a:lnSpc>
            </a:pPr>
            <a:r>
              <a:rPr lang="en-SG" sz="1500" dirty="0"/>
              <a:t>Repeat the process until the queue is empty, ensuring level-by-level traversal.</a:t>
            </a:r>
          </a:p>
        </p:txBody>
      </p:sp>
      <p:sp useBgFill="1">
        <p:nvSpPr>
          <p:cNvPr id="69" name="TextBox 68">
            <a:extLst>
              <a:ext uri="{FF2B5EF4-FFF2-40B4-BE49-F238E27FC236}">
                <a16:creationId xmlns:a16="http://schemas.microsoft.com/office/drawing/2014/main" id="{C40908F8-E795-1465-9BC1-89AD55B205C2}"/>
              </a:ext>
            </a:extLst>
          </p:cNvPr>
          <p:cNvSpPr txBox="1"/>
          <p:nvPr/>
        </p:nvSpPr>
        <p:spPr>
          <a:xfrm>
            <a:off x="6918816" y="3470970"/>
            <a:ext cx="5127047" cy="3323987"/>
          </a:xfrm>
          <a:prstGeom prst="rect">
            <a:avLst/>
          </a:prstGeom>
          <a:ln>
            <a:solidFill>
              <a:schemeClr val="tx1"/>
            </a:solidFill>
          </a:ln>
        </p:spPr>
        <p:txBody>
          <a:bodyPr wrap="square" rtlCol="0">
            <a:spAutoFit/>
          </a:bodyPr>
          <a:lstStyle/>
          <a:p>
            <a:r>
              <a:rPr lang="en-SG" sz="1400" dirty="0"/>
              <a:t>def </a:t>
            </a:r>
            <a:r>
              <a:rPr lang="en-SG" sz="1400" dirty="0" err="1"/>
              <a:t>level_order_traversal</a:t>
            </a:r>
            <a:r>
              <a:rPr lang="en-SG" sz="1400" dirty="0"/>
              <a:t>(self):</a:t>
            </a:r>
          </a:p>
          <a:p>
            <a:r>
              <a:rPr lang="en-SG" sz="1400" dirty="0"/>
              <a:t>        if not </a:t>
            </a:r>
            <a:r>
              <a:rPr lang="en-SG" sz="1400" dirty="0" err="1"/>
              <a:t>self.root</a:t>
            </a:r>
            <a:r>
              <a:rPr lang="en-SG" sz="1400" dirty="0"/>
              <a:t>:</a:t>
            </a:r>
          </a:p>
          <a:p>
            <a:r>
              <a:rPr lang="en-SG" sz="1400" dirty="0"/>
              <a:t>            return</a:t>
            </a:r>
          </a:p>
          <a:p>
            <a:endParaRPr lang="en-SG" sz="1400" dirty="0"/>
          </a:p>
          <a:p>
            <a:r>
              <a:rPr lang="en-SG" sz="1400" dirty="0"/>
              <a:t>        queue = Queue()</a:t>
            </a:r>
          </a:p>
          <a:p>
            <a:r>
              <a:rPr lang="en-SG" sz="1400" dirty="0"/>
              <a:t>        </a:t>
            </a:r>
            <a:r>
              <a:rPr lang="en-SG" sz="1400" b="1" dirty="0" err="1">
                <a:solidFill>
                  <a:srgbClr val="0070C0"/>
                </a:solidFill>
              </a:rPr>
              <a:t>queue.enqueue</a:t>
            </a:r>
            <a:r>
              <a:rPr lang="en-SG" sz="1400" b="1" dirty="0">
                <a:solidFill>
                  <a:srgbClr val="0070C0"/>
                </a:solidFill>
              </a:rPr>
              <a:t>(</a:t>
            </a:r>
            <a:r>
              <a:rPr lang="en-SG" sz="1400" b="1" dirty="0" err="1">
                <a:solidFill>
                  <a:srgbClr val="0070C0"/>
                </a:solidFill>
              </a:rPr>
              <a:t>self.root</a:t>
            </a:r>
            <a:r>
              <a:rPr lang="en-SG" sz="1400" b="1" dirty="0">
                <a:solidFill>
                  <a:srgbClr val="0070C0"/>
                </a:solidFill>
              </a:rPr>
              <a:t>)</a:t>
            </a:r>
          </a:p>
          <a:p>
            <a:endParaRPr lang="en-SG" sz="1400" dirty="0"/>
          </a:p>
          <a:p>
            <a:r>
              <a:rPr lang="en-SG" sz="1400" dirty="0"/>
              <a:t>        while not </a:t>
            </a:r>
            <a:r>
              <a:rPr lang="en-SG" sz="1400" dirty="0" err="1"/>
              <a:t>queue.is_empty</a:t>
            </a:r>
            <a:r>
              <a:rPr lang="en-SG" sz="1400" dirty="0"/>
              <a:t>():</a:t>
            </a:r>
          </a:p>
          <a:p>
            <a:r>
              <a:rPr lang="en-SG" sz="1400" dirty="0"/>
              <a:t>            </a:t>
            </a:r>
            <a:r>
              <a:rPr lang="en-SG" sz="1400" dirty="0" err="1"/>
              <a:t>current_node</a:t>
            </a:r>
            <a:r>
              <a:rPr lang="en-SG" sz="1400" dirty="0"/>
              <a:t> = </a:t>
            </a:r>
            <a:r>
              <a:rPr lang="en-SG" sz="1400" b="1" dirty="0" err="1">
                <a:solidFill>
                  <a:srgbClr val="0070C0"/>
                </a:solidFill>
              </a:rPr>
              <a:t>queue.dequeue</a:t>
            </a:r>
            <a:r>
              <a:rPr lang="en-SG" sz="1400" b="1" dirty="0">
                <a:solidFill>
                  <a:srgbClr val="0070C0"/>
                </a:solidFill>
              </a:rPr>
              <a:t>()</a:t>
            </a:r>
          </a:p>
          <a:p>
            <a:r>
              <a:rPr lang="en-SG" sz="1400" dirty="0"/>
              <a:t>            print(</a:t>
            </a:r>
            <a:r>
              <a:rPr lang="en-SG" sz="1400" dirty="0" err="1"/>
              <a:t>current_node.data</a:t>
            </a:r>
            <a:r>
              <a:rPr lang="en-SG" sz="1400" dirty="0"/>
              <a:t>, end=" ")</a:t>
            </a:r>
          </a:p>
          <a:p>
            <a:endParaRPr lang="en-SG" sz="1400" dirty="0"/>
          </a:p>
          <a:p>
            <a:r>
              <a:rPr lang="en-SG" sz="1400" dirty="0"/>
              <a:t>            if </a:t>
            </a:r>
            <a:r>
              <a:rPr lang="en-SG" sz="1400" dirty="0" err="1"/>
              <a:t>current_node.left</a:t>
            </a:r>
            <a:r>
              <a:rPr lang="en-SG" sz="1400" dirty="0"/>
              <a:t>:</a:t>
            </a:r>
          </a:p>
          <a:p>
            <a:r>
              <a:rPr lang="en-SG" sz="1400" dirty="0"/>
              <a:t>                	</a:t>
            </a:r>
            <a:r>
              <a:rPr lang="en-SG" sz="1400" dirty="0" err="1"/>
              <a:t>queue.enqueue</a:t>
            </a:r>
            <a:r>
              <a:rPr lang="en-SG" sz="1400" dirty="0"/>
              <a:t>(</a:t>
            </a:r>
            <a:r>
              <a:rPr lang="en-SG" sz="1400" dirty="0" err="1"/>
              <a:t>current_node.left</a:t>
            </a:r>
            <a:r>
              <a:rPr lang="en-SG" sz="1400" dirty="0"/>
              <a:t>)</a:t>
            </a:r>
          </a:p>
          <a:p>
            <a:r>
              <a:rPr lang="en-SG" sz="1400" dirty="0"/>
              <a:t>            if </a:t>
            </a:r>
            <a:r>
              <a:rPr lang="en-SG" sz="1400" dirty="0" err="1"/>
              <a:t>current_node.right</a:t>
            </a:r>
            <a:r>
              <a:rPr lang="en-SG" sz="1400" dirty="0"/>
              <a:t>:</a:t>
            </a:r>
          </a:p>
          <a:p>
            <a:r>
              <a:rPr lang="en-SG" sz="1400" dirty="0"/>
              <a:t>                	</a:t>
            </a:r>
            <a:r>
              <a:rPr lang="en-SG" sz="1400" dirty="0" err="1"/>
              <a:t>queue.enqueue</a:t>
            </a:r>
            <a:r>
              <a:rPr lang="en-SG" sz="1400" dirty="0"/>
              <a:t>(</a:t>
            </a:r>
            <a:r>
              <a:rPr lang="en-SG" sz="1400" dirty="0" err="1"/>
              <a:t>current_node.right</a:t>
            </a:r>
            <a:r>
              <a:rPr lang="en-SG" sz="1400" dirty="0"/>
              <a:t>)</a:t>
            </a:r>
          </a:p>
        </p:txBody>
      </p:sp>
      <p:grpSp>
        <p:nvGrpSpPr>
          <p:cNvPr id="70" name="Group 69">
            <a:extLst>
              <a:ext uri="{FF2B5EF4-FFF2-40B4-BE49-F238E27FC236}">
                <a16:creationId xmlns:a16="http://schemas.microsoft.com/office/drawing/2014/main" id="{3581B291-7A90-29A6-E35F-715AAC497A9B}"/>
              </a:ext>
            </a:extLst>
          </p:cNvPr>
          <p:cNvGrpSpPr/>
          <p:nvPr/>
        </p:nvGrpSpPr>
        <p:grpSpPr>
          <a:xfrm>
            <a:off x="7965233" y="611198"/>
            <a:ext cx="4226767" cy="2877692"/>
            <a:chOff x="7965233" y="417305"/>
            <a:chExt cx="4226767" cy="2877692"/>
          </a:xfrm>
        </p:grpSpPr>
        <p:grpSp>
          <p:nvGrpSpPr>
            <p:cNvPr id="71" name="Group 70">
              <a:extLst>
                <a:ext uri="{FF2B5EF4-FFF2-40B4-BE49-F238E27FC236}">
                  <a16:creationId xmlns:a16="http://schemas.microsoft.com/office/drawing/2014/main" id="{63690560-BD56-F967-F918-ABC14B5BBB9E}"/>
                </a:ext>
              </a:extLst>
            </p:cNvPr>
            <p:cNvGrpSpPr/>
            <p:nvPr/>
          </p:nvGrpSpPr>
          <p:grpSpPr>
            <a:xfrm>
              <a:off x="7965233" y="417305"/>
              <a:ext cx="4226767" cy="2877692"/>
              <a:chOff x="7539134" y="882545"/>
              <a:chExt cx="4226767" cy="2877692"/>
            </a:xfrm>
          </p:grpSpPr>
          <p:sp>
            <p:nvSpPr>
              <p:cNvPr id="74" name="object 6">
                <a:extLst>
                  <a:ext uri="{FF2B5EF4-FFF2-40B4-BE49-F238E27FC236}">
                    <a16:creationId xmlns:a16="http://schemas.microsoft.com/office/drawing/2014/main" id="{C8887BD3-C718-E478-B5D3-1671CEDA5A68}"/>
                  </a:ext>
                </a:extLst>
              </p:cNvPr>
              <p:cNvSpPr/>
              <p:nvPr/>
            </p:nvSpPr>
            <p:spPr>
              <a:xfrm>
                <a:off x="9202858" y="1603252"/>
                <a:ext cx="337920" cy="266202"/>
              </a:xfrm>
              <a:prstGeom prst="ellipse">
                <a:avLst/>
              </a:prstGeom>
              <a:solidFill>
                <a:schemeClr val="bg1"/>
              </a:solidFill>
            </p:spPr>
            <p:txBody>
              <a:bodyPr wrap="square" lIns="0" tIns="0" rIns="0" bIns="0" rtlCol="0"/>
              <a:lstStyle/>
              <a:p>
                <a:r>
                  <a:rPr lang="en-US" sz="1400" dirty="0"/>
                  <a:t>70</a:t>
                </a:r>
                <a:endParaRPr sz="1400" dirty="0"/>
              </a:p>
            </p:txBody>
          </p:sp>
          <p:sp>
            <p:nvSpPr>
              <p:cNvPr id="75" name="object 7">
                <a:extLst>
                  <a:ext uri="{FF2B5EF4-FFF2-40B4-BE49-F238E27FC236}">
                    <a16:creationId xmlns:a16="http://schemas.microsoft.com/office/drawing/2014/main" id="{59FA8989-B61A-0371-B37E-F41BE39EE77B}"/>
                  </a:ext>
                </a:extLst>
              </p:cNvPr>
              <p:cNvSpPr/>
              <p:nvPr/>
            </p:nvSpPr>
            <p:spPr>
              <a:xfrm>
                <a:off x="9202858" y="1603252"/>
                <a:ext cx="337920" cy="266202"/>
              </a:xfrm>
              <a:prstGeom prst="ellipse">
                <a:avLst/>
              </a:prstGeom>
              <a:ln w="25399">
                <a:solidFill>
                  <a:srgbClr val="839950"/>
                </a:solidFill>
              </a:ln>
            </p:spPr>
            <p:txBody>
              <a:bodyPr wrap="square" lIns="0" tIns="0" rIns="0" bIns="0" rtlCol="0"/>
              <a:lstStyle/>
              <a:p>
                <a:endParaRPr sz="1400"/>
              </a:p>
            </p:txBody>
          </p:sp>
          <p:sp>
            <p:nvSpPr>
              <p:cNvPr id="76" name="object 8">
                <a:extLst>
                  <a:ext uri="{FF2B5EF4-FFF2-40B4-BE49-F238E27FC236}">
                    <a16:creationId xmlns:a16="http://schemas.microsoft.com/office/drawing/2014/main" id="{57804347-C9F8-94E5-DD59-CE63852CC0A8}"/>
                  </a:ext>
                </a:extLst>
              </p:cNvPr>
              <p:cNvSpPr/>
              <p:nvPr/>
            </p:nvSpPr>
            <p:spPr>
              <a:xfrm>
                <a:off x="8527144" y="2096411"/>
                <a:ext cx="337920" cy="266202"/>
              </a:xfrm>
              <a:prstGeom prst="ellipse">
                <a:avLst/>
              </a:prstGeom>
              <a:solidFill>
                <a:schemeClr val="bg1"/>
              </a:solidFill>
            </p:spPr>
            <p:txBody>
              <a:bodyPr wrap="square" lIns="0" tIns="0" rIns="0" bIns="0" rtlCol="0"/>
              <a:lstStyle/>
              <a:p>
                <a:endParaRPr sz="1400"/>
              </a:p>
            </p:txBody>
          </p:sp>
          <p:sp>
            <p:nvSpPr>
              <p:cNvPr id="77" name="object 9">
                <a:extLst>
                  <a:ext uri="{FF2B5EF4-FFF2-40B4-BE49-F238E27FC236}">
                    <a16:creationId xmlns:a16="http://schemas.microsoft.com/office/drawing/2014/main" id="{D0368D57-A6BD-86E7-C15C-3BB10C255D6D}"/>
                  </a:ext>
                </a:extLst>
              </p:cNvPr>
              <p:cNvSpPr/>
              <p:nvPr/>
            </p:nvSpPr>
            <p:spPr>
              <a:xfrm>
                <a:off x="8527144" y="2096410"/>
                <a:ext cx="337920" cy="266202"/>
              </a:xfrm>
              <a:prstGeom prst="ellipse">
                <a:avLst/>
              </a:prstGeom>
              <a:solidFill>
                <a:schemeClr val="bg1"/>
              </a:solidFill>
              <a:ln w="25399">
                <a:solidFill>
                  <a:srgbClr val="839950"/>
                </a:solidFill>
              </a:ln>
            </p:spPr>
            <p:txBody>
              <a:bodyPr wrap="square" lIns="0" tIns="0" rIns="0" bIns="0" rtlCol="0"/>
              <a:lstStyle/>
              <a:p>
                <a:r>
                  <a:rPr lang="en-US" sz="1400" dirty="0"/>
                  <a:t>31</a:t>
                </a:r>
                <a:endParaRPr sz="1400" dirty="0"/>
              </a:p>
            </p:txBody>
          </p:sp>
          <p:sp>
            <p:nvSpPr>
              <p:cNvPr id="78" name="object 10">
                <a:extLst>
                  <a:ext uri="{FF2B5EF4-FFF2-40B4-BE49-F238E27FC236}">
                    <a16:creationId xmlns:a16="http://schemas.microsoft.com/office/drawing/2014/main" id="{EC628797-7FA5-E67D-AD90-DD483C3D3AF4}"/>
                  </a:ext>
                </a:extLst>
              </p:cNvPr>
              <p:cNvSpPr/>
              <p:nvPr/>
            </p:nvSpPr>
            <p:spPr>
              <a:xfrm>
                <a:off x="8189289" y="2667271"/>
                <a:ext cx="337920" cy="266202"/>
              </a:xfrm>
              <a:prstGeom prst="ellipse">
                <a:avLst/>
              </a:prstGeom>
              <a:solidFill>
                <a:schemeClr val="bg1"/>
              </a:solidFill>
            </p:spPr>
            <p:txBody>
              <a:bodyPr wrap="square" lIns="0" tIns="0" rIns="0" bIns="0" rtlCol="0"/>
              <a:lstStyle/>
              <a:p>
                <a:endParaRPr sz="1400"/>
              </a:p>
            </p:txBody>
          </p:sp>
          <p:sp>
            <p:nvSpPr>
              <p:cNvPr id="79" name="object 11">
                <a:extLst>
                  <a:ext uri="{FF2B5EF4-FFF2-40B4-BE49-F238E27FC236}">
                    <a16:creationId xmlns:a16="http://schemas.microsoft.com/office/drawing/2014/main" id="{37D58B65-43D1-9FDD-8F96-D53FCD2E0315}"/>
                  </a:ext>
                </a:extLst>
              </p:cNvPr>
              <p:cNvSpPr/>
              <p:nvPr/>
            </p:nvSpPr>
            <p:spPr>
              <a:xfrm>
                <a:off x="8189289" y="2667271"/>
                <a:ext cx="337920" cy="266202"/>
              </a:xfrm>
              <a:prstGeom prst="ellipse">
                <a:avLst/>
              </a:prstGeom>
              <a:solidFill>
                <a:schemeClr val="bg1"/>
              </a:solidFill>
              <a:ln w="25399">
                <a:solidFill>
                  <a:srgbClr val="839950"/>
                </a:solidFill>
              </a:ln>
            </p:spPr>
            <p:txBody>
              <a:bodyPr wrap="square" lIns="0" tIns="0" rIns="0" bIns="0" rtlCol="0"/>
              <a:lstStyle/>
              <a:p>
                <a:r>
                  <a:rPr lang="en-US" sz="1400" dirty="0"/>
                  <a:t>14</a:t>
                </a:r>
                <a:endParaRPr sz="1400" dirty="0"/>
              </a:p>
            </p:txBody>
          </p:sp>
          <p:sp>
            <p:nvSpPr>
              <p:cNvPr id="80" name="object 14">
                <a:extLst>
                  <a:ext uri="{FF2B5EF4-FFF2-40B4-BE49-F238E27FC236}">
                    <a16:creationId xmlns:a16="http://schemas.microsoft.com/office/drawing/2014/main" id="{92DD37B4-DCD8-0A13-8116-01C6BA0BE7FB}"/>
                  </a:ext>
                </a:extLst>
              </p:cNvPr>
              <p:cNvSpPr/>
              <p:nvPr/>
            </p:nvSpPr>
            <p:spPr>
              <a:xfrm>
                <a:off x="9878570" y="2096411"/>
                <a:ext cx="337920" cy="266202"/>
              </a:xfrm>
              <a:prstGeom prst="ellipse">
                <a:avLst/>
              </a:prstGeom>
              <a:solidFill>
                <a:schemeClr val="bg1"/>
              </a:solidFill>
            </p:spPr>
            <p:txBody>
              <a:bodyPr wrap="square" lIns="0" tIns="0" rIns="0" bIns="0" rtlCol="0"/>
              <a:lstStyle/>
              <a:p>
                <a:endParaRPr sz="1400"/>
              </a:p>
            </p:txBody>
          </p:sp>
          <p:sp>
            <p:nvSpPr>
              <p:cNvPr id="81" name="object 15">
                <a:extLst>
                  <a:ext uri="{FF2B5EF4-FFF2-40B4-BE49-F238E27FC236}">
                    <a16:creationId xmlns:a16="http://schemas.microsoft.com/office/drawing/2014/main" id="{57563C48-94EA-4C40-FAB6-78CA51DC05D3}"/>
                  </a:ext>
                </a:extLst>
              </p:cNvPr>
              <p:cNvSpPr/>
              <p:nvPr/>
            </p:nvSpPr>
            <p:spPr>
              <a:xfrm>
                <a:off x="9878570" y="2096410"/>
                <a:ext cx="337920" cy="266202"/>
              </a:xfrm>
              <a:prstGeom prst="ellipse">
                <a:avLst/>
              </a:prstGeom>
              <a:solidFill>
                <a:schemeClr val="bg1"/>
              </a:solidFill>
              <a:ln w="25399">
                <a:solidFill>
                  <a:srgbClr val="839950"/>
                </a:solidFill>
              </a:ln>
            </p:spPr>
            <p:txBody>
              <a:bodyPr wrap="square" lIns="0" tIns="0" rIns="0" bIns="0" rtlCol="0"/>
              <a:lstStyle/>
              <a:p>
                <a:r>
                  <a:rPr lang="en-US" sz="1400" dirty="0"/>
                  <a:t>93</a:t>
                </a:r>
                <a:endParaRPr sz="1400" dirty="0"/>
              </a:p>
            </p:txBody>
          </p:sp>
          <p:sp>
            <p:nvSpPr>
              <p:cNvPr id="82" name="object 16">
                <a:extLst>
                  <a:ext uri="{FF2B5EF4-FFF2-40B4-BE49-F238E27FC236}">
                    <a16:creationId xmlns:a16="http://schemas.microsoft.com/office/drawing/2014/main" id="{420F1585-FD14-E3BD-73FC-2358684BF20F}"/>
                  </a:ext>
                </a:extLst>
              </p:cNvPr>
              <p:cNvSpPr/>
              <p:nvPr/>
            </p:nvSpPr>
            <p:spPr>
              <a:xfrm>
                <a:off x="9540715" y="2671588"/>
                <a:ext cx="337920" cy="266202"/>
              </a:xfrm>
              <a:prstGeom prst="ellipse">
                <a:avLst/>
              </a:prstGeom>
              <a:solidFill>
                <a:schemeClr val="bg1"/>
              </a:solidFill>
            </p:spPr>
            <p:txBody>
              <a:bodyPr wrap="square" lIns="0" tIns="0" rIns="0" bIns="0" rtlCol="0"/>
              <a:lstStyle/>
              <a:p>
                <a:endParaRPr sz="1400"/>
              </a:p>
            </p:txBody>
          </p:sp>
          <p:sp>
            <p:nvSpPr>
              <p:cNvPr id="83" name="object 17">
                <a:extLst>
                  <a:ext uri="{FF2B5EF4-FFF2-40B4-BE49-F238E27FC236}">
                    <a16:creationId xmlns:a16="http://schemas.microsoft.com/office/drawing/2014/main" id="{5997E580-12C0-955A-1CF1-D00B866816CC}"/>
                  </a:ext>
                </a:extLst>
              </p:cNvPr>
              <p:cNvSpPr/>
              <p:nvPr/>
            </p:nvSpPr>
            <p:spPr>
              <a:xfrm>
                <a:off x="9540715" y="2671588"/>
                <a:ext cx="337920" cy="266202"/>
              </a:xfrm>
              <a:prstGeom prst="ellipse">
                <a:avLst/>
              </a:prstGeom>
              <a:solidFill>
                <a:schemeClr val="bg1"/>
              </a:solidFill>
              <a:ln w="25399">
                <a:solidFill>
                  <a:srgbClr val="839950"/>
                </a:solidFill>
              </a:ln>
            </p:spPr>
            <p:txBody>
              <a:bodyPr wrap="square" lIns="0" tIns="0" rIns="0" bIns="0" rtlCol="0"/>
              <a:lstStyle/>
              <a:p>
                <a:r>
                  <a:rPr lang="en-US" sz="1400" dirty="0"/>
                  <a:t>73</a:t>
                </a:r>
                <a:endParaRPr sz="1400" dirty="0"/>
              </a:p>
            </p:txBody>
          </p:sp>
          <p:sp>
            <p:nvSpPr>
              <p:cNvPr id="84" name="object 18">
                <a:extLst>
                  <a:ext uri="{FF2B5EF4-FFF2-40B4-BE49-F238E27FC236}">
                    <a16:creationId xmlns:a16="http://schemas.microsoft.com/office/drawing/2014/main" id="{AFC14160-AA62-8FDF-C7AF-AB9BB36708FE}"/>
                  </a:ext>
                </a:extLst>
              </p:cNvPr>
              <p:cNvSpPr/>
              <p:nvPr/>
            </p:nvSpPr>
            <p:spPr>
              <a:xfrm>
                <a:off x="10216428" y="2671588"/>
                <a:ext cx="337920" cy="266202"/>
              </a:xfrm>
              <a:prstGeom prst="ellipse">
                <a:avLst/>
              </a:prstGeom>
              <a:solidFill>
                <a:schemeClr val="bg1"/>
              </a:solidFill>
            </p:spPr>
            <p:txBody>
              <a:bodyPr wrap="square" lIns="0" tIns="0" rIns="0" bIns="0" rtlCol="0"/>
              <a:lstStyle/>
              <a:p>
                <a:endParaRPr sz="1400"/>
              </a:p>
            </p:txBody>
          </p:sp>
          <p:sp>
            <p:nvSpPr>
              <p:cNvPr id="85" name="object 19">
                <a:extLst>
                  <a:ext uri="{FF2B5EF4-FFF2-40B4-BE49-F238E27FC236}">
                    <a16:creationId xmlns:a16="http://schemas.microsoft.com/office/drawing/2014/main" id="{948AB441-D3C8-A34D-8119-5247B1AE63F1}"/>
                  </a:ext>
                </a:extLst>
              </p:cNvPr>
              <p:cNvSpPr/>
              <p:nvPr/>
            </p:nvSpPr>
            <p:spPr>
              <a:xfrm>
                <a:off x="10216427" y="2671588"/>
                <a:ext cx="337920" cy="266202"/>
              </a:xfrm>
              <a:prstGeom prst="ellipse">
                <a:avLst/>
              </a:prstGeom>
              <a:solidFill>
                <a:schemeClr val="bg1"/>
              </a:solidFill>
              <a:ln w="25399">
                <a:solidFill>
                  <a:srgbClr val="839950"/>
                </a:solidFill>
              </a:ln>
            </p:spPr>
            <p:txBody>
              <a:bodyPr wrap="square" lIns="0" tIns="0" rIns="0" bIns="0" rtlCol="0"/>
              <a:lstStyle/>
              <a:p>
                <a:r>
                  <a:rPr lang="en-US" sz="1400" dirty="0"/>
                  <a:t>94</a:t>
                </a:r>
                <a:endParaRPr sz="1400" dirty="0"/>
              </a:p>
            </p:txBody>
          </p:sp>
          <p:sp>
            <p:nvSpPr>
              <p:cNvPr id="86" name="object 38">
                <a:extLst>
                  <a:ext uri="{FF2B5EF4-FFF2-40B4-BE49-F238E27FC236}">
                    <a16:creationId xmlns:a16="http://schemas.microsoft.com/office/drawing/2014/main" id="{F1202254-59D8-E8EF-F0A1-0F6502078498}"/>
                  </a:ext>
                </a:extLst>
              </p:cNvPr>
              <p:cNvSpPr/>
              <p:nvPr/>
            </p:nvSpPr>
            <p:spPr>
              <a:xfrm>
                <a:off x="8449305" y="3278475"/>
                <a:ext cx="337920" cy="266202"/>
              </a:xfrm>
              <a:prstGeom prst="ellipse">
                <a:avLst/>
              </a:prstGeom>
              <a:solidFill>
                <a:schemeClr val="bg1"/>
              </a:solidFill>
            </p:spPr>
            <p:txBody>
              <a:bodyPr wrap="square" lIns="0" tIns="0" rIns="0" bIns="0" rtlCol="0"/>
              <a:lstStyle/>
              <a:p>
                <a:endParaRPr sz="1400"/>
              </a:p>
            </p:txBody>
          </p:sp>
          <p:sp>
            <p:nvSpPr>
              <p:cNvPr id="87" name="object 39">
                <a:extLst>
                  <a:ext uri="{FF2B5EF4-FFF2-40B4-BE49-F238E27FC236}">
                    <a16:creationId xmlns:a16="http://schemas.microsoft.com/office/drawing/2014/main" id="{0B6412E2-93D3-5E7A-2D8B-1A3A30BE0280}"/>
                  </a:ext>
                </a:extLst>
              </p:cNvPr>
              <p:cNvSpPr/>
              <p:nvPr/>
            </p:nvSpPr>
            <p:spPr>
              <a:xfrm>
                <a:off x="8449305"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23</a:t>
                </a:r>
                <a:endParaRPr sz="1400" dirty="0"/>
              </a:p>
            </p:txBody>
          </p:sp>
          <p:cxnSp>
            <p:nvCxnSpPr>
              <p:cNvPr id="88" name="直接箭头连接符 32">
                <a:extLst>
                  <a:ext uri="{FF2B5EF4-FFF2-40B4-BE49-F238E27FC236}">
                    <a16:creationId xmlns:a16="http://schemas.microsoft.com/office/drawing/2014/main" id="{E43C8D49-A88B-D8BC-1AA6-306716CCF22F}"/>
                  </a:ext>
                </a:extLst>
              </p:cNvPr>
              <p:cNvCxnSpPr>
                <a:stCxn id="75" idx="5"/>
                <a:endCxn id="81" idx="1"/>
              </p:cNvCxnSpPr>
              <p:nvPr/>
            </p:nvCxnSpPr>
            <p:spPr>
              <a:xfrm>
                <a:off x="9491291" y="1830470"/>
                <a:ext cx="436767" cy="304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33">
                <a:extLst>
                  <a:ext uri="{FF2B5EF4-FFF2-40B4-BE49-F238E27FC236}">
                    <a16:creationId xmlns:a16="http://schemas.microsoft.com/office/drawing/2014/main" id="{C8884D38-F0C5-D4A3-AB5F-E20A89DF1EC1}"/>
                  </a:ext>
                </a:extLst>
              </p:cNvPr>
              <p:cNvCxnSpPr>
                <a:stCxn id="75" idx="3"/>
                <a:endCxn id="76" idx="7"/>
              </p:cNvCxnSpPr>
              <p:nvPr/>
            </p:nvCxnSpPr>
            <p:spPr>
              <a:xfrm flipH="1">
                <a:off x="8815577" y="1830470"/>
                <a:ext cx="436769" cy="3049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34">
                <a:extLst>
                  <a:ext uri="{FF2B5EF4-FFF2-40B4-BE49-F238E27FC236}">
                    <a16:creationId xmlns:a16="http://schemas.microsoft.com/office/drawing/2014/main" id="{C15529A4-B816-8860-4E94-046081809700}"/>
                  </a:ext>
                </a:extLst>
              </p:cNvPr>
              <p:cNvCxnSpPr>
                <a:stCxn id="76" idx="3"/>
                <a:endCxn id="79" idx="0"/>
              </p:cNvCxnSpPr>
              <p:nvPr/>
            </p:nvCxnSpPr>
            <p:spPr>
              <a:xfrm flipH="1">
                <a:off x="8358249" y="2323629"/>
                <a:ext cx="218383" cy="3436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35">
                <a:extLst>
                  <a:ext uri="{FF2B5EF4-FFF2-40B4-BE49-F238E27FC236}">
                    <a16:creationId xmlns:a16="http://schemas.microsoft.com/office/drawing/2014/main" id="{FD102BB7-E261-D744-079C-6F8F19E16F79}"/>
                  </a:ext>
                </a:extLst>
              </p:cNvPr>
              <p:cNvCxnSpPr>
                <a:stCxn id="81" idx="3"/>
                <a:endCxn id="82" idx="0"/>
              </p:cNvCxnSpPr>
              <p:nvPr/>
            </p:nvCxnSpPr>
            <p:spPr>
              <a:xfrm flipH="1">
                <a:off x="9709675" y="2323628"/>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37">
                <a:extLst>
                  <a:ext uri="{FF2B5EF4-FFF2-40B4-BE49-F238E27FC236}">
                    <a16:creationId xmlns:a16="http://schemas.microsoft.com/office/drawing/2014/main" id="{D86D851D-97C9-0CCE-57FF-458C359CEB65}"/>
                  </a:ext>
                </a:extLst>
              </p:cNvPr>
              <p:cNvCxnSpPr>
                <a:stCxn id="81" idx="5"/>
                <a:endCxn id="84" idx="0"/>
              </p:cNvCxnSpPr>
              <p:nvPr/>
            </p:nvCxnSpPr>
            <p:spPr>
              <a:xfrm>
                <a:off x="10167003" y="2323628"/>
                <a:ext cx="218385"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38">
                <a:extLst>
                  <a:ext uri="{FF2B5EF4-FFF2-40B4-BE49-F238E27FC236}">
                    <a16:creationId xmlns:a16="http://schemas.microsoft.com/office/drawing/2014/main" id="{90CC5D63-0C30-8CBB-F5A8-A5B82B68CD4D}"/>
                  </a:ext>
                </a:extLst>
              </p:cNvPr>
              <p:cNvCxnSpPr>
                <a:endCxn id="86" idx="0"/>
              </p:cNvCxnSpPr>
              <p:nvPr/>
            </p:nvCxnSpPr>
            <p:spPr>
              <a:xfrm>
                <a:off x="8449337" y="2933474"/>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4" name="object 17">
                <a:extLst>
                  <a:ext uri="{FF2B5EF4-FFF2-40B4-BE49-F238E27FC236}">
                    <a16:creationId xmlns:a16="http://schemas.microsoft.com/office/drawing/2014/main" id="{0E34F59F-AF43-D4BE-3024-B13A55B69DC4}"/>
                  </a:ext>
                </a:extLst>
              </p:cNvPr>
              <p:cNvSpPr/>
              <p:nvPr/>
            </p:nvSpPr>
            <p:spPr>
              <a:xfrm>
                <a:off x="7833147"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 7</a:t>
                </a:r>
                <a:endParaRPr sz="1400" dirty="0"/>
              </a:p>
            </p:txBody>
          </p:sp>
          <p:cxnSp>
            <p:nvCxnSpPr>
              <p:cNvPr id="95" name="直接箭头连接符 35">
                <a:extLst>
                  <a:ext uri="{FF2B5EF4-FFF2-40B4-BE49-F238E27FC236}">
                    <a16:creationId xmlns:a16="http://schemas.microsoft.com/office/drawing/2014/main" id="{ECFF2D43-08D2-9772-FAE0-B679F0C0B664}"/>
                  </a:ext>
                </a:extLst>
              </p:cNvPr>
              <p:cNvCxnSpPr/>
              <p:nvPr/>
            </p:nvCxnSpPr>
            <p:spPr>
              <a:xfrm flipH="1">
                <a:off x="8002107" y="2930515"/>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6" name="object 17">
                <a:extLst>
                  <a:ext uri="{FF2B5EF4-FFF2-40B4-BE49-F238E27FC236}">
                    <a16:creationId xmlns:a16="http://schemas.microsoft.com/office/drawing/2014/main" id="{E31D78E9-68F3-0F82-6D0F-056676F1D919}"/>
                  </a:ext>
                </a:extLst>
              </p:cNvPr>
              <p:cNvSpPr/>
              <p:nvPr/>
            </p:nvSpPr>
            <p:spPr>
              <a:xfrm>
                <a:off x="9114483" y="3278475"/>
                <a:ext cx="337920" cy="266202"/>
              </a:xfrm>
              <a:prstGeom prst="ellipse">
                <a:avLst/>
              </a:prstGeom>
              <a:solidFill>
                <a:schemeClr val="bg1"/>
              </a:solidFill>
              <a:ln w="25399">
                <a:solidFill>
                  <a:srgbClr val="839950"/>
                </a:solidFill>
              </a:ln>
            </p:spPr>
            <p:txBody>
              <a:bodyPr wrap="square" lIns="0" tIns="0" rIns="0" bIns="0" rtlCol="0"/>
              <a:lstStyle/>
              <a:p>
                <a:r>
                  <a:rPr lang="en-US" sz="1400" dirty="0"/>
                  <a:t>67</a:t>
                </a:r>
                <a:endParaRPr sz="1400" dirty="0"/>
              </a:p>
            </p:txBody>
          </p:sp>
          <p:cxnSp>
            <p:nvCxnSpPr>
              <p:cNvPr id="97" name="直接箭头连接符 35">
                <a:extLst>
                  <a:ext uri="{FF2B5EF4-FFF2-40B4-BE49-F238E27FC236}">
                    <a16:creationId xmlns:a16="http://schemas.microsoft.com/office/drawing/2014/main" id="{FB776411-0034-B11B-C422-E49F702C807A}"/>
                  </a:ext>
                </a:extLst>
              </p:cNvPr>
              <p:cNvCxnSpPr/>
              <p:nvPr/>
            </p:nvCxnSpPr>
            <p:spPr>
              <a:xfrm flipH="1">
                <a:off x="9326475" y="2930515"/>
                <a:ext cx="218383" cy="34796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8" name="object 39">
                <a:extLst>
                  <a:ext uri="{FF2B5EF4-FFF2-40B4-BE49-F238E27FC236}">
                    <a16:creationId xmlns:a16="http://schemas.microsoft.com/office/drawing/2014/main" id="{5FEE7091-536F-E6AE-FCF9-49A41C71C5FA}"/>
                  </a:ext>
                </a:extLst>
              </p:cNvPr>
              <p:cNvSpPr/>
              <p:nvPr/>
            </p:nvSpPr>
            <p:spPr>
              <a:xfrm>
                <a:off x="10533267" y="3246765"/>
                <a:ext cx="337920" cy="266202"/>
              </a:xfrm>
              <a:prstGeom prst="ellipse">
                <a:avLst/>
              </a:prstGeom>
              <a:solidFill>
                <a:schemeClr val="bg1"/>
              </a:solidFill>
              <a:ln w="25399">
                <a:solidFill>
                  <a:srgbClr val="839950"/>
                </a:solidFill>
              </a:ln>
            </p:spPr>
            <p:txBody>
              <a:bodyPr wrap="square" lIns="0" tIns="0" rIns="0" bIns="0" rtlCol="0"/>
              <a:lstStyle/>
              <a:p>
                <a:r>
                  <a:rPr lang="en-US" sz="1400" dirty="0"/>
                  <a:t>99</a:t>
                </a:r>
                <a:endParaRPr sz="1400" dirty="0"/>
              </a:p>
            </p:txBody>
          </p:sp>
          <p:cxnSp>
            <p:nvCxnSpPr>
              <p:cNvPr id="99" name="直接箭头连接符 38">
                <a:extLst>
                  <a:ext uri="{FF2B5EF4-FFF2-40B4-BE49-F238E27FC236}">
                    <a16:creationId xmlns:a16="http://schemas.microsoft.com/office/drawing/2014/main" id="{3721CACE-D410-CEF8-F129-ED64BCAB18B9}"/>
                  </a:ext>
                </a:extLst>
              </p:cNvPr>
              <p:cNvCxnSpPr/>
              <p:nvPr/>
            </p:nvCxnSpPr>
            <p:spPr>
              <a:xfrm>
                <a:off x="10533299" y="2901764"/>
                <a:ext cx="168928" cy="34500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F4A2E0D-5D13-BF34-9D0B-7D21BDD2DE3E}"/>
                  </a:ext>
                </a:extLst>
              </p:cNvPr>
              <p:cNvCxnSpPr/>
              <p:nvPr/>
            </p:nvCxnSpPr>
            <p:spPr>
              <a:xfrm>
                <a:off x="7959027" y="1955758"/>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1" name="Straight Connector 100">
                <a:extLst>
                  <a:ext uri="{FF2B5EF4-FFF2-40B4-BE49-F238E27FC236}">
                    <a16:creationId xmlns:a16="http://schemas.microsoft.com/office/drawing/2014/main" id="{25B327D7-EA5C-570A-3E70-E697E60B4090}"/>
                  </a:ext>
                </a:extLst>
              </p:cNvPr>
              <p:cNvCxnSpPr/>
              <p:nvPr/>
            </p:nvCxnSpPr>
            <p:spPr>
              <a:xfrm>
                <a:off x="7959027" y="2502971"/>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2" name="Straight Connector 101">
                <a:extLst>
                  <a:ext uri="{FF2B5EF4-FFF2-40B4-BE49-F238E27FC236}">
                    <a16:creationId xmlns:a16="http://schemas.microsoft.com/office/drawing/2014/main" id="{2E28C9D8-09F7-17EE-76F8-C649F30EB28D}"/>
                  </a:ext>
                </a:extLst>
              </p:cNvPr>
              <p:cNvCxnSpPr/>
              <p:nvPr/>
            </p:nvCxnSpPr>
            <p:spPr>
              <a:xfrm>
                <a:off x="7991848" y="3048824"/>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3" name="Straight Connector 102">
                <a:extLst>
                  <a:ext uri="{FF2B5EF4-FFF2-40B4-BE49-F238E27FC236}">
                    <a16:creationId xmlns:a16="http://schemas.microsoft.com/office/drawing/2014/main" id="{C8E3FC06-1A56-C7F8-2EA3-576D638C4C3B}"/>
                  </a:ext>
                </a:extLst>
              </p:cNvPr>
              <p:cNvCxnSpPr/>
              <p:nvPr/>
            </p:nvCxnSpPr>
            <p:spPr>
              <a:xfrm>
                <a:off x="7991848" y="3631999"/>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cxnSp>
            <p:nvCxnSpPr>
              <p:cNvPr id="104" name="Straight Connector 103">
                <a:extLst>
                  <a:ext uri="{FF2B5EF4-FFF2-40B4-BE49-F238E27FC236}">
                    <a16:creationId xmlns:a16="http://schemas.microsoft.com/office/drawing/2014/main" id="{403F3020-7AF0-7D74-7001-3BF4F06E73F2}"/>
                  </a:ext>
                </a:extLst>
              </p:cNvPr>
              <p:cNvCxnSpPr/>
              <p:nvPr/>
            </p:nvCxnSpPr>
            <p:spPr>
              <a:xfrm>
                <a:off x="7991848" y="1491357"/>
                <a:ext cx="2743200" cy="0"/>
              </a:xfrm>
              <a:prstGeom prst="line">
                <a:avLst/>
              </a:prstGeom>
              <a:ln w="28575">
                <a:solidFill>
                  <a:srgbClr val="F79646"/>
                </a:solidFill>
              </a:ln>
              <a:effectLst>
                <a:outerShdw blurRad="40005" dist="20320" dir="5400000" algn="ctr" rotWithShape="0">
                  <a:schemeClr val="tx1">
                    <a:alpha val="38000"/>
                  </a:schemeClr>
                </a:outerShdw>
              </a:effectLst>
            </p:spPr>
            <p:style>
              <a:lnRef idx="2">
                <a:schemeClr val="accent6"/>
              </a:lnRef>
              <a:fillRef idx="0">
                <a:schemeClr val="accent6"/>
              </a:fillRef>
              <a:effectRef idx="1">
                <a:schemeClr val="accent6"/>
              </a:effectRef>
              <a:fontRef idx="minor">
                <a:schemeClr val="tx1"/>
              </a:fontRef>
            </p:style>
          </p:cxnSp>
          <p:sp>
            <p:nvSpPr>
              <p:cNvPr id="105" name="Content Placeholder 2">
                <a:extLst>
                  <a:ext uri="{FF2B5EF4-FFF2-40B4-BE49-F238E27FC236}">
                    <a16:creationId xmlns:a16="http://schemas.microsoft.com/office/drawing/2014/main" id="{E28F1016-7DD7-B8C8-DEF9-257FBFB32CC7}"/>
                  </a:ext>
                </a:extLst>
              </p:cNvPr>
              <p:cNvSpPr txBox="1">
                <a:spLocks/>
              </p:cNvSpPr>
              <p:nvPr/>
            </p:nvSpPr>
            <p:spPr>
              <a:xfrm>
                <a:off x="7539134" y="882545"/>
                <a:ext cx="4226767" cy="2877692"/>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endParaRPr lang="en-US" dirty="0"/>
              </a:p>
              <a:p>
                <a:pPr marL="0" indent="0" algn="r">
                  <a:buFont typeface="Arial" panose="020B0604020202020204" pitchFamily="34" charset="0"/>
                  <a:buNone/>
                </a:pPr>
                <a:endParaRPr lang="en-US" sz="3400" dirty="0"/>
              </a:p>
              <a:p>
                <a:pPr marL="0" indent="0" algn="r">
                  <a:buFont typeface="Arial" panose="020B0604020202020204" pitchFamily="34" charset="0"/>
                  <a:buNone/>
                </a:pPr>
                <a:r>
                  <a:rPr lang="en-US" sz="2000" dirty="0"/>
                  <a:t>Level 1</a:t>
                </a:r>
              </a:p>
              <a:p>
                <a:pPr marL="0" indent="0" algn="r">
                  <a:buFont typeface="Arial" panose="020B0604020202020204" pitchFamily="34" charset="0"/>
                  <a:buNone/>
                </a:pPr>
                <a:endParaRPr lang="en-US" sz="100" dirty="0"/>
              </a:p>
              <a:p>
                <a:pPr marL="0" indent="0" algn="r">
                  <a:buFont typeface="Arial" panose="020B0604020202020204" pitchFamily="34" charset="0"/>
                  <a:buNone/>
                </a:pPr>
                <a:r>
                  <a:rPr lang="en-US" sz="2000" dirty="0"/>
                  <a:t>Level 2</a:t>
                </a:r>
              </a:p>
              <a:p>
                <a:pPr marL="0" indent="0" algn="r">
                  <a:buFont typeface="Arial" panose="020B0604020202020204" pitchFamily="34" charset="0"/>
                  <a:buNone/>
                </a:pPr>
                <a:endParaRPr lang="en-US" sz="400" dirty="0"/>
              </a:p>
              <a:p>
                <a:pPr marL="0" indent="0" algn="r">
                  <a:buFont typeface="Arial" panose="020B0604020202020204" pitchFamily="34" charset="0"/>
                  <a:buNone/>
                </a:pPr>
                <a:r>
                  <a:rPr lang="en-US" sz="2000" dirty="0"/>
                  <a:t>Level 3</a:t>
                </a:r>
              </a:p>
              <a:p>
                <a:pPr marL="0" indent="0" algn="r">
                  <a:buFont typeface="Arial" panose="020B0604020202020204" pitchFamily="34" charset="0"/>
                  <a:buNone/>
                </a:pPr>
                <a:endParaRPr lang="en-US" sz="800" dirty="0"/>
              </a:p>
              <a:p>
                <a:pPr marL="0" indent="0" algn="r">
                  <a:buFont typeface="Arial" panose="020B0604020202020204" pitchFamily="34" charset="0"/>
                  <a:buNone/>
                </a:pPr>
                <a:r>
                  <a:rPr lang="en-US" sz="2000" dirty="0"/>
                  <a:t>Level 4</a:t>
                </a:r>
              </a:p>
              <a:p>
                <a:pPr marL="0" indent="0" algn="r">
                  <a:buFont typeface="Arial" panose="020B0604020202020204" pitchFamily="34" charset="0"/>
                  <a:buNone/>
                </a:pPr>
                <a:endParaRPr lang="en-US" sz="1000" dirty="0"/>
              </a:p>
            </p:txBody>
          </p:sp>
        </p:grpSp>
        <p:sp>
          <p:nvSpPr>
            <p:cNvPr id="72" name="Down Arrow 81">
              <a:extLst>
                <a:ext uri="{FF2B5EF4-FFF2-40B4-BE49-F238E27FC236}">
                  <a16:creationId xmlns:a16="http://schemas.microsoft.com/office/drawing/2014/main" id="{8AFC3B63-CA45-19EA-0C90-7F5E9787D3EF}"/>
                </a:ext>
              </a:extLst>
            </p:cNvPr>
            <p:cNvSpPr/>
            <p:nvPr/>
          </p:nvSpPr>
          <p:spPr>
            <a:xfrm>
              <a:off x="9640354" y="579379"/>
              <a:ext cx="281786" cy="3984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1B4455CE-028C-5DA5-4EB2-8DF4F532DCF6}"/>
                </a:ext>
              </a:extLst>
            </p:cNvPr>
            <p:cNvSpPr txBox="1"/>
            <p:nvPr/>
          </p:nvSpPr>
          <p:spPr>
            <a:xfrm>
              <a:off x="9917390" y="473436"/>
              <a:ext cx="550151" cy="307777"/>
            </a:xfrm>
            <a:prstGeom prst="rect">
              <a:avLst/>
            </a:prstGeom>
            <a:solidFill>
              <a:schemeClr val="bg1"/>
            </a:solidFill>
          </p:spPr>
          <p:txBody>
            <a:bodyPr wrap="none" rtlCol="0">
              <a:spAutoFit/>
            </a:bodyPr>
            <a:lstStyle/>
            <a:p>
              <a:r>
                <a:rPr lang="en-US" sz="1400" dirty="0"/>
                <a:t>root</a:t>
              </a:r>
            </a:p>
          </p:txBody>
        </p:sp>
      </p:grpSp>
    </p:spTree>
    <p:extLst>
      <p:ext uri="{BB962C8B-B14F-4D97-AF65-F5344CB8AC3E}">
        <p14:creationId xmlns:p14="http://schemas.microsoft.com/office/powerpoint/2010/main" val="1171727982"/>
      </p:ext>
    </p:extLst>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2087-62B0-3FBB-642B-A0CD321D225F}"/>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278AEF06-AC2D-D4D4-2BC5-5250F6B8A30C}"/>
              </a:ext>
            </a:extLst>
          </p:cNvPr>
          <p:cNvSpPr>
            <a:spLocks noGrp="1"/>
          </p:cNvSpPr>
          <p:nvPr>
            <p:ph type="title"/>
          </p:nvPr>
        </p:nvSpPr>
        <p:spPr/>
        <p:txBody>
          <a:bodyPr/>
          <a:lstStyle/>
          <a:p>
            <a:pPr eaLnBrk="1" hangingPunct="1"/>
            <a:r>
              <a:rPr lang="en-SG" dirty="0"/>
              <a:t>Count Nodes in a Binary Tree (SIZE)</a:t>
            </a:r>
            <a:endParaRPr lang="en-US" altLang="en-US" dirty="0"/>
          </a:p>
        </p:txBody>
      </p:sp>
      <p:sp useBgFill="1">
        <p:nvSpPr>
          <p:cNvPr id="4" name="Content Placeholder 1">
            <a:extLst>
              <a:ext uri="{FF2B5EF4-FFF2-40B4-BE49-F238E27FC236}">
                <a16:creationId xmlns:a16="http://schemas.microsoft.com/office/drawing/2014/main" id="{9960EAA0-899D-8F05-86FF-924CC902972C}"/>
              </a:ext>
            </a:extLst>
          </p:cNvPr>
          <p:cNvSpPr>
            <a:spLocks noGrp="1"/>
          </p:cNvSpPr>
          <p:nvPr>
            <p:ph idx="1"/>
          </p:nvPr>
        </p:nvSpPr>
        <p:spPr>
          <a:xfrm>
            <a:off x="0" y="1020480"/>
            <a:ext cx="11047670" cy="5663944"/>
          </a:xfrm>
        </p:spPr>
        <p:txBody>
          <a:bodyPr/>
          <a:lstStyle/>
          <a:p>
            <a:pPr algn="just">
              <a:lnSpc>
                <a:spcPct val="150000"/>
              </a:lnSpc>
            </a:pPr>
            <a:r>
              <a:rPr lang="en-SG" sz="2000" dirty="0"/>
              <a:t>Recursive deﬁnition:</a:t>
            </a:r>
          </a:p>
          <a:p>
            <a:pPr lvl="1">
              <a:lnSpc>
                <a:spcPct val="150000"/>
              </a:lnSpc>
              <a:buFont typeface="Verdana" panose="020B0604030504040204" pitchFamily="34" charset="0"/>
              <a:buChar char="-"/>
            </a:pPr>
            <a:r>
              <a:rPr lang="en-SG" sz="2000" dirty="0"/>
              <a:t>Number of nodes in a tree </a:t>
            </a:r>
            <a:br>
              <a:rPr lang="en-SG" sz="2000" dirty="0"/>
            </a:br>
            <a:r>
              <a:rPr lang="en-SG" sz="2000" dirty="0"/>
              <a:t>= </a:t>
            </a:r>
            <a:r>
              <a:rPr lang="en-SG" sz="2000" b="1" dirty="0">
                <a:solidFill>
                  <a:srgbClr val="FF0000"/>
                </a:solidFill>
              </a:rPr>
              <a:t>1</a:t>
            </a:r>
            <a:r>
              <a:rPr lang="en-SG" sz="2000" dirty="0"/>
              <a:t>  </a:t>
            </a:r>
            <a:br>
              <a:rPr lang="en-SG" sz="2000" dirty="0"/>
            </a:br>
            <a:r>
              <a:rPr lang="en-SG" sz="2000" dirty="0"/>
              <a:t>   + </a:t>
            </a:r>
            <a:r>
              <a:rPr lang="en-SG" sz="2000" b="1" dirty="0">
                <a:solidFill>
                  <a:srgbClr val="FF0000"/>
                </a:solidFill>
              </a:rPr>
              <a:t>number of nodes in left subtree </a:t>
            </a:r>
            <a:br>
              <a:rPr lang="en-SG" sz="2000" dirty="0"/>
            </a:br>
            <a:r>
              <a:rPr lang="en-SG" sz="2000" dirty="0"/>
              <a:t>   + </a:t>
            </a:r>
            <a:r>
              <a:rPr lang="en-SG" sz="2000" b="1" dirty="0">
                <a:solidFill>
                  <a:srgbClr val="FF0000"/>
                </a:solidFill>
              </a:rPr>
              <a:t>number of nodes in right subtree</a:t>
            </a:r>
          </a:p>
          <a:p>
            <a:pPr algn="just">
              <a:lnSpc>
                <a:spcPct val="150000"/>
              </a:lnSpc>
            </a:pPr>
            <a:r>
              <a:rPr lang="en-SG" sz="2000" dirty="0"/>
              <a:t>Each node returns the number of nodes in its subtree</a:t>
            </a:r>
          </a:p>
          <a:p>
            <a:endParaRPr lang="en-SG" dirty="0"/>
          </a:p>
        </p:txBody>
      </p:sp>
      <p:sp>
        <p:nvSpPr>
          <p:cNvPr id="5" name="object 49">
            <a:extLst>
              <a:ext uri="{FF2B5EF4-FFF2-40B4-BE49-F238E27FC236}">
                <a16:creationId xmlns:a16="http://schemas.microsoft.com/office/drawing/2014/main" id="{E5151B3A-0078-16C0-A7A7-FFF5629FEEF8}"/>
              </a:ext>
            </a:extLst>
          </p:cNvPr>
          <p:cNvSpPr/>
          <p:nvPr/>
        </p:nvSpPr>
        <p:spPr>
          <a:xfrm>
            <a:off x="8706026" y="1295400"/>
            <a:ext cx="809180" cy="508000"/>
          </a:xfrm>
          <a:custGeom>
            <a:avLst/>
            <a:gdLst/>
            <a:ahLst/>
            <a:cxnLst/>
            <a:rect l="l" t="t" r="r" b="b"/>
            <a:pathLst>
              <a:path w="797559" h="508000">
                <a:moveTo>
                  <a:pt x="0" y="253948"/>
                </a:moveTo>
                <a:lnTo>
                  <a:pt x="5218" y="212757"/>
                </a:lnTo>
                <a:lnTo>
                  <a:pt x="20326" y="173681"/>
                </a:lnTo>
                <a:lnTo>
                  <a:pt x="44502" y="137244"/>
                </a:lnTo>
                <a:lnTo>
                  <a:pt x="76927" y="103970"/>
                </a:lnTo>
                <a:lnTo>
                  <a:pt x="116778" y="74379"/>
                </a:lnTo>
                <a:lnTo>
                  <a:pt x="163235" y="48997"/>
                </a:lnTo>
                <a:lnTo>
                  <a:pt x="215477" y="28345"/>
                </a:lnTo>
                <a:lnTo>
                  <a:pt x="272683" y="12946"/>
                </a:lnTo>
                <a:lnTo>
                  <a:pt x="334033" y="3323"/>
                </a:lnTo>
                <a:lnTo>
                  <a:pt x="398705" y="0"/>
                </a:lnTo>
                <a:lnTo>
                  <a:pt x="431405" y="841"/>
                </a:lnTo>
                <a:lnTo>
                  <a:pt x="494519" y="7380"/>
                </a:lnTo>
                <a:lnTo>
                  <a:pt x="553900" y="19956"/>
                </a:lnTo>
                <a:lnTo>
                  <a:pt x="608727" y="38047"/>
                </a:lnTo>
                <a:lnTo>
                  <a:pt x="658179" y="61130"/>
                </a:lnTo>
                <a:lnTo>
                  <a:pt x="701436" y="88681"/>
                </a:lnTo>
                <a:lnTo>
                  <a:pt x="737676" y="120179"/>
                </a:lnTo>
                <a:lnTo>
                  <a:pt x="766079" y="155100"/>
                </a:lnTo>
                <a:lnTo>
                  <a:pt x="785824" y="192922"/>
                </a:lnTo>
                <a:lnTo>
                  <a:pt x="796090" y="233121"/>
                </a:lnTo>
                <a:lnTo>
                  <a:pt x="797412" y="253948"/>
                </a:lnTo>
                <a:lnTo>
                  <a:pt x="796090" y="274776"/>
                </a:lnTo>
                <a:lnTo>
                  <a:pt x="785824" y="314975"/>
                </a:lnTo>
                <a:lnTo>
                  <a:pt x="766079" y="352797"/>
                </a:lnTo>
                <a:lnTo>
                  <a:pt x="737676" y="387718"/>
                </a:lnTo>
                <a:lnTo>
                  <a:pt x="701436" y="419216"/>
                </a:lnTo>
                <a:lnTo>
                  <a:pt x="658179" y="446767"/>
                </a:lnTo>
                <a:lnTo>
                  <a:pt x="608727" y="469850"/>
                </a:lnTo>
                <a:lnTo>
                  <a:pt x="553900" y="487941"/>
                </a:lnTo>
                <a:lnTo>
                  <a:pt x="494519" y="500517"/>
                </a:lnTo>
                <a:lnTo>
                  <a:pt x="431405" y="507056"/>
                </a:lnTo>
                <a:lnTo>
                  <a:pt x="398705" y="507898"/>
                </a:lnTo>
                <a:lnTo>
                  <a:pt x="366005" y="507056"/>
                </a:lnTo>
                <a:lnTo>
                  <a:pt x="302892" y="500517"/>
                </a:lnTo>
                <a:lnTo>
                  <a:pt x="243511" y="487941"/>
                </a:lnTo>
                <a:lnTo>
                  <a:pt x="188684" y="469850"/>
                </a:lnTo>
                <a:lnTo>
                  <a:pt x="139232" y="446767"/>
                </a:lnTo>
                <a:lnTo>
                  <a:pt x="95975" y="419216"/>
                </a:lnTo>
                <a:lnTo>
                  <a:pt x="59735" y="387718"/>
                </a:lnTo>
                <a:lnTo>
                  <a:pt x="31332" y="352797"/>
                </a:lnTo>
                <a:lnTo>
                  <a:pt x="11587" y="314975"/>
                </a:lnTo>
                <a:lnTo>
                  <a:pt x="1321" y="274776"/>
                </a:lnTo>
                <a:lnTo>
                  <a:pt x="0" y="253948"/>
                </a:lnTo>
                <a:close/>
              </a:path>
            </a:pathLst>
          </a:custGeom>
          <a:ln w="76199">
            <a:solidFill>
              <a:srgbClr val="FAA757"/>
            </a:solidFill>
          </a:ln>
        </p:spPr>
        <p:txBody>
          <a:bodyPr wrap="square" lIns="0" tIns="0" rIns="0" bIns="0" rtlCol="0"/>
          <a:lstStyle/>
          <a:p>
            <a:endParaRPr sz="1600" b="1"/>
          </a:p>
        </p:txBody>
      </p:sp>
      <p:sp>
        <p:nvSpPr>
          <p:cNvPr id="6" name="object 6">
            <a:extLst>
              <a:ext uri="{FF2B5EF4-FFF2-40B4-BE49-F238E27FC236}">
                <a16:creationId xmlns:a16="http://schemas.microsoft.com/office/drawing/2014/main" id="{FD055BF5-1171-A1F9-DE00-8D22194B5441}"/>
              </a:ext>
            </a:extLst>
          </p:cNvPr>
          <p:cNvSpPr/>
          <p:nvPr/>
        </p:nvSpPr>
        <p:spPr>
          <a:xfrm>
            <a:off x="8905415" y="1375137"/>
            <a:ext cx="404590" cy="297180"/>
          </a:xfrm>
          <a:prstGeom prst="ellipse">
            <a:avLst/>
          </a:prstGeom>
          <a:solidFill>
            <a:schemeClr val="bg1"/>
          </a:solidFill>
        </p:spPr>
        <p:txBody>
          <a:bodyPr wrap="square" lIns="0" tIns="0" rIns="0" bIns="0" rtlCol="0"/>
          <a:lstStyle/>
          <a:p>
            <a:r>
              <a:rPr lang="en-US" sz="1600" b="1" dirty="0"/>
              <a:t> E</a:t>
            </a:r>
            <a:endParaRPr sz="1600" b="1" dirty="0"/>
          </a:p>
        </p:txBody>
      </p:sp>
      <p:sp>
        <p:nvSpPr>
          <p:cNvPr id="7" name="object 7">
            <a:extLst>
              <a:ext uri="{FF2B5EF4-FFF2-40B4-BE49-F238E27FC236}">
                <a16:creationId xmlns:a16="http://schemas.microsoft.com/office/drawing/2014/main" id="{BC1F4359-D0BF-3567-DDC5-E57E02BA34D6}"/>
              </a:ext>
            </a:extLst>
          </p:cNvPr>
          <p:cNvSpPr/>
          <p:nvPr/>
        </p:nvSpPr>
        <p:spPr>
          <a:xfrm>
            <a:off x="8905415" y="1375137"/>
            <a:ext cx="404590" cy="297180"/>
          </a:xfrm>
          <a:prstGeom prst="ellipse">
            <a:avLst/>
          </a:prstGeom>
          <a:solidFill>
            <a:schemeClr val="bg1"/>
          </a:solidFill>
          <a:ln w="25399">
            <a:solidFill>
              <a:srgbClr val="839950"/>
            </a:solidFill>
          </a:ln>
        </p:spPr>
        <p:txBody>
          <a:bodyPr wrap="square" lIns="0" tIns="0" rIns="0" bIns="0" rtlCol="0"/>
          <a:lstStyle/>
          <a:p>
            <a:r>
              <a:rPr lang="en-US" sz="1600" b="1" dirty="0"/>
              <a:t> 9</a:t>
            </a:r>
            <a:endParaRPr sz="1600" b="1" dirty="0"/>
          </a:p>
        </p:txBody>
      </p:sp>
      <p:sp>
        <p:nvSpPr>
          <p:cNvPr id="8" name="object 8">
            <a:extLst>
              <a:ext uri="{FF2B5EF4-FFF2-40B4-BE49-F238E27FC236}">
                <a16:creationId xmlns:a16="http://schemas.microsoft.com/office/drawing/2014/main" id="{6D4DEDEC-8C2F-8977-E921-118255340582}"/>
              </a:ext>
            </a:extLst>
          </p:cNvPr>
          <p:cNvSpPr/>
          <p:nvPr/>
        </p:nvSpPr>
        <p:spPr>
          <a:xfrm>
            <a:off x="8108003" y="1925685"/>
            <a:ext cx="404590" cy="297180"/>
          </a:xfrm>
          <a:prstGeom prst="ellipse">
            <a:avLst/>
          </a:prstGeom>
          <a:solidFill>
            <a:schemeClr val="bg1"/>
          </a:solidFill>
        </p:spPr>
        <p:txBody>
          <a:bodyPr wrap="square" lIns="0" tIns="0" rIns="0" bIns="0" rtlCol="0"/>
          <a:lstStyle/>
          <a:p>
            <a:endParaRPr sz="1600" b="1"/>
          </a:p>
        </p:txBody>
      </p:sp>
      <p:sp>
        <p:nvSpPr>
          <p:cNvPr id="9" name="object 10">
            <a:extLst>
              <a:ext uri="{FF2B5EF4-FFF2-40B4-BE49-F238E27FC236}">
                <a16:creationId xmlns:a16="http://schemas.microsoft.com/office/drawing/2014/main" id="{8F8233EA-FC76-8856-40B4-01C9FB4B3A52}"/>
              </a:ext>
            </a:extLst>
          </p:cNvPr>
          <p:cNvSpPr/>
          <p:nvPr/>
        </p:nvSpPr>
        <p:spPr>
          <a:xfrm>
            <a:off x="7709299" y="2562976"/>
            <a:ext cx="404590" cy="297180"/>
          </a:xfrm>
          <a:prstGeom prst="ellipse">
            <a:avLst/>
          </a:prstGeom>
          <a:solidFill>
            <a:schemeClr val="bg1"/>
          </a:solidFill>
        </p:spPr>
        <p:txBody>
          <a:bodyPr wrap="square" lIns="0" tIns="0" rIns="0" bIns="0" rtlCol="0"/>
          <a:lstStyle/>
          <a:p>
            <a:endParaRPr sz="1600" b="1"/>
          </a:p>
        </p:txBody>
      </p:sp>
      <p:sp>
        <p:nvSpPr>
          <p:cNvPr id="10" name="object 12">
            <a:extLst>
              <a:ext uri="{FF2B5EF4-FFF2-40B4-BE49-F238E27FC236}">
                <a16:creationId xmlns:a16="http://schemas.microsoft.com/office/drawing/2014/main" id="{F7E2C30C-793D-51E1-9C79-F2E05793F6CD}"/>
              </a:ext>
            </a:extLst>
          </p:cNvPr>
          <p:cNvSpPr/>
          <p:nvPr/>
        </p:nvSpPr>
        <p:spPr>
          <a:xfrm>
            <a:off x="8506710" y="2562976"/>
            <a:ext cx="404590" cy="297180"/>
          </a:xfrm>
          <a:prstGeom prst="ellipse">
            <a:avLst/>
          </a:prstGeom>
          <a:solidFill>
            <a:schemeClr val="bg1"/>
          </a:solidFill>
        </p:spPr>
        <p:txBody>
          <a:bodyPr wrap="square" lIns="0" tIns="0" rIns="0" bIns="0" rtlCol="0"/>
          <a:lstStyle/>
          <a:p>
            <a:endParaRPr sz="1600" b="1"/>
          </a:p>
        </p:txBody>
      </p:sp>
      <p:sp>
        <p:nvSpPr>
          <p:cNvPr id="11" name="object 14">
            <a:extLst>
              <a:ext uri="{FF2B5EF4-FFF2-40B4-BE49-F238E27FC236}">
                <a16:creationId xmlns:a16="http://schemas.microsoft.com/office/drawing/2014/main" id="{9EB36507-B421-FE93-27A2-AAE1C03CA2FE}"/>
              </a:ext>
            </a:extLst>
          </p:cNvPr>
          <p:cNvSpPr/>
          <p:nvPr/>
        </p:nvSpPr>
        <p:spPr>
          <a:xfrm>
            <a:off x="9702825" y="1925685"/>
            <a:ext cx="404590" cy="297180"/>
          </a:xfrm>
          <a:prstGeom prst="ellipse">
            <a:avLst/>
          </a:prstGeom>
          <a:solidFill>
            <a:schemeClr val="bg1"/>
          </a:solidFill>
        </p:spPr>
        <p:txBody>
          <a:bodyPr wrap="square" lIns="0" tIns="0" rIns="0" bIns="0" rtlCol="0"/>
          <a:lstStyle/>
          <a:p>
            <a:endParaRPr sz="1600" b="1"/>
          </a:p>
        </p:txBody>
      </p:sp>
      <p:sp>
        <p:nvSpPr>
          <p:cNvPr id="12" name="object 16">
            <a:extLst>
              <a:ext uri="{FF2B5EF4-FFF2-40B4-BE49-F238E27FC236}">
                <a16:creationId xmlns:a16="http://schemas.microsoft.com/office/drawing/2014/main" id="{394AFD5C-4A49-9379-D68C-89E188FC3C64}"/>
              </a:ext>
            </a:extLst>
          </p:cNvPr>
          <p:cNvSpPr/>
          <p:nvPr/>
        </p:nvSpPr>
        <p:spPr>
          <a:xfrm>
            <a:off x="9304121" y="2567795"/>
            <a:ext cx="404590" cy="297180"/>
          </a:xfrm>
          <a:prstGeom prst="ellipse">
            <a:avLst/>
          </a:prstGeom>
          <a:solidFill>
            <a:schemeClr val="bg1"/>
          </a:solidFill>
        </p:spPr>
        <p:txBody>
          <a:bodyPr wrap="square" lIns="0" tIns="0" rIns="0" bIns="0" rtlCol="0"/>
          <a:lstStyle/>
          <a:p>
            <a:endParaRPr sz="1600" b="1"/>
          </a:p>
        </p:txBody>
      </p:sp>
      <p:sp>
        <p:nvSpPr>
          <p:cNvPr id="13" name="object 18">
            <a:extLst>
              <a:ext uri="{FF2B5EF4-FFF2-40B4-BE49-F238E27FC236}">
                <a16:creationId xmlns:a16="http://schemas.microsoft.com/office/drawing/2014/main" id="{05D49791-6443-84E6-1531-6A22BDCE6DDB}"/>
              </a:ext>
            </a:extLst>
          </p:cNvPr>
          <p:cNvSpPr/>
          <p:nvPr/>
        </p:nvSpPr>
        <p:spPr>
          <a:xfrm>
            <a:off x="10101532" y="2567795"/>
            <a:ext cx="404590" cy="297180"/>
          </a:xfrm>
          <a:prstGeom prst="ellipse">
            <a:avLst/>
          </a:prstGeom>
          <a:solidFill>
            <a:schemeClr val="bg1"/>
          </a:solidFill>
        </p:spPr>
        <p:txBody>
          <a:bodyPr wrap="square" lIns="0" tIns="0" rIns="0" bIns="0" rtlCol="0"/>
          <a:lstStyle/>
          <a:p>
            <a:endParaRPr sz="1600" b="1"/>
          </a:p>
        </p:txBody>
      </p:sp>
      <p:sp>
        <p:nvSpPr>
          <p:cNvPr id="14" name="object 38">
            <a:extLst>
              <a:ext uri="{FF2B5EF4-FFF2-40B4-BE49-F238E27FC236}">
                <a16:creationId xmlns:a16="http://schemas.microsoft.com/office/drawing/2014/main" id="{8ABEB989-8D19-AB96-3675-5D5DF1F8454D}"/>
              </a:ext>
            </a:extLst>
          </p:cNvPr>
          <p:cNvSpPr/>
          <p:nvPr/>
        </p:nvSpPr>
        <p:spPr>
          <a:xfrm>
            <a:off x="8706063" y="3245305"/>
            <a:ext cx="404590" cy="297180"/>
          </a:xfrm>
          <a:prstGeom prst="ellipse">
            <a:avLst/>
          </a:prstGeom>
          <a:solidFill>
            <a:schemeClr val="bg1"/>
          </a:solidFill>
        </p:spPr>
        <p:txBody>
          <a:bodyPr wrap="square" lIns="0" tIns="0" rIns="0" bIns="0" rtlCol="0"/>
          <a:lstStyle/>
          <a:p>
            <a:endParaRPr sz="1600" b="1"/>
          </a:p>
        </p:txBody>
      </p:sp>
      <p:sp>
        <p:nvSpPr>
          <p:cNvPr id="15" name="object 39">
            <a:extLst>
              <a:ext uri="{FF2B5EF4-FFF2-40B4-BE49-F238E27FC236}">
                <a16:creationId xmlns:a16="http://schemas.microsoft.com/office/drawing/2014/main" id="{A674AC8D-A12A-5C8C-6C73-4084564CE743}"/>
              </a:ext>
            </a:extLst>
          </p:cNvPr>
          <p:cNvSpPr/>
          <p:nvPr/>
        </p:nvSpPr>
        <p:spPr>
          <a:xfrm>
            <a:off x="8706063" y="3245305"/>
            <a:ext cx="404590" cy="297180"/>
          </a:xfrm>
          <a:prstGeom prst="ellipse">
            <a:avLst/>
          </a:prstGeom>
          <a:solidFill>
            <a:schemeClr val="bg1"/>
          </a:solidFill>
          <a:ln w="25399">
            <a:solidFill>
              <a:srgbClr val="839950"/>
            </a:solidFill>
          </a:ln>
        </p:spPr>
        <p:txBody>
          <a:bodyPr wrap="square" lIns="0" tIns="0" rIns="0" bIns="0" rtlCol="0"/>
          <a:lstStyle/>
          <a:p>
            <a:r>
              <a:rPr lang="en-US" sz="1600" b="1" dirty="0"/>
              <a:t> 1</a:t>
            </a:r>
            <a:endParaRPr sz="1600" b="1" dirty="0"/>
          </a:p>
        </p:txBody>
      </p:sp>
      <p:sp>
        <p:nvSpPr>
          <p:cNvPr id="16" name="object 40">
            <a:extLst>
              <a:ext uri="{FF2B5EF4-FFF2-40B4-BE49-F238E27FC236}">
                <a16:creationId xmlns:a16="http://schemas.microsoft.com/office/drawing/2014/main" id="{A4A509CF-244D-D8F0-B935-8BD4E40E18AB}"/>
              </a:ext>
            </a:extLst>
          </p:cNvPr>
          <p:cNvSpPr/>
          <p:nvPr/>
        </p:nvSpPr>
        <p:spPr>
          <a:xfrm>
            <a:off x="9902178" y="3245305"/>
            <a:ext cx="404590" cy="297180"/>
          </a:xfrm>
          <a:prstGeom prst="ellipse">
            <a:avLst/>
          </a:prstGeom>
          <a:solidFill>
            <a:schemeClr val="bg1"/>
          </a:solidFill>
        </p:spPr>
        <p:txBody>
          <a:bodyPr wrap="square" lIns="0" tIns="0" rIns="0" bIns="0" rtlCol="0"/>
          <a:lstStyle/>
          <a:p>
            <a:endParaRPr sz="1600" b="1"/>
          </a:p>
        </p:txBody>
      </p:sp>
      <p:cxnSp>
        <p:nvCxnSpPr>
          <p:cNvPr id="17" name="直接箭头连接符 93">
            <a:extLst>
              <a:ext uri="{FF2B5EF4-FFF2-40B4-BE49-F238E27FC236}">
                <a16:creationId xmlns:a16="http://schemas.microsoft.com/office/drawing/2014/main" id="{24AE65F0-16C2-AF93-007F-67E0471645A5}"/>
              </a:ext>
            </a:extLst>
          </p:cNvPr>
          <p:cNvCxnSpPr>
            <a:stCxn id="7" idx="5"/>
          </p:cNvCxnSpPr>
          <p:nvPr/>
        </p:nvCxnSpPr>
        <p:spPr>
          <a:xfrm>
            <a:off x="9250754" y="1628796"/>
            <a:ext cx="773570" cy="4177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94">
            <a:extLst>
              <a:ext uri="{FF2B5EF4-FFF2-40B4-BE49-F238E27FC236}">
                <a16:creationId xmlns:a16="http://schemas.microsoft.com/office/drawing/2014/main" id="{F5FD4674-B237-0C89-C1B9-CD7441F0D560}"/>
              </a:ext>
            </a:extLst>
          </p:cNvPr>
          <p:cNvCxnSpPr>
            <a:stCxn id="7" idx="3"/>
            <a:endCxn id="28" idx="7"/>
          </p:cNvCxnSpPr>
          <p:nvPr/>
        </p:nvCxnSpPr>
        <p:spPr>
          <a:xfrm flipH="1">
            <a:off x="8144969" y="1628796"/>
            <a:ext cx="819697" cy="3833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95">
            <a:extLst>
              <a:ext uri="{FF2B5EF4-FFF2-40B4-BE49-F238E27FC236}">
                <a16:creationId xmlns:a16="http://schemas.microsoft.com/office/drawing/2014/main" id="{4052A9FD-074A-DED0-CD34-2E25495BB5B1}"/>
              </a:ext>
            </a:extLst>
          </p:cNvPr>
          <p:cNvCxnSpPr/>
          <p:nvPr/>
        </p:nvCxnSpPr>
        <p:spPr>
          <a:xfrm flipH="1">
            <a:off x="7649153" y="2179344"/>
            <a:ext cx="257714" cy="3836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96">
            <a:extLst>
              <a:ext uri="{FF2B5EF4-FFF2-40B4-BE49-F238E27FC236}">
                <a16:creationId xmlns:a16="http://schemas.microsoft.com/office/drawing/2014/main" id="{449AF74A-DF00-6ECE-0A42-289F64448710}"/>
              </a:ext>
            </a:extLst>
          </p:cNvPr>
          <p:cNvCxnSpPr>
            <a:stCxn id="32" idx="3"/>
            <a:endCxn id="29" idx="0"/>
          </p:cNvCxnSpPr>
          <p:nvPr/>
        </p:nvCxnSpPr>
        <p:spPr>
          <a:xfrm flipH="1">
            <a:off x="9632237" y="2261879"/>
            <a:ext cx="363623" cy="41005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97">
            <a:extLst>
              <a:ext uri="{FF2B5EF4-FFF2-40B4-BE49-F238E27FC236}">
                <a16:creationId xmlns:a16="http://schemas.microsoft.com/office/drawing/2014/main" id="{EECD26C6-D4CC-3EDD-5689-0EEE186FF44A}"/>
              </a:ext>
            </a:extLst>
          </p:cNvPr>
          <p:cNvCxnSpPr>
            <a:stCxn id="28" idx="5"/>
            <a:endCxn id="27" idx="0"/>
          </p:cNvCxnSpPr>
          <p:nvPr/>
        </p:nvCxnSpPr>
        <p:spPr>
          <a:xfrm>
            <a:off x="8144969" y="2222275"/>
            <a:ext cx="403064" cy="4286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98">
            <a:extLst>
              <a:ext uri="{FF2B5EF4-FFF2-40B4-BE49-F238E27FC236}">
                <a16:creationId xmlns:a16="http://schemas.microsoft.com/office/drawing/2014/main" id="{476304AC-C94B-8807-8892-D49AE1D068E1}"/>
              </a:ext>
            </a:extLst>
          </p:cNvPr>
          <p:cNvCxnSpPr>
            <a:endCxn id="31" idx="0"/>
          </p:cNvCxnSpPr>
          <p:nvPr/>
        </p:nvCxnSpPr>
        <p:spPr>
          <a:xfrm>
            <a:off x="10330730" y="2270615"/>
            <a:ext cx="363575" cy="2317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99">
            <a:extLst>
              <a:ext uri="{FF2B5EF4-FFF2-40B4-BE49-F238E27FC236}">
                <a16:creationId xmlns:a16="http://schemas.microsoft.com/office/drawing/2014/main" id="{0B650F02-BB93-B8B9-7597-0EA26A4E8B03}"/>
              </a:ext>
            </a:extLst>
          </p:cNvPr>
          <p:cNvCxnSpPr>
            <a:endCxn id="14" idx="0"/>
          </p:cNvCxnSpPr>
          <p:nvPr/>
        </p:nvCxnSpPr>
        <p:spPr>
          <a:xfrm>
            <a:off x="8706101" y="2860157"/>
            <a:ext cx="202257" cy="3851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100">
            <a:extLst>
              <a:ext uri="{FF2B5EF4-FFF2-40B4-BE49-F238E27FC236}">
                <a16:creationId xmlns:a16="http://schemas.microsoft.com/office/drawing/2014/main" id="{E6468307-064D-60E6-6ACD-7F6BF276AE70}"/>
              </a:ext>
            </a:extLst>
          </p:cNvPr>
          <p:cNvCxnSpPr/>
          <p:nvPr/>
        </p:nvCxnSpPr>
        <p:spPr>
          <a:xfrm flipH="1">
            <a:off x="10462240" y="2799535"/>
            <a:ext cx="189437" cy="4549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object 11">
            <a:extLst>
              <a:ext uri="{FF2B5EF4-FFF2-40B4-BE49-F238E27FC236}">
                <a16:creationId xmlns:a16="http://schemas.microsoft.com/office/drawing/2014/main" id="{2FD13FF4-45D1-3220-A9F3-626AD2D38E9B}"/>
              </a:ext>
            </a:extLst>
          </p:cNvPr>
          <p:cNvSpPr/>
          <p:nvPr/>
        </p:nvSpPr>
        <p:spPr>
          <a:xfrm>
            <a:off x="7321080" y="2459851"/>
            <a:ext cx="404590" cy="297180"/>
          </a:xfrm>
          <a:prstGeom prst="ellipse">
            <a:avLst/>
          </a:prstGeom>
          <a:solidFill>
            <a:srgbClr val="0070C0"/>
          </a:solidFill>
          <a:ln w="25399">
            <a:solidFill>
              <a:srgbClr val="839950"/>
            </a:solidFill>
          </a:ln>
        </p:spPr>
        <p:txBody>
          <a:bodyPr wrap="square" lIns="0" tIns="0" rIns="0" bIns="0" rtlCol="0"/>
          <a:lstStyle/>
          <a:p>
            <a:r>
              <a:rPr lang="en-US" sz="1600" b="1"/>
              <a:t> 1</a:t>
            </a:r>
            <a:endParaRPr sz="1600" b="1" dirty="0"/>
          </a:p>
        </p:txBody>
      </p:sp>
      <p:sp>
        <p:nvSpPr>
          <p:cNvPr id="26" name="object 11">
            <a:extLst>
              <a:ext uri="{FF2B5EF4-FFF2-40B4-BE49-F238E27FC236}">
                <a16:creationId xmlns:a16="http://schemas.microsoft.com/office/drawing/2014/main" id="{38DABD23-143D-B79E-D9C9-16B0831153CA}"/>
              </a:ext>
            </a:extLst>
          </p:cNvPr>
          <p:cNvSpPr/>
          <p:nvPr/>
        </p:nvSpPr>
        <p:spPr>
          <a:xfrm>
            <a:off x="8706025" y="3258195"/>
            <a:ext cx="404590" cy="297180"/>
          </a:xfrm>
          <a:prstGeom prst="ellipse">
            <a:avLst/>
          </a:prstGeom>
          <a:solidFill>
            <a:srgbClr val="0070C0"/>
          </a:solidFill>
          <a:ln w="25399">
            <a:solidFill>
              <a:srgbClr val="839950"/>
            </a:solidFill>
          </a:ln>
        </p:spPr>
        <p:txBody>
          <a:bodyPr wrap="square" lIns="0" tIns="0" rIns="0" bIns="0" rtlCol="0"/>
          <a:lstStyle/>
          <a:p>
            <a:r>
              <a:rPr lang="en-US" sz="1600" b="1" dirty="0"/>
              <a:t> 1</a:t>
            </a:r>
            <a:endParaRPr sz="1600" b="1" dirty="0"/>
          </a:p>
        </p:txBody>
      </p:sp>
      <p:sp>
        <p:nvSpPr>
          <p:cNvPr id="27" name="object 11">
            <a:extLst>
              <a:ext uri="{FF2B5EF4-FFF2-40B4-BE49-F238E27FC236}">
                <a16:creationId xmlns:a16="http://schemas.microsoft.com/office/drawing/2014/main" id="{CCA99143-B46E-75E4-54F7-3FADD2850C06}"/>
              </a:ext>
            </a:extLst>
          </p:cNvPr>
          <p:cNvSpPr/>
          <p:nvPr/>
        </p:nvSpPr>
        <p:spPr>
          <a:xfrm>
            <a:off x="8345738" y="2650945"/>
            <a:ext cx="404590" cy="297180"/>
          </a:xfrm>
          <a:prstGeom prst="ellipse">
            <a:avLst/>
          </a:prstGeom>
          <a:solidFill>
            <a:srgbClr val="0070C0"/>
          </a:solidFill>
          <a:ln w="25399">
            <a:solidFill>
              <a:srgbClr val="839950"/>
            </a:solidFill>
          </a:ln>
        </p:spPr>
        <p:txBody>
          <a:bodyPr wrap="square" lIns="0" tIns="0" rIns="0" bIns="0" rtlCol="0"/>
          <a:lstStyle/>
          <a:p>
            <a:r>
              <a:rPr lang="en-US" sz="1600" b="1" dirty="0"/>
              <a:t> 2</a:t>
            </a:r>
            <a:endParaRPr sz="1600" b="1" dirty="0"/>
          </a:p>
        </p:txBody>
      </p:sp>
      <p:sp>
        <p:nvSpPr>
          <p:cNvPr id="28" name="object 11">
            <a:extLst>
              <a:ext uri="{FF2B5EF4-FFF2-40B4-BE49-F238E27FC236}">
                <a16:creationId xmlns:a16="http://schemas.microsoft.com/office/drawing/2014/main" id="{A51C6882-2B61-A14C-4CA9-3FC05203B9BA}"/>
              </a:ext>
            </a:extLst>
          </p:cNvPr>
          <p:cNvSpPr/>
          <p:nvPr/>
        </p:nvSpPr>
        <p:spPr>
          <a:xfrm>
            <a:off x="7799630" y="1968616"/>
            <a:ext cx="404590" cy="297180"/>
          </a:xfrm>
          <a:prstGeom prst="ellipse">
            <a:avLst/>
          </a:prstGeom>
          <a:solidFill>
            <a:srgbClr val="0070C0"/>
          </a:solidFill>
          <a:ln w="25399">
            <a:solidFill>
              <a:srgbClr val="839950"/>
            </a:solidFill>
          </a:ln>
        </p:spPr>
        <p:txBody>
          <a:bodyPr wrap="square" lIns="0" tIns="0" rIns="0" bIns="0" rtlCol="0"/>
          <a:lstStyle/>
          <a:p>
            <a:r>
              <a:rPr lang="en-US" sz="1600" b="1" dirty="0"/>
              <a:t> 4</a:t>
            </a:r>
            <a:endParaRPr sz="1600" b="1" dirty="0"/>
          </a:p>
        </p:txBody>
      </p:sp>
      <p:sp>
        <p:nvSpPr>
          <p:cNvPr id="29" name="object 11">
            <a:extLst>
              <a:ext uri="{FF2B5EF4-FFF2-40B4-BE49-F238E27FC236}">
                <a16:creationId xmlns:a16="http://schemas.microsoft.com/office/drawing/2014/main" id="{0E1F9D70-AE86-FB85-1D84-F65327EF80D6}"/>
              </a:ext>
            </a:extLst>
          </p:cNvPr>
          <p:cNvSpPr/>
          <p:nvPr/>
        </p:nvSpPr>
        <p:spPr>
          <a:xfrm>
            <a:off x="9429942" y="2671933"/>
            <a:ext cx="404590" cy="297180"/>
          </a:xfrm>
          <a:prstGeom prst="ellipse">
            <a:avLst/>
          </a:prstGeom>
          <a:solidFill>
            <a:srgbClr val="0070C0"/>
          </a:solidFill>
          <a:ln w="25399">
            <a:solidFill>
              <a:srgbClr val="839950"/>
            </a:solidFill>
          </a:ln>
        </p:spPr>
        <p:txBody>
          <a:bodyPr wrap="square" lIns="0" tIns="0" rIns="0" bIns="0" rtlCol="0"/>
          <a:lstStyle/>
          <a:p>
            <a:r>
              <a:rPr lang="en-US" sz="1600" b="1" dirty="0"/>
              <a:t> 1</a:t>
            </a:r>
            <a:endParaRPr sz="1600" b="1" dirty="0"/>
          </a:p>
        </p:txBody>
      </p:sp>
      <p:sp>
        <p:nvSpPr>
          <p:cNvPr id="30" name="object 11">
            <a:extLst>
              <a:ext uri="{FF2B5EF4-FFF2-40B4-BE49-F238E27FC236}">
                <a16:creationId xmlns:a16="http://schemas.microsoft.com/office/drawing/2014/main" id="{8BF8B5FD-3911-676A-7B46-FE2B1B827144}"/>
              </a:ext>
            </a:extLst>
          </p:cNvPr>
          <p:cNvSpPr/>
          <p:nvPr/>
        </p:nvSpPr>
        <p:spPr>
          <a:xfrm>
            <a:off x="10227652" y="3254498"/>
            <a:ext cx="404590" cy="297180"/>
          </a:xfrm>
          <a:prstGeom prst="ellipse">
            <a:avLst/>
          </a:prstGeom>
          <a:solidFill>
            <a:srgbClr val="0070C0"/>
          </a:solidFill>
          <a:ln w="25399">
            <a:solidFill>
              <a:srgbClr val="839950"/>
            </a:solidFill>
          </a:ln>
        </p:spPr>
        <p:txBody>
          <a:bodyPr wrap="square" lIns="0" tIns="0" rIns="0" bIns="0" rtlCol="0"/>
          <a:lstStyle/>
          <a:p>
            <a:r>
              <a:rPr lang="en-US" sz="1600" b="1" dirty="0"/>
              <a:t> 1</a:t>
            </a:r>
            <a:endParaRPr sz="1600" b="1" dirty="0"/>
          </a:p>
        </p:txBody>
      </p:sp>
      <p:sp>
        <p:nvSpPr>
          <p:cNvPr id="31" name="object 11">
            <a:extLst>
              <a:ext uri="{FF2B5EF4-FFF2-40B4-BE49-F238E27FC236}">
                <a16:creationId xmlns:a16="http://schemas.microsoft.com/office/drawing/2014/main" id="{EBBAC4B4-0624-DFEC-4ACF-9853892A6DD7}"/>
              </a:ext>
            </a:extLst>
          </p:cNvPr>
          <p:cNvSpPr/>
          <p:nvPr/>
        </p:nvSpPr>
        <p:spPr>
          <a:xfrm>
            <a:off x="10492010" y="2502355"/>
            <a:ext cx="404590" cy="297180"/>
          </a:xfrm>
          <a:prstGeom prst="ellipse">
            <a:avLst/>
          </a:prstGeom>
          <a:solidFill>
            <a:srgbClr val="0070C0"/>
          </a:solidFill>
          <a:ln w="25399">
            <a:solidFill>
              <a:srgbClr val="839950"/>
            </a:solidFill>
          </a:ln>
        </p:spPr>
        <p:txBody>
          <a:bodyPr wrap="square" lIns="0" tIns="0" rIns="0" bIns="0" rtlCol="0"/>
          <a:lstStyle/>
          <a:p>
            <a:r>
              <a:rPr lang="en-US" sz="1600" b="1" dirty="0"/>
              <a:t> 2</a:t>
            </a:r>
            <a:endParaRPr sz="1600" b="1" dirty="0"/>
          </a:p>
        </p:txBody>
      </p:sp>
      <p:sp>
        <p:nvSpPr>
          <p:cNvPr id="32" name="object 11">
            <a:extLst>
              <a:ext uri="{FF2B5EF4-FFF2-40B4-BE49-F238E27FC236}">
                <a16:creationId xmlns:a16="http://schemas.microsoft.com/office/drawing/2014/main" id="{967E7C61-D2BC-3122-3F8C-78A5D395EA9E}"/>
              </a:ext>
            </a:extLst>
          </p:cNvPr>
          <p:cNvSpPr/>
          <p:nvPr/>
        </p:nvSpPr>
        <p:spPr>
          <a:xfrm>
            <a:off x="9936609" y="2008220"/>
            <a:ext cx="404590" cy="297180"/>
          </a:xfrm>
          <a:prstGeom prst="ellipse">
            <a:avLst/>
          </a:prstGeom>
          <a:solidFill>
            <a:srgbClr val="0070C0"/>
          </a:solidFill>
          <a:ln w="25399">
            <a:solidFill>
              <a:srgbClr val="839950"/>
            </a:solidFill>
          </a:ln>
        </p:spPr>
        <p:txBody>
          <a:bodyPr wrap="square" lIns="0" tIns="0" rIns="0" bIns="0" rtlCol="0"/>
          <a:lstStyle/>
          <a:p>
            <a:r>
              <a:rPr lang="en-US" sz="1600" b="1" dirty="0"/>
              <a:t> 4</a:t>
            </a:r>
            <a:endParaRPr sz="1600" b="1" dirty="0"/>
          </a:p>
        </p:txBody>
      </p:sp>
      <p:sp>
        <p:nvSpPr>
          <p:cNvPr id="33" name="object 11">
            <a:extLst>
              <a:ext uri="{FF2B5EF4-FFF2-40B4-BE49-F238E27FC236}">
                <a16:creationId xmlns:a16="http://schemas.microsoft.com/office/drawing/2014/main" id="{3B98BAFA-532A-4EF5-3458-25BFCC35D12C}"/>
              </a:ext>
            </a:extLst>
          </p:cNvPr>
          <p:cNvSpPr/>
          <p:nvPr/>
        </p:nvSpPr>
        <p:spPr>
          <a:xfrm>
            <a:off x="8886534" y="1388027"/>
            <a:ext cx="404590" cy="297180"/>
          </a:xfrm>
          <a:prstGeom prst="ellipse">
            <a:avLst/>
          </a:prstGeom>
          <a:solidFill>
            <a:srgbClr val="0070C0"/>
          </a:solidFill>
          <a:ln w="25399">
            <a:solidFill>
              <a:srgbClr val="839950"/>
            </a:solidFill>
          </a:ln>
        </p:spPr>
        <p:txBody>
          <a:bodyPr wrap="square" lIns="0" tIns="0" rIns="0" bIns="0" rtlCol="0"/>
          <a:lstStyle/>
          <a:p>
            <a:r>
              <a:rPr lang="en-US" sz="1600" b="1" dirty="0"/>
              <a:t> 9</a:t>
            </a:r>
            <a:endParaRPr sz="1600" b="1" dirty="0"/>
          </a:p>
        </p:txBody>
      </p:sp>
      <p:sp>
        <p:nvSpPr>
          <p:cNvPr id="34" name="TextBox 33">
            <a:extLst>
              <a:ext uri="{FF2B5EF4-FFF2-40B4-BE49-F238E27FC236}">
                <a16:creationId xmlns:a16="http://schemas.microsoft.com/office/drawing/2014/main" id="{32906292-AC6E-D286-9711-F999C8401904}"/>
              </a:ext>
            </a:extLst>
          </p:cNvPr>
          <p:cNvSpPr txBox="1"/>
          <p:nvPr/>
        </p:nvSpPr>
        <p:spPr>
          <a:xfrm>
            <a:off x="457200" y="4667207"/>
            <a:ext cx="11277600" cy="1200329"/>
          </a:xfrm>
          <a:prstGeom prst="rect">
            <a:avLst/>
          </a:prstGeom>
          <a:noFill/>
          <a:ln>
            <a:solidFill>
              <a:schemeClr val="tx1"/>
            </a:solidFill>
          </a:ln>
        </p:spPr>
        <p:txBody>
          <a:bodyPr wrap="square" rtlCol="0">
            <a:spAutoFit/>
          </a:bodyPr>
          <a:lstStyle/>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def</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count_nodes</a:t>
            </a:r>
            <a:r>
              <a:rPr lang="en-US" dirty="0">
                <a:latin typeface="Courier New" panose="02070309020205020404" pitchFamily="49" charset="0"/>
                <a:cs typeface="Courier New" panose="02070309020205020404" pitchFamily="49" charset="0"/>
              </a:rPr>
              <a:t>(self, node):</a:t>
            </a:r>
          </a:p>
          <a:p>
            <a:r>
              <a:rPr lang="en-US" dirty="0">
                <a:latin typeface="Courier New" panose="02070309020205020404" pitchFamily="49" charset="0"/>
                <a:cs typeface="Courier New" panose="02070309020205020404" pitchFamily="49" charset="0"/>
              </a:rPr>
              <a:t>        if not node:</a:t>
            </a:r>
          </a:p>
          <a:p>
            <a:r>
              <a:rPr lang="en-US" dirty="0">
                <a:latin typeface="Courier New" panose="02070309020205020404" pitchFamily="49" charset="0"/>
                <a:cs typeface="Courier New" panose="02070309020205020404" pitchFamily="49" charset="0"/>
              </a:rPr>
              <a:t>            return 0</a:t>
            </a:r>
          </a:p>
          <a:p>
            <a:r>
              <a:rPr lang="en-US"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return 1 + </a:t>
            </a:r>
            <a:r>
              <a:rPr lang="en-US" b="1" dirty="0" err="1">
                <a:solidFill>
                  <a:srgbClr val="FF0000"/>
                </a:solidFill>
                <a:latin typeface="Courier New" panose="02070309020205020404" pitchFamily="49" charset="0"/>
                <a:cs typeface="Courier New" panose="02070309020205020404" pitchFamily="49" charset="0"/>
              </a:rPr>
              <a:t>self.count_nodes</a:t>
            </a:r>
            <a:r>
              <a:rPr lang="en-US" b="1" dirty="0">
                <a:solidFill>
                  <a:srgbClr val="FF0000"/>
                </a:solidFill>
                <a:latin typeface="Courier New" panose="02070309020205020404" pitchFamily="49" charset="0"/>
                <a:cs typeface="Courier New" panose="02070309020205020404" pitchFamily="49" charset="0"/>
              </a:rPr>
              <a:t>(</a:t>
            </a:r>
            <a:r>
              <a:rPr lang="en-US" b="1" dirty="0" err="1">
                <a:solidFill>
                  <a:srgbClr val="FF0000"/>
                </a:solidFill>
                <a:latin typeface="Courier New" panose="02070309020205020404" pitchFamily="49" charset="0"/>
                <a:cs typeface="Courier New" panose="02070309020205020404" pitchFamily="49" charset="0"/>
              </a:rPr>
              <a:t>node.left</a:t>
            </a:r>
            <a:r>
              <a:rPr lang="en-US" b="1" dirty="0">
                <a:solidFill>
                  <a:srgbClr val="FF0000"/>
                </a:solidFill>
                <a:latin typeface="Courier New" panose="02070309020205020404" pitchFamily="49" charset="0"/>
                <a:cs typeface="Courier New" panose="02070309020205020404" pitchFamily="49" charset="0"/>
              </a:rPr>
              <a:t>) + </a:t>
            </a:r>
            <a:r>
              <a:rPr lang="en-US" b="1" dirty="0" err="1">
                <a:solidFill>
                  <a:srgbClr val="FF0000"/>
                </a:solidFill>
                <a:latin typeface="Courier New" panose="02070309020205020404" pitchFamily="49" charset="0"/>
                <a:cs typeface="Courier New" panose="02070309020205020404" pitchFamily="49" charset="0"/>
              </a:rPr>
              <a:t>self.count_nodes</a:t>
            </a:r>
            <a:r>
              <a:rPr lang="en-US" b="1" dirty="0">
                <a:solidFill>
                  <a:srgbClr val="FF0000"/>
                </a:solidFill>
                <a:latin typeface="Courier New" panose="02070309020205020404" pitchFamily="49" charset="0"/>
                <a:cs typeface="Courier New" panose="02070309020205020404" pitchFamily="49" charset="0"/>
              </a:rPr>
              <a:t>(</a:t>
            </a:r>
            <a:r>
              <a:rPr lang="en-US" b="1" dirty="0" err="1">
                <a:solidFill>
                  <a:srgbClr val="FF0000"/>
                </a:solidFill>
                <a:latin typeface="Courier New" panose="02070309020205020404" pitchFamily="49" charset="0"/>
                <a:cs typeface="Courier New" panose="02070309020205020404" pitchFamily="49" charset="0"/>
              </a:rPr>
              <a:t>node.right</a:t>
            </a:r>
            <a:r>
              <a:rPr lang="en-US" b="1" dirty="0">
                <a:solidFill>
                  <a:srgbClr val="FF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29140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grpId="1" nodeType="clickEffect">
                                  <p:stCondLst>
                                    <p:cond delay="0"/>
                                  </p:stCondLst>
                                  <p:childTnLst>
                                    <p:animMotion origin="layout" path="M 4.375E-6 4.07407E-6 L -0.09362 0.08657 " pathEditMode="relative" rAng="0" ptsTypes="AA">
                                      <p:cBhvr>
                                        <p:cTn id="11" dur="2000" fill="hold"/>
                                        <p:tgtEl>
                                          <p:spTgt spid="5"/>
                                        </p:tgtEl>
                                        <p:attrNameLst>
                                          <p:attrName>ppt_x</p:attrName>
                                          <p:attrName>ppt_y</p:attrName>
                                        </p:attrNameLst>
                                      </p:cBhvr>
                                      <p:rCtr x="-4688" y="4329"/>
                                    </p:animMotion>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grpId="2" nodeType="clickEffect">
                                  <p:stCondLst>
                                    <p:cond delay="0"/>
                                  </p:stCondLst>
                                  <p:childTnLst>
                                    <p:animMotion origin="layout" path="M -0.09362 0.08657 L -0.13073 0.15416 " pathEditMode="relative" rAng="0" ptsTypes="AA">
                                      <p:cBhvr>
                                        <p:cTn id="15" dur="2000" fill="hold"/>
                                        <p:tgtEl>
                                          <p:spTgt spid="5"/>
                                        </p:tgtEl>
                                        <p:attrNameLst>
                                          <p:attrName>ppt_x</p:attrName>
                                          <p:attrName>ppt_y</p:attrName>
                                        </p:attrNameLst>
                                      </p:cBhvr>
                                      <p:rCtr x="-1862" y="3380"/>
                                    </p:animMotion>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p:cTn id="20" dur="500" fill="hold"/>
                                        <p:tgtEl>
                                          <p:spTgt spid="25"/>
                                        </p:tgtEl>
                                        <p:attrNameLst>
                                          <p:attrName>ppt_w</p:attrName>
                                        </p:attrNameLst>
                                      </p:cBhvr>
                                      <p:tavLst>
                                        <p:tav tm="0">
                                          <p:val>
                                            <p:fltVal val="0"/>
                                          </p:val>
                                        </p:tav>
                                        <p:tav tm="100000">
                                          <p:val>
                                            <p:strVal val="#ppt_w"/>
                                          </p:val>
                                        </p:tav>
                                      </p:tavLst>
                                    </p:anim>
                                    <p:anim calcmode="lin" valueType="num">
                                      <p:cBhvr>
                                        <p:cTn id="21" dur="500" fill="hold"/>
                                        <p:tgtEl>
                                          <p:spTgt spid="25"/>
                                        </p:tgtEl>
                                        <p:attrNameLst>
                                          <p:attrName>ppt_h</p:attrName>
                                        </p:attrNameLst>
                                      </p:cBhvr>
                                      <p:tavLst>
                                        <p:tav tm="0">
                                          <p:val>
                                            <p:fltVal val="0"/>
                                          </p:val>
                                        </p:tav>
                                        <p:tav tm="100000">
                                          <p:val>
                                            <p:strVal val="#ppt_h"/>
                                          </p:val>
                                        </p:tav>
                                      </p:tavLst>
                                    </p:anim>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path" presetSubtype="0" accel="50000" decel="50000" fill="hold" grpId="3" nodeType="clickEffect">
                                  <p:stCondLst>
                                    <p:cond delay="0"/>
                                  </p:stCondLst>
                                  <p:childTnLst>
                                    <p:animMotion origin="layout" path="M -0.13073 0.15416 L -0.09362 0.08657 " pathEditMode="relative" rAng="0" ptsTypes="AA">
                                      <p:cBhvr>
                                        <p:cTn id="26" dur="2000" fill="hold"/>
                                        <p:tgtEl>
                                          <p:spTgt spid="5"/>
                                        </p:tgtEl>
                                        <p:attrNameLst>
                                          <p:attrName>ppt_x</p:attrName>
                                          <p:attrName>ppt_y</p:attrName>
                                        </p:attrNameLst>
                                      </p:cBhvr>
                                      <p:rCtr x="1849" y="-3380"/>
                                    </p:animMotion>
                                  </p:childTnLst>
                                </p:cTn>
                              </p:par>
                            </p:childTnLst>
                          </p:cTn>
                        </p:par>
                      </p:childTnLst>
                    </p:cTn>
                  </p:par>
                  <p:par>
                    <p:cTn id="27" fill="hold">
                      <p:stCondLst>
                        <p:cond delay="indefinite"/>
                      </p:stCondLst>
                      <p:childTnLst>
                        <p:par>
                          <p:cTn id="28" fill="hold">
                            <p:stCondLst>
                              <p:cond delay="0"/>
                            </p:stCondLst>
                            <p:childTnLst>
                              <p:par>
                                <p:cTn id="29" presetID="42" presetClass="path" presetSubtype="0" accel="50000" decel="50000" fill="hold" grpId="4" nodeType="clickEffect">
                                  <p:stCondLst>
                                    <p:cond delay="0"/>
                                  </p:stCondLst>
                                  <p:childTnLst>
                                    <p:animMotion origin="layout" path="M -0.09362 0.08657 L -0.04362 0.18472 " pathEditMode="relative" rAng="0" ptsTypes="AA">
                                      <p:cBhvr>
                                        <p:cTn id="30" dur="2000" fill="hold"/>
                                        <p:tgtEl>
                                          <p:spTgt spid="5"/>
                                        </p:tgtEl>
                                        <p:attrNameLst>
                                          <p:attrName>ppt_x</p:attrName>
                                          <p:attrName>ppt_y</p:attrName>
                                        </p:attrNameLst>
                                      </p:cBhvr>
                                      <p:rCtr x="2500" y="4907"/>
                                    </p:animMotion>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grpId="5" nodeType="clickEffect">
                                  <p:stCondLst>
                                    <p:cond delay="0"/>
                                  </p:stCondLst>
                                  <p:childTnLst>
                                    <p:animMotion origin="layout" path="M -0.04362 0.18472 L -0.02188 0.27777 " pathEditMode="relative" rAng="0" ptsTypes="AA">
                                      <p:cBhvr>
                                        <p:cTn id="34" dur="2000" fill="hold"/>
                                        <p:tgtEl>
                                          <p:spTgt spid="5"/>
                                        </p:tgtEl>
                                        <p:attrNameLst>
                                          <p:attrName>ppt_x</p:attrName>
                                          <p:attrName>ppt_y</p:attrName>
                                        </p:attrNameLst>
                                      </p:cBhvr>
                                      <p:rCtr x="1081" y="4653"/>
                                    </p:animMotion>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p:cTn id="39" dur="500" fill="hold"/>
                                        <p:tgtEl>
                                          <p:spTgt spid="26"/>
                                        </p:tgtEl>
                                        <p:attrNameLst>
                                          <p:attrName>ppt_w</p:attrName>
                                        </p:attrNameLst>
                                      </p:cBhvr>
                                      <p:tavLst>
                                        <p:tav tm="0">
                                          <p:val>
                                            <p:fltVal val="0"/>
                                          </p:val>
                                        </p:tav>
                                        <p:tav tm="100000">
                                          <p:val>
                                            <p:strVal val="#ppt_w"/>
                                          </p:val>
                                        </p:tav>
                                      </p:tavLst>
                                    </p:anim>
                                    <p:anim calcmode="lin" valueType="num">
                                      <p:cBhvr>
                                        <p:cTn id="40" dur="500" fill="hold"/>
                                        <p:tgtEl>
                                          <p:spTgt spid="26"/>
                                        </p:tgtEl>
                                        <p:attrNameLst>
                                          <p:attrName>ppt_h</p:attrName>
                                        </p:attrNameLst>
                                      </p:cBhvr>
                                      <p:tavLst>
                                        <p:tav tm="0">
                                          <p:val>
                                            <p:fltVal val="0"/>
                                          </p:val>
                                        </p:tav>
                                        <p:tav tm="100000">
                                          <p:val>
                                            <p:strVal val="#ppt_h"/>
                                          </p:val>
                                        </p:tav>
                                      </p:tavLst>
                                    </p:anim>
                                    <p:animEffect transition="in" filter="fade">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path" presetSubtype="0" accel="50000" decel="50000" fill="hold" grpId="6" nodeType="clickEffect">
                                  <p:stCondLst>
                                    <p:cond delay="0"/>
                                  </p:stCondLst>
                                  <p:childTnLst>
                                    <p:animMotion origin="layout" path="M -0.02188 0.27777 L -0.04362 0.18472 " pathEditMode="relative" rAng="0" ptsTypes="AA">
                                      <p:cBhvr>
                                        <p:cTn id="45" dur="2000" fill="hold"/>
                                        <p:tgtEl>
                                          <p:spTgt spid="5"/>
                                        </p:tgtEl>
                                        <p:attrNameLst>
                                          <p:attrName>ppt_x</p:attrName>
                                          <p:attrName>ppt_y</p:attrName>
                                        </p:attrNameLst>
                                      </p:cBhvr>
                                      <p:rCtr x="-1094" y="-4653"/>
                                    </p:animMotion>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ppt_w</p:attrName>
                                        </p:attrNameLst>
                                      </p:cBhvr>
                                      <p:tavLst>
                                        <p:tav tm="0">
                                          <p:val>
                                            <p:fltVal val="0"/>
                                          </p:val>
                                        </p:tav>
                                        <p:tav tm="100000">
                                          <p:val>
                                            <p:strVal val="#ppt_w"/>
                                          </p:val>
                                        </p:tav>
                                      </p:tavLst>
                                    </p:anim>
                                    <p:anim calcmode="lin" valueType="num">
                                      <p:cBhvr>
                                        <p:cTn id="51" dur="500" fill="hold"/>
                                        <p:tgtEl>
                                          <p:spTgt spid="27"/>
                                        </p:tgtEl>
                                        <p:attrNameLst>
                                          <p:attrName>ppt_h</p:attrName>
                                        </p:attrNameLst>
                                      </p:cBhvr>
                                      <p:tavLst>
                                        <p:tav tm="0">
                                          <p:val>
                                            <p:fltVal val="0"/>
                                          </p:val>
                                        </p:tav>
                                        <p:tav tm="100000">
                                          <p:val>
                                            <p:strVal val="#ppt_h"/>
                                          </p:val>
                                        </p:tav>
                                      </p:tavLst>
                                    </p:anim>
                                    <p:animEffect transition="in" filter="fade">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path" presetSubtype="0" accel="50000" decel="50000" fill="hold" grpId="7" nodeType="clickEffect">
                                  <p:stCondLst>
                                    <p:cond delay="0"/>
                                  </p:stCondLst>
                                  <p:childTnLst>
                                    <p:animMotion origin="layout" path="M -0.04362 0.18472 L -0.09362 0.08657 " pathEditMode="relative" rAng="0" ptsTypes="AA">
                                      <p:cBhvr>
                                        <p:cTn id="56" dur="2000" fill="hold"/>
                                        <p:tgtEl>
                                          <p:spTgt spid="5"/>
                                        </p:tgtEl>
                                        <p:attrNameLst>
                                          <p:attrName>ppt_x</p:attrName>
                                          <p:attrName>ppt_y</p:attrName>
                                        </p:attrNameLst>
                                      </p:cBhvr>
                                      <p:rCtr x="-2500" y="-4907"/>
                                    </p:animMotion>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p:cTn id="61" dur="500" fill="hold"/>
                                        <p:tgtEl>
                                          <p:spTgt spid="28"/>
                                        </p:tgtEl>
                                        <p:attrNameLst>
                                          <p:attrName>ppt_w</p:attrName>
                                        </p:attrNameLst>
                                      </p:cBhvr>
                                      <p:tavLst>
                                        <p:tav tm="0">
                                          <p:val>
                                            <p:fltVal val="0"/>
                                          </p:val>
                                        </p:tav>
                                        <p:tav tm="100000">
                                          <p:val>
                                            <p:strVal val="#ppt_w"/>
                                          </p:val>
                                        </p:tav>
                                      </p:tavLst>
                                    </p:anim>
                                    <p:anim calcmode="lin" valueType="num">
                                      <p:cBhvr>
                                        <p:cTn id="62" dur="500" fill="hold"/>
                                        <p:tgtEl>
                                          <p:spTgt spid="28"/>
                                        </p:tgtEl>
                                        <p:attrNameLst>
                                          <p:attrName>ppt_h</p:attrName>
                                        </p:attrNameLst>
                                      </p:cBhvr>
                                      <p:tavLst>
                                        <p:tav tm="0">
                                          <p:val>
                                            <p:fltVal val="0"/>
                                          </p:val>
                                        </p:tav>
                                        <p:tav tm="100000">
                                          <p:val>
                                            <p:strVal val="#ppt_h"/>
                                          </p:val>
                                        </p:tav>
                                      </p:tavLst>
                                    </p:anim>
                                    <p:animEffect transition="in" filter="fade">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42" presetClass="path" presetSubtype="0" accel="50000" decel="50000" fill="hold" grpId="8" nodeType="clickEffect">
                                  <p:stCondLst>
                                    <p:cond delay="0"/>
                                  </p:stCondLst>
                                  <p:childTnLst>
                                    <p:animMotion origin="layout" path="M -0.09362 0.08657 L 4.375E-6 4.07407E-6 " pathEditMode="relative" rAng="0" ptsTypes="AA">
                                      <p:cBhvr>
                                        <p:cTn id="67" dur="2000" fill="hold"/>
                                        <p:tgtEl>
                                          <p:spTgt spid="5"/>
                                        </p:tgtEl>
                                        <p:attrNameLst>
                                          <p:attrName>ppt_x</p:attrName>
                                          <p:attrName>ppt_y</p:attrName>
                                        </p:attrNameLst>
                                      </p:cBhvr>
                                      <p:rCtr x="4674" y="-4329"/>
                                    </p:animMotion>
                                  </p:childTnLst>
                                </p:cTn>
                              </p:par>
                            </p:childTnLst>
                          </p:cTn>
                        </p:par>
                      </p:childTnLst>
                    </p:cTn>
                  </p:par>
                  <p:par>
                    <p:cTn id="68" fill="hold">
                      <p:stCondLst>
                        <p:cond delay="indefinite"/>
                      </p:stCondLst>
                      <p:childTnLst>
                        <p:par>
                          <p:cTn id="69" fill="hold">
                            <p:stCondLst>
                              <p:cond delay="0"/>
                            </p:stCondLst>
                            <p:childTnLst>
                              <p:par>
                                <p:cTn id="70" presetID="42" presetClass="path" presetSubtype="0" accel="50000" decel="50000" fill="hold" grpId="9" nodeType="clickEffect">
                                  <p:stCondLst>
                                    <p:cond delay="0"/>
                                  </p:stCondLst>
                                  <p:childTnLst>
                                    <p:animMotion origin="layout" path="M 4.375E-6 4.07407E-6 L 0.08711 0.08726 " pathEditMode="relative" rAng="0" ptsTypes="AA">
                                      <p:cBhvr>
                                        <p:cTn id="71" dur="2000" fill="hold"/>
                                        <p:tgtEl>
                                          <p:spTgt spid="5"/>
                                        </p:tgtEl>
                                        <p:attrNameLst>
                                          <p:attrName>ppt_x</p:attrName>
                                          <p:attrName>ppt_y</p:attrName>
                                        </p:attrNameLst>
                                      </p:cBhvr>
                                      <p:rCtr x="4349" y="4352"/>
                                    </p:animMotion>
                                  </p:childTnLst>
                                </p:cTn>
                              </p:par>
                            </p:childTnLst>
                          </p:cTn>
                        </p:par>
                      </p:childTnLst>
                    </p:cTn>
                  </p:par>
                  <p:par>
                    <p:cTn id="72" fill="hold">
                      <p:stCondLst>
                        <p:cond delay="indefinite"/>
                      </p:stCondLst>
                      <p:childTnLst>
                        <p:par>
                          <p:cTn id="73" fill="hold">
                            <p:stCondLst>
                              <p:cond delay="0"/>
                            </p:stCondLst>
                            <p:childTnLst>
                              <p:par>
                                <p:cTn id="74" presetID="42" presetClass="path" presetSubtype="0" accel="50000" decel="50000" fill="hold" grpId="10" nodeType="clickEffect">
                                  <p:stCondLst>
                                    <p:cond delay="0"/>
                                  </p:stCondLst>
                                  <p:childTnLst>
                                    <p:animMotion origin="layout" path="M 0.08711 0.08726 L 0.04388 0.18541 " pathEditMode="relative" rAng="0" ptsTypes="AA">
                                      <p:cBhvr>
                                        <p:cTn id="75" dur="2000" fill="hold"/>
                                        <p:tgtEl>
                                          <p:spTgt spid="5"/>
                                        </p:tgtEl>
                                        <p:attrNameLst>
                                          <p:attrName>ppt_x</p:attrName>
                                          <p:attrName>ppt_y</p:attrName>
                                        </p:attrNameLst>
                                      </p:cBhvr>
                                      <p:rCtr x="-2161" y="4907"/>
                                    </p:animMotion>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29"/>
                                        </p:tgtEl>
                                        <p:attrNameLst>
                                          <p:attrName>style.visibility</p:attrName>
                                        </p:attrNameLst>
                                      </p:cBhvr>
                                      <p:to>
                                        <p:strVal val="visible"/>
                                      </p:to>
                                    </p:set>
                                    <p:anim calcmode="lin" valueType="num">
                                      <p:cBhvr>
                                        <p:cTn id="80" dur="500" fill="hold"/>
                                        <p:tgtEl>
                                          <p:spTgt spid="29"/>
                                        </p:tgtEl>
                                        <p:attrNameLst>
                                          <p:attrName>ppt_w</p:attrName>
                                        </p:attrNameLst>
                                      </p:cBhvr>
                                      <p:tavLst>
                                        <p:tav tm="0">
                                          <p:val>
                                            <p:fltVal val="0"/>
                                          </p:val>
                                        </p:tav>
                                        <p:tav tm="100000">
                                          <p:val>
                                            <p:strVal val="#ppt_w"/>
                                          </p:val>
                                        </p:tav>
                                      </p:tavLst>
                                    </p:anim>
                                    <p:anim calcmode="lin" valueType="num">
                                      <p:cBhvr>
                                        <p:cTn id="81" dur="500" fill="hold"/>
                                        <p:tgtEl>
                                          <p:spTgt spid="29"/>
                                        </p:tgtEl>
                                        <p:attrNameLst>
                                          <p:attrName>ppt_h</p:attrName>
                                        </p:attrNameLst>
                                      </p:cBhvr>
                                      <p:tavLst>
                                        <p:tav tm="0">
                                          <p:val>
                                            <p:fltVal val="0"/>
                                          </p:val>
                                        </p:tav>
                                        <p:tav tm="100000">
                                          <p:val>
                                            <p:strVal val="#ppt_h"/>
                                          </p:val>
                                        </p:tav>
                                      </p:tavLst>
                                    </p:anim>
                                    <p:animEffect transition="in" filter="fade">
                                      <p:cBhvr>
                                        <p:cTn id="82" dur="500"/>
                                        <p:tgtEl>
                                          <p:spTgt spid="29"/>
                                        </p:tgtEl>
                                      </p:cBhvr>
                                    </p:animEffect>
                                  </p:childTnLst>
                                </p:cTn>
                              </p:par>
                            </p:childTnLst>
                          </p:cTn>
                        </p:par>
                      </p:childTnLst>
                    </p:cTn>
                  </p:par>
                  <p:par>
                    <p:cTn id="83" fill="hold">
                      <p:stCondLst>
                        <p:cond delay="indefinite"/>
                      </p:stCondLst>
                      <p:childTnLst>
                        <p:par>
                          <p:cTn id="84" fill="hold">
                            <p:stCondLst>
                              <p:cond delay="0"/>
                            </p:stCondLst>
                            <p:childTnLst>
                              <p:par>
                                <p:cTn id="85" presetID="42" presetClass="path" presetSubtype="0" accel="50000" decel="50000" fill="hold" grpId="11" nodeType="clickEffect">
                                  <p:stCondLst>
                                    <p:cond delay="0"/>
                                  </p:stCondLst>
                                  <p:childTnLst>
                                    <p:animMotion origin="layout" path="M 0.04388 0.18541 L 0.08711 0.08726 " pathEditMode="relative" rAng="0" ptsTypes="AA">
                                      <p:cBhvr>
                                        <p:cTn id="86" dur="2000" fill="hold"/>
                                        <p:tgtEl>
                                          <p:spTgt spid="5"/>
                                        </p:tgtEl>
                                        <p:attrNameLst>
                                          <p:attrName>ppt_x</p:attrName>
                                          <p:attrName>ppt_y</p:attrName>
                                        </p:attrNameLst>
                                      </p:cBhvr>
                                      <p:rCtr x="2161" y="-4907"/>
                                    </p:animMotion>
                                  </p:childTnLst>
                                </p:cTn>
                              </p:par>
                            </p:childTnLst>
                          </p:cTn>
                        </p:par>
                      </p:childTnLst>
                    </p:cTn>
                  </p:par>
                  <p:par>
                    <p:cTn id="87" fill="hold">
                      <p:stCondLst>
                        <p:cond delay="indefinite"/>
                      </p:stCondLst>
                      <p:childTnLst>
                        <p:par>
                          <p:cTn id="88" fill="hold">
                            <p:stCondLst>
                              <p:cond delay="0"/>
                            </p:stCondLst>
                            <p:childTnLst>
                              <p:par>
                                <p:cTn id="89" presetID="42" presetClass="path" presetSubtype="0" accel="50000" decel="50000" fill="hold" grpId="12" nodeType="clickEffect">
                                  <p:stCondLst>
                                    <p:cond delay="0"/>
                                  </p:stCondLst>
                                  <p:childTnLst>
                                    <p:animMotion origin="layout" path="M 0.08711 0.08726 L 0.13125 0.15486 " pathEditMode="relative" rAng="0" ptsTypes="AA">
                                      <p:cBhvr>
                                        <p:cTn id="90" dur="2000" fill="hold"/>
                                        <p:tgtEl>
                                          <p:spTgt spid="5"/>
                                        </p:tgtEl>
                                        <p:attrNameLst>
                                          <p:attrName>ppt_x</p:attrName>
                                          <p:attrName>ppt_y</p:attrName>
                                        </p:attrNameLst>
                                      </p:cBhvr>
                                      <p:rCtr x="2201" y="3380"/>
                                    </p:animMotion>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grpId="13" nodeType="clickEffect">
                                  <p:stCondLst>
                                    <p:cond delay="0"/>
                                  </p:stCondLst>
                                  <p:childTnLst>
                                    <p:animMotion origin="layout" path="M 0.13125 0.15486 L 0.10872 0.27083 " pathEditMode="relative" rAng="0" ptsTypes="AA">
                                      <p:cBhvr>
                                        <p:cTn id="94" dur="2000" fill="hold"/>
                                        <p:tgtEl>
                                          <p:spTgt spid="5"/>
                                        </p:tgtEl>
                                        <p:attrNameLst>
                                          <p:attrName>ppt_x</p:attrName>
                                          <p:attrName>ppt_y</p:attrName>
                                        </p:attrNameLst>
                                      </p:cBhvr>
                                      <p:rCtr x="-1133" y="5787"/>
                                    </p:animMotion>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grpId="0" nodeType="clickEffect">
                                  <p:stCondLst>
                                    <p:cond delay="0"/>
                                  </p:stCondLst>
                                  <p:childTnLst>
                                    <p:set>
                                      <p:cBhvr>
                                        <p:cTn id="98" dur="1" fill="hold">
                                          <p:stCondLst>
                                            <p:cond delay="0"/>
                                          </p:stCondLst>
                                        </p:cTn>
                                        <p:tgtEl>
                                          <p:spTgt spid="30"/>
                                        </p:tgtEl>
                                        <p:attrNameLst>
                                          <p:attrName>style.visibility</p:attrName>
                                        </p:attrNameLst>
                                      </p:cBhvr>
                                      <p:to>
                                        <p:strVal val="visible"/>
                                      </p:to>
                                    </p:set>
                                    <p:anim calcmode="lin" valueType="num">
                                      <p:cBhvr>
                                        <p:cTn id="99" dur="500" fill="hold"/>
                                        <p:tgtEl>
                                          <p:spTgt spid="30"/>
                                        </p:tgtEl>
                                        <p:attrNameLst>
                                          <p:attrName>ppt_w</p:attrName>
                                        </p:attrNameLst>
                                      </p:cBhvr>
                                      <p:tavLst>
                                        <p:tav tm="0">
                                          <p:val>
                                            <p:fltVal val="0"/>
                                          </p:val>
                                        </p:tav>
                                        <p:tav tm="100000">
                                          <p:val>
                                            <p:strVal val="#ppt_w"/>
                                          </p:val>
                                        </p:tav>
                                      </p:tavLst>
                                    </p:anim>
                                    <p:anim calcmode="lin" valueType="num">
                                      <p:cBhvr>
                                        <p:cTn id="100" dur="500" fill="hold"/>
                                        <p:tgtEl>
                                          <p:spTgt spid="30"/>
                                        </p:tgtEl>
                                        <p:attrNameLst>
                                          <p:attrName>ppt_h</p:attrName>
                                        </p:attrNameLst>
                                      </p:cBhvr>
                                      <p:tavLst>
                                        <p:tav tm="0">
                                          <p:val>
                                            <p:fltVal val="0"/>
                                          </p:val>
                                        </p:tav>
                                        <p:tav tm="100000">
                                          <p:val>
                                            <p:strVal val="#ppt_h"/>
                                          </p:val>
                                        </p:tav>
                                      </p:tavLst>
                                    </p:anim>
                                    <p:animEffect transition="in" filter="fade">
                                      <p:cBhvr>
                                        <p:cTn id="101" dur="500"/>
                                        <p:tgtEl>
                                          <p:spTgt spid="30"/>
                                        </p:tgtEl>
                                      </p:cBhvr>
                                    </p:animEffect>
                                  </p:childTnLst>
                                </p:cTn>
                              </p:par>
                            </p:childTnLst>
                          </p:cTn>
                        </p:par>
                      </p:childTnLst>
                    </p:cTn>
                  </p:par>
                  <p:par>
                    <p:cTn id="102" fill="hold">
                      <p:stCondLst>
                        <p:cond delay="indefinite"/>
                      </p:stCondLst>
                      <p:childTnLst>
                        <p:par>
                          <p:cTn id="103" fill="hold">
                            <p:stCondLst>
                              <p:cond delay="0"/>
                            </p:stCondLst>
                            <p:childTnLst>
                              <p:par>
                                <p:cTn id="104" presetID="42" presetClass="path" presetSubtype="0" accel="50000" decel="50000" fill="hold" grpId="14" nodeType="clickEffect">
                                  <p:stCondLst>
                                    <p:cond delay="0"/>
                                  </p:stCondLst>
                                  <p:childTnLst>
                                    <p:animMotion origin="layout" path="M 0.10872 0.27083 L 0.13125 0.15486 " pathEditMode="relative" rAng="0" ptsTypes="AA">
                                      <p:cBhvr>
                                        <p:cTn id="105" dur="2000" fill="hold"/>
                                        <p:tgtEl>
                                          <p:spTgt spid="5"/>
                                        </p:tgtEl>
                                        <p:attrNameLst>
                                          <p:attrName>ppt_x</p:attrName>
                                          <p:attrName>ppt_y</p:attrName>
                                        </p:attrNameLst>
                                      </p:cBhvr>
                                      <p:rCtr x="1120" y="-5810"/>
                                    </p:animMotion>
                                  </p:childTnLst>
                                </p:cTn>
                              </p:par>
                            </p:childTnLst>
                          </p:cTn>
                        </p:par>
                      </p:childTnLst>
                    </p:cTn>
                  </p:par>
                  <p:par>
                    <p:cTn id="106" fill="hold">
                      <p:stCondLst>
                        <p:cond delay="indefinite"/>
                      </p:stCondLst>
                      <p:childTnLst>
                        <p:par>
                          <p:cTn id="107" fill="hold">
                            <p:stCondLst>
                              <p:cond delay="0"/>
                            </p:stCondLst>
                            <p:childTnLst>
                              <p:par>
                                <p:cTn id="108" presetID="53" presetClass="entr" presetSubtype="16"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 calcmode="lin" valueType="num">
                                      <p:cBhvr>
                                        <p:cTn id="110" dur="500" fill="hold"/>
                                        <p:tgtEl>
                                          <p:spTgt spid="31"/>
                                        </p:tgtEl>
                                        <p:attrNameLst>
                                          <p:attrName>ppt_w</p:attrName>
                                        </p:attrNameLst>
                                      </p:cBhvr>
                                      <p:tavLst>
                                        <p:tav tm="0">
                                          <p:val>
                                            <p:fltVal val="0"/>
                                          </p:val>
                                        </p:tav>
                                        <p:tav tm="100000">
                                          <p:val>
                                            <p:strVal val="#ppt_w"/>
                                          </p:val>
                                        </p:tav>
                                      </p:tavLst>
                                    </p:anim>
                                    <p:anim calcmode="lin" valueType="num">
                                      <p:cBhvr>
                                        <p:cTn id="111" dur="500" fill="hold"/>
                                        <p:tgtEl>
                                          <p:spTgt spid="31"/>
                                        </p:tgtEl>
                                        <p:attrNameLst>
                                          <p:attrName>ppt_h</p:attrName>
                                        </p:attrNameLst>
                                      </p:cBhvr>
                                      <p:tavLst>
                                        <p:tav tm="0">
                                          <p:val>
                                            <p:fltVal val="0"/>
                                          </p:val>
                                        </p:tav>
                                        <p:tav tm="100000">
                                          <p:val>
                                            <p:strVal val="#ppt_h"/>
                                          </p:val>
                                        </p:tav>
                                      </p:tavLst>
                                    </p:anim>
                                    <p:animEffect transition="in" filter="fade">
                                      <p:cBhvr>
                                        <p:cTn id="112" dur="500"/>
                                        <p:tgtEl>
                                          <p:spTgt spid="31"/>
                                        </p:tgtEl>
                                      </p:cBhvr>
                                    </p:animEffect>
                                  </p:childTnLst>
                                </p:cTn>
                              </p:par>
                            </p:childTnLst>
                          </p:cTn>
                        </p:par>
                      </p:childTnLst>
                    </p:cTn>
                  </p:par>
                  <p:par>
                    <p:cTn id="113" fill="hold">
                      <p:stCondLst>
                        <p:cond delay="indefinite"/>
                      </p:stCondLst>
                      <p:childTnLst>
                        <p:par>
                          <p:cTn id="114" fill="hold">
                            <p:stCondLst>
                              <p:cond delay="0"/>
                            </p:stCondLst>
                            <p:childTnLst>
                              <p:par>
                                <p:cTn id="115" presetID="42" presetClass="path" presetSubtype="0" accel="50000" decel="50000" fill="hold" grpId="15" nodeType="clickEffect">
                                  <p:stCondLst>
                                    <p:cond delay="0"/>
                                  </p:stCondLst>
                                  <p:childTnLst>
                                    <p:animMotion origin="layout" path="M 0.13125 0.15486 L 0.08711 0.08726 " pathEditMode="relative" rAng="0" ptsTypes="AA">
                                      <p:cBhvr>
                                        <p:cTn id="116" dur="2000" fill="hold"/>
                                        <p:tgtEl>
                                          <p:spTgt spid="5"/>
                                        </p:tgtEl>
                                        <p:attrNameLst>
                                          <p:attrName>ppt_x</p:attrName>
                                          <p:attrName>ppt_y</p:attrName>
                                        </p:attrNameLst>
                                      </p:cBhvr>
                                      <p:rCtr x="-2214" y="-3380"/>
                                    </p:animMotion>
                                  </p:childTnLst>
                                </p:cTn>
                              </p:par>
                            </p:childTnLst>
                          </p:cTn>
                        </p:par>
                      </p:childTnLst>
                    </p:cTn>
                  </p:par>
                  <p:par>
                    <p:cTn id="117" fill="hold">
                      <p:stCondLst>
                        <p:cond delay="indefinite"/>
                      </p:stCondLst>
                      <p:childTnLst>
                        <p:par>
                          <p:cTn id="118" fill="hold">
                            <p:stCondLst>
                              <p:cond delay="0"/>
                            </p:stCondLst>
                            <p:childTnLst>
                              <p:par>
                                <p:cTn id="119" presetID="53" presetClass="entr" presetSubtype="16" fill="hold" grpId="0" nodeType="clickEffect">
                                  <p:stCondLst>
                                    <p:cond delay="0"/>
                                  </p:stCondLst>
                                  <p:childTnLst>
                                    <p:set>
                                      <p:cBhvr>
                                        <p:cTn id="120" dur="1" fill="hold">
                                          <p:stCondLst>
                                            <p:cond delay="0"/>
                                          </p:stCondLst>
                                        </p:cTn>
                                        <p:tgtEl>
                                          <p:spTgt spid="32"/>
                                        </p:tgtEl>
                                        <p:attrNameLst>
                                          <p:attrName>style.visibility</p:attrName>
                                        </p:attrNameLst>
                                      </p:cBhvr>
                                      <p:to>
                                        <p:strVal val="visible"/>
                                      </p:to>
                                    </p:set>
                                    <p:anim calcmode="lin" valueType="num">
                                      <p:cBhvr>
                                        <p:cTn id="121" dur="500" fill="hold"/>
                                        <p:tgtEl>
                                          <p:spTgt spid="32"/>
                                        </p:tgtEl>
                                        <p:attrNameLst>
                                          <p:attrName>ppt_w</p:attrName>
                                        </p:attrNameLst>
                                      </p:cBhvr>
                                      <p:tavLst>
                                        <p:tav tm="0">
                                          <p:val>
                                            <p:fltVal val="0"/>
                                          </p:val>
                                        </p:tav>
                                        <p:tav tm="100000">
                                          <p:val>
                                            <p:strVal val="#ppt_w"/>
                                          </p:val>
                                        </p:tav>
                                      </p:tavLst>
                                    </p:anim>
                                    <p:anim calcmode="lin" valueType="num">
                                      <p:cBhvr>
                                        <p:cTn id="122" dur="500" fill="hold"/>
                                        <p:tgtEl>
                                          <p:spTgt spid="32"/>
                                        </p:tgtEl>
                                        <p:attrNameLst>
                                          <p:attrName>ppt_h</p:attrName>
                                        </p:attrNameLst>
                                      </p:cBhvr>
                                      <p:tavLst>
                                        <p:tav tm="0">
                                          <p:val>
                                            <p:fltVal val="0"/>
                                          </p:val>
                                        </p:tav>
                                        <p:tav tm="100000">
                                          <p:val>
                                            <p:strVal val="#ppt_h"/>
                                          </p:val>
                                        </p:tav>
                                      </p:tavLst>
                                    </p:anim>
                                    <p:animEffect transition="in" filter="fade">
                                      <p:cBhvr>
                                        <p:cTn id="123" dur="500"/>
                                        <p:tgtEl>
                                          <p:spTgt spid="32"/>
                                        </p:tgtEl>
                                      </p:cBhvr>
                                    </p:animEffect>
                                  </p:childTnLst>
                                </p:cTn>
                              </p:par>
                            </p:childTnLst>
                          </p:cTn>
                        </p:par>
                      </p:childTnLst>
                    </p:cTn>
                  </p:par>
                  <p:par>
                    <p:cTn id="124" fill="hold">
                      <p:stCondLst>
                        <p:cond delay="indefinite"/>
                      </p:stCondLst>
                      <p:childTnLst>
                        <p:par>
                          <p:cTn id="125" fill="hold">
                            <p:stCondLst>
                              <p:cond delay="0"/>
                            </p:stCondLst>
                            <p:childTnLst>
                              <p:par>
                                <p:cTn id="126" presetID="42" presetClass="path" presetSubtype="0" accel="50000" decel="50000" fill="hold" grpId="16" nodeType="clickEffect">
                                  <p:stCondLst>
                                    <p:cond delay="0"/>
                                  </p:stCondLst>
                                  <p:childTnLst>
                                    <p:animMotion origin="layout" path="M 0.08711 0.08726 L 4.375E-6 4.07407E-6 " pathEditMode="relative" rAng="0" ptsTypes="AA">
                                      <p:cBhvr>
                                        <p:cTn id="127" dur="2000" fill="hold"/>
                                        <p:tgtEl>
                                          <p:spTgt spid="5"/>
                                        </p:tgtEl>
                                        <p:attrNameLst>
                                          <p:attrName>ppt_x</p:attrName>
                                          <p:attrName>ppt_y</p:attrName>
                                        </p:attrNameLst>
                                      </p:cBhvr>
                                      <p:rCtr x="-4362" y="-4375"/>
                                    </p:animMotion>
                                  </p:childTnLst>
                                </p:cTn>
                              </p:par>
                            </p:childTnLst>
                          </p:cTn>
                        </p:par>
                      </p:childTnLst>
                    </p:cTn>
                  </p:par>
                  <p:par>
                    <p:cTn id="128" fill="hold">
                      <p:stCondLst>
                        <p:cond delay="indefinite"/>
                      </p:stCondLst>
                      <p:childTnLst>
                        <p:par>
                          <p:cTn id="129" fill="hold">
                            <p:stCondLst>
                              <p:cond delay="0"/>
                            </p:stCondLst>
                            <p:childTnLst>
                              <p:par>
                                <p:cTn id="130" presetID="53" presetClass="entr" presetSubtype="16" fill="hold" grpId="0" nodeType="clickEffect">
                                  <p:stCondLst>
                                    <p:cond delay="0"/>
                                  </p:stCondLst>
                                  <p:childTnLst>
                                    <p:set>
                                      <p:cBhvr>
                                        <p:cTn id="131" dur="1" fill="hold">
                                          <p:stCondLst>
                                            <p:cond delay="0"/>
                                          </p:stCondLst>
                                        </p:cTn>
                                        <p:tgtEl>
                                          <p:spTgt spid="33"/>
                                        </p:tgtEl>
                                        <p:attrNameLst>
                                          <p:attrName>style.visibility</p:attrName>
                                        </p:attrNameLst>
                                      </p:cBhvr>
                                      <p:to>
                                        <p:strVal val="visible"/>
                                      </p:to>
                                    </p:set>
                                    <p:anim calcmode="lin" valueType="num">
                                      <p:cBhvr>
                                        <p:cTn id="132" dur="500" fill="hold"/>
                                        <p:tgtEl>
                                          <p:spTgt spid="33"/>
                                        </p:tgtEl>
                                        <p:attrNameLst>
                                          <p:attrName>ppt_w</p:attrName>
                                        </p:attrNameLst>
                                      </p:cBhvr>
                                      <p:tavLst>
                                        <p:tav tm="0">
                                          <p:val>
                                            <p:fltVal val="0"/>
                                          </p:val>
                                        </p:tav>
                                        <p:tav tm="100000">
                                          <p:val>
                                            <p:strVal val="#ppt_w"/>
                                          </p:val>
                                        </p:tav>
                                      </p:tavLst>
                                    </p:anim>
                                    <p:anim calcmode="lin" valueType="num">
                                      <p:cBhvr>
                                        <p:cTn id="133" dur="500" fill="hold"/>
                                        <p:tgtEl>
                                          <p:spTgt spid="33"/>
                                        </p:tgtEl>
                                        <p:attrNameLst>
                                          <p:attrName>ppt_h</p:attrName>
                                        </p:attrNameLst>
                                      </p:cBhvr>
                                      <p:tavLst>
                                        <p:tav tm="0">
                                          <p:val>
                                            <p:fltVal val="0"/>
                                          </p:val>
                                        </p:tav>
                                        <p:tav tm="100000">
                                          <p:val>
                                            <p:strVal val="#ppt_h"/>
                                          </p:val>
                                        </p:tav>
                                      </p:tavLst>
                                    </p:anim>
                                    <p:animEffect transition="in" filter="fade">
                                      <p:cBhvr>
                                        <p:cTn id="134" dur="500"/>
                                        <p:tgtEl>
                                          <p:spTgt spid="33"/>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17" nodeType="clickEffect">
                                  <p:stCondLst>
                                    <p:cond delay="0"/>
                                  </p:stCondLst>
                                  <p:childTnLst>
                                    <p:set>
                                      <p:cBhvr>
                                        <p:cTn id="13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5" grpId="4" animBg="1"/>
      <p:bldP spid="5" grpId="5" animBg="1"/>
      <p:bldP spid="5" grpId="6" animBg="1"/>
      <p:bldP spid="5" grpId="7" animBg="1"/>
      <p:bldP spid="5" grpId="8" animBg="1"/>
      <p:bldP spid="5" grpId="9" animBg="1"/>
      <p:bldP spid="5" grpId="10" animBg="1"/>
      <p:bldP spid="5" grpId="11" animBg="1"/>
      <p:bldP spid="5" grpId="12" animBg="1"/>
      <p:bldP spid="5" grpId="13" animBg="1"/>
      <p:bldP spid="5" grpId="14" animBg="1"/>
      <p:bldP spid="5" grpId="15" animBg="1"/>
      <p:bldP spid="5" grpId="16" animBg="1"/>
      <p:bldP spid="5" grpId="17"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E7A16-12B9-B002-75D4-CAA07C9EEF14}"/>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FD027769-7C7A-3DCD-B142-AB6358FCE999}"/>
              </a:ext>
            </a:extLst>
          </p:cNvPr>
          <p:cNvSpPr>
            <a:spLocks noGrp="1"/>
          </p:cNvSpPr>
          <p:nvPr>
            <p:ph type="title"/>
          </p:nvPr>
        </p:nvSpPr>
        <p:spPr/>
        <p:txBody>
          <a:bodyPr/>
          <a:lstStyle/>
          <a:p>
            <a:pPr eaLnBrk="1" hangingPunct="1"/>
            <a:r>
              <a:rPr lang="en-SG" dirty="0"/>
              <a:t>Find the Kth-level Descendant Nodes</a:t>
            </a:r>
            <a:endParaRPr lang="en-US" altLang="en-US" dirty="0"/>
          </a:p>
        </p:txBody>
      </p:sp>
      <p:sp>
        <p:nvSpPr>
          <p:cNvPr id="2" name="Content Placeholder 1">
            <a:extLst>
              <a:ext uri="{FF2B5EF4-FFF2-40B4-BE49-F238E27FC236}">
                <a16:creationId xmlns:a16="http://schemas.microsoft.com/office/drawing/2014/main" id="{E84FABEF-BD9C-90CC-7197-FE7A8546FC03}"/>
              </a:ext>
            </a:extLst>
          </p:cNvPr>
          <p:cNvSpPr>
            <a:spLocks noGrp="1"/>
          </p:cNvSpPr>
          <p:nvPr>
            <p:ph idx="1"/>
          </p:nvPr>
        </p:nvSpPr>
        <p:spPr>
          <a:xfrm>
            <a:off x="1080656" y="948616"/>
            <a:ext cx="10819070" cy="4611210"/>
          </a:xfrm>
          <a:noFill/>
        </p:spPr>
        <p:txBody>
          <a:bodyPr/>
          <a:lstStyle/>
          <a:p>
            <a:pPr algn="just">
              <a:lnSpc>
                <a:spcPct val="100000"/>
              </a:lnSpc>
            </a:pPr>
            <a:r>
              <a:rPr lang="en-SG" sz="1800" dirty="0"/>
              <a:t>Given a node X, ﬁnd all the descendants of X</a:t>
            </a:r>
          </a:p>
          <a:p>
            <a:pPr algn="just">
              <a:lnSpc>
                <a:spcPct val="100000"/>
              </a:lnSpc>
            </a:pPr>
            <a:r>
              <a:rPr lang="en-SG" sz="1800" dirty="0"/>
              <a:t>Given node </a:t>
            </a:r>
            <a:r>
              <a:rPr lang="en-SG" sz="1800" b="1" dirty="0">
                <a:solidFill>
                  <a:srgbClr val="FF0000"/>
                </a:solidFill>
              </a:rPr>
              <a:t>E</a:t>
            </a:r>
            <a:r>
              <a:rPr lang="en-SG" sz="1800" dirty="0"/>
              <a:t> and </a:t>
            </a:r>
            <a:r>
              <a:rPr lang="en-SG" sz="1800" b="1" dirty="0">
                <a:solidFill>
                  <a:srgbClr val="FF0000"/>
                </a:solidFill>
              </a:rPr>
              <a:t>K=2</a:t>
            </a:r>
            <a:r>
              <a:rPr lang="en-SG" sz="1800" dirty="0"/>
              <a:t>, we should return its grandchild nodes A, C, and G</a:t>
            </a:r>
          </a:p>
          <a:p>
            <a:pPr algn="just">
              <a:lnSpc>
                <a:spcPct val="100000"/>
              </a:lnSpc>
            </a:pPr>
            <a:r>
              <a:rPr lang="en-SG" sz="1800" dirty="0"/>
              <a:t>What if we want to find </a:t>
            </a:r>
            <a:r>
              <a:rPr lang="en-SG" sz="1800" dirty="0">
                <a:solidFill>
                  <a:srgbClr val="FE7F00"/>
                </a:solidFill>
              </a:rPr>
              <a:t>K</a:t>
            </a:r>
            <a:r>
              <a:rPr lang="en-SG" sz="1800" baseline="30000" dirty="0">
                <a:solidFill>
                  <a:srgbClr val="FE7F00"/>
                </a:solidFill>
              </a:rPr>
              <a:t>th</a:t>
            </a:r>
            <a:r>
              <a:rPr lang="en-SG" sz="1800" dirty="0">
                <a:solidFill>
                  <a:srgbClr val="FE7F00"/>
                </a:solidFill>
              </a:rPr>
              <a:t>-level descendants</a:t>
            </a:r>
            <a:r>
              <a:rPr lang="en-SG" sz="1800" dirty="0"/>
              <a:t>?</a:t>
            </a:r>
          </a:p>
          <a:p>
            <a:pPr lvl="1" algn="just">
              <a:lnSpc>
                <a:spcPct val="100000"/>
              </a:lnSpc>
              <a:buFont typeface="Verdana" panose="020B0604030504040204" pitchFamily="34" charset="0"/>
              <a:buChar char="-"/>
            </a:pPr>
            <a:r>
              <a:rPr lang="en-SG" sz="1600" b="1" dirty="0"/>
              <a:t>Need a way to keep track of how many levels down we’ve gone</a:t>
            </a:r>
          </a:p>
          <a:p>
            <a:endParaRPr lang="en-SG" dirty="0"/>
          </a:p>
        </p:txBody>
      </p:sp>
      <p:grpSp>
        <p:nvGrpSpPr>
          <p:cNvPr id="4" name="Group 3">
            <a:extLst>
              <a:ext uri="{FF2B5EF4-FFF2-40B4-BE49-F238E27FC236}">
                <a16:creationId xmlns:a16="http://schemas.microsoft.com/office/drawing/2014/main" id="{B73FFA87-EBF7-159F-F474-D51E7EC853DB}"/>
              </a:ext>
            </a:extLst>
          </p:cNvPr>
          <p:cNvGrpSpPr/>
          <p:nvPr/>
        </p:nvGrpSpPr>
        <p:grpSpPr>
          <a:xfrm>
            <a:off x="9390777" y="838200"/>
            <a:ext cx="2948634" cy="2415903"/>
            <a:chOff x="5392259" y="1463846"/>
            <a:chExt cx="3693483" cy="3026181"/>
          </a:xfrm>
        </p:grpSpPr>
        <p:sp>
          <p:nvSpPr>
            <p:cNvPr id="6" name="object 3">
              <a:extLst>
                <a:ext uri="{FF2B5EF4-FFF2-40B4-BE49-F238E27FC236}">
                  <a16:creationId xmlns:a16="http://schemas.microsoft.com/office/drawing/2014/main" id="{855AE7A3-EEFE-5718-DBE7-CDEB3B111544}"/>
                </a:ext>
              </a:extLst>
            </p:cNvPr>
            <p:cNvSpPr/>
            <p:nvPr/>
          </p:nvSpPr>
          <p:spPr>
            <a:xfrm>
              <a:off x="5392259" y="2465010"/>
              <a:ext cx="3693483" cy="809852"/>
            </a:xfrm>
            <a:prstGeom prst="ellipse">
              <a:avLst/>
            </a:prstGeom>
            <a:ln w="25399">
              <a:solidFill>
                <a:srgbClr val="FAA757"/>
              </a:solidFill>
            </a:ln>
          </p:spPr>
          <p:txBody>
            <a:bodyPr wrap="square" lIns="0" tIns="0" rIns="0" bIns="0" rtlCol="0"/>
            <a:lstStyle/>
            <a:p>
              <a:endParaRPr sz="1200">
                <a:latin typeface="Verdana (Body)"/>
              </a:endParaRPr>
            </a:p>
          </p:txBody>
        </p:sp>
        <p:sp>
          <p:nvSpPr>
            <p:cNvPr id="7" name="object 8">
              <a:extLst>
                <a:ext uri="{FF2B5EF4-FFF2-40B4-BE49-F238E27FC236}">
                  <a16:creationId xmlns:a16="http://schemas.microsoft.com/office/drawing/2014/main" id="{0AA72C9E-3FD9-2BEF-B2F5-AFF5F0CCEF99}"/>
                </a:ext>
              </a:extLst>
            </p:cNvPr>
            <p:cNvSpPr/>
            <p:nvPr/>
          </p:nvSpPr>
          <p:spPr>
            <a:xfrm>
              <a:off x="7032954" y="1463846"/>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8" name="object 9">
              <a:extLst>
                <a:ext uri="{FF2B5EF4-FFF2-40B4-BE49-F238E27FC236}">
                  <a16:creationId xmlns:a16="http://schemas.microsoft.com/office/drawing/2014/main" id="{227F7866-2B57-E9A4-410B-CEE3DAF13FCE}"/>
                </a:ext>
              </a:extLst>
            </p:cNvPr>
            <p:cNvSpPr txBox="1"/>
            <p:nvPr/>
          </p:nvSpPr>
          <p:spPr>
            <a:xfrm>
              <a:off x="7173054" y="1514698"/>
              <a:ext cx="193945" cy="325271"/>
            </a:xfrm>
            <a:prstGeom prst="ellipse">
              <a:avLst/>
            </a:prstGeom>
          </p:spPr>
          <p:txBody>
            <a:bodyPr vert="horz" wrap="square" lIns="0" tIns="0" rIns="0" bIns="0" rtlCol="0">
              <a:spAutoFit/>
            </a:bodyPr>
            <a:lstStyle/>
            <a:p>
              <a:pPr marL="12700"/>
              <a:r>
                <a:rPr sz="1200" dirty="0">
                  <a:latin typeface="Verdana (Body)"/>
                  <a:cs typeface="Calibri"/>
                </a:rPr>
                <a:t>H</a:t>
              </a:r>
              <a:endParaRPr sz="1200">
                <a:latin typeface="Verdana (Body)"/>
                <a:cs typeface="Calibri"/>
              </a:endParaRPr>
            </a:p>
          </p:txBody>
        </p:sp>
        <p:sp>
          <p:nvSpPr>
            <p:cNvPr id="9" name="object 11">
              <a:extLst>
                <a:ext uri="{FF2B5EF4-FFF2-40B4-BE49-F238E27FC236}">
                  <a16:creationId xmlns:a16="http://schemas.microsoft.com/office/drawing/2014/main" id="{559A032F-84F6-01DB-20CA-D4B65ACFB197}"/>
                </a:ext>
              </a:extLst>
            </p:cNvPr>
            <p:cNvSpPr/>
            <p:nvPr/>
          </p:nvSpPr>
          <p:spPr>
            <a:xfrm>
              <a:off x="6147388" y="2021417"/>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0" name="object 12">
              <a:extLst>
                <a:ext uri="{FF2B5EF4-FFF2-40B4-BE49-F238E27FC236}">
                  <a16:creationId xmlns:a16="http://schemas.microsoft.com/office/drawing/2014/main" id="{21F1F340-1781-5444-3353-DAF89D77453C}"/>
                </a:ext>
              </a:extLst>
            </p:cNvPr>
            <p:cNvSpPr txBox="1"/>
            <p:nvPr/>
          </p:nvSpPr>
          <p:spPr>
            <a:xfrm>
              <a:off x="6302862" y="2064914"/>
              <a:ext cx="158084" cy="325271"/>
            </a:xfrm>
            <a:prstGeom prst="ellipse">
              <a:avLst/>
            </a:prstGeom>
          </p:spPr>
          <p:txBody>
            <a:bodyPr vert="horz" wrap="square" lIns="0" tIns="0" rIns="0" bIns="0" rtlCol="0">
              <a:spAutoFit/>
            </a:bodyPr>
            <a:lstStyle/>
            <a:p>
              <a:pPr marL="12700"/>
              <a:r>
                <a:rPr sz="1200" dirty="0">
                  <a:latin typeface="Verdana (Body)"/>
                  <a:cs typeface="Calibri"/>
                </a:rPr>
                <a:t>E</a:t>
              </a:r>
              <a:endParaRPr sz="1200">
                <a:latin typeface="Verdana (Body)"/>
                <a:cs typeface="Calibri"/>
              </a:endParaRPr>
            </a:p>
          </p:txBody>
        </p:sp>
        <p:sp>
          <p:nvSpPr>
            <p:cNvPr id="11" name="object 14">
              <a:extLst>
                <a:ext uri="{FF2B5EF4-FFF2-40B4-BE49-F238E27FC236}">
                  <a16:creationId xmlns:a16="http://schemas.microsoft.com/office/drawing/2014/main" id="{3D32A641-B28A-7C0E-4795-DE3B865FD949}"/>
                </a:ext>
              </a:extLst>
            </p:cNvPr>
            <p:cNvSpPr/>
            <p:nvPr/>
          </p:nvSpPr>
          <p:spPr>
            <a:xfrm>
              <a:off x="5704574" y="2666831"/>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2" name="object 15">
              <a:extLst>
                <a:ext uri="{FF2B5EF4-FFF2-40B4-BE49-F238E27FC236}">
                  <a16:creationId xmlns:a16="http://schemas.microsoft.com/office/drawing/2014/main" id="{55EF083D-4C70-C7E1-0D02-4B97EC0896A2}"/>
                </a:ext>
              </a:extLst>
            </p:cNvPr>
            <p:cNvSpPr txBox="1"/>
            <p:nvPr/>
          </p:nvSpPr>
          <p:spPr>
            <a:xfrm>
              <a:off x="5853713" y="2710328"/>
              <a:ext cx="172722" cy="325271"/>
            </a:xfrm>
            <a:prstGeom prst="ellipse">
              <a:avLst/>
            </a:prstGeom>
          </p:spPr>
          <p:txBody>
            <a:bodyPr vert="horz" wrap="square" lIns="0" tIns="0" rIns="0" bIns="0" rtlCol="0">
              <a:spAutoFit/>
            </a:bodyPr>
            <a:lstStyle/>
            <a:p>
              <a:pPr marL="12700"/>
              <a:r>
                <a:rPr sz="1200" spc="-10" dirty="0">
                  <a:latin typeface="Verdana (Body)"/>
                  <a:cs typeface="Calibri"/>
                </a:rPr>
                <a:t>B</a:t>
              </a:r>
              <a:endParaRPr sz="1200">
                <a:latin typeface="Verdana (Body)"/>
                <a:cs typeface="Calibri"/>
              </a:endParaRPr>
            </a:p>
          </p:txBody>
        </p:sp>
        <p:sp>
          <p:nvSpPr>
            <p:cNvPr id="13" name="object 17">
              <a:extLst>
                <a:ext uri="{FF2B5EF4-FFF2-40B4-BE49-F238E27FC236}">
                  <a16:creationId xmlns:a16="http://schemas.microsoft.com/office/drawing/2014/main" id="{71A52F90-2140-8612-8DE7-823B6CCA2854}"/>
                </a:ext>
              </a:extLst>
            </p:cNvPr>
            <p:cNvSpPr/>
            <p:nvPr/>
          </p:nvSpPr>
          <p:spPr>
            <a:xfrm>
              <a:off x="6590171" y="2666831"/>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4" name="object 18">
              <a:extLst>
                <a:ext uri="{FF2B5EF4-FFF2-40B4-BE49-F238E27FC236}">
                  <a16:creationId xmlns:a16="http://schemas.microsoft.com/office/drawing/2014/main" id="{4A52955B-061A-4AD0-E85A-D6D9590A548B}"/>
                </a:ext>
              </a:extLst>
            </p:cNvPr>
            <p:cNvSpPr txBox="1"/>
            <p:nvPr/>
          </p:nvSpPr>
          <p:spPr>
            <a:xfrm>
              <a:off x="6748949" y="2710328"/>
              <a:ext cx="150765" cy="325271"/>
            </a:xfrm>
            <a:prstGeom prst="ellipse">
              <a:avLst/>
            </a:prstGeom>
          </p:spPr>
          <p:txBody>
            <a:bodyPr vert="horz" wrap="square" lIns="0" tIns="0" rIns="0" bIns="0" rtlCol="0">
              <a:spAutoFit/>
            </a:bodyPr>
            <a:lstStyle/>
            <a:p>
              <a:pPr marL="12700"/>
              <a:r>
                <a:rPr sz="1200" dirty="0">
                  <a:latin typeface="Verdana (Body)"/>
                  <a:cs typeface="Calibri"/>
                </a:rPr>
                <a:t>F</a:t>
              </a:r>
              <a:endParaRPr sz="1200">
                <a:latin typeface="Verdana (Body)"/>
                <a:cs typeface="Calibri"/>
              </a:endParaRPr>
            </a:p>
          </p:txBody>
        </p:sp>
        <p:sp>
          <p:nvSpPr>
            <p:cNvPr id="15" name="object 20">
              <a:extLst>
                <a:ext uri="{FF2B5EF4-FFF2-40B4-BE49-F238E27FC236}">
                  <a16:creationId xmlns:a16="http://schemas.microsoft.com/office/drawing/2014/main" id="{D1F77D12-8CAF-C428-2927-D9318DE6868A}"/>
                </a:ext>
              </a:extLst>
            </p:cNvPr>
            <p:cNvSpPr/>
            <p:nvPr/>
          </p:nvSpPr>
          <p:spPr>
            <a:xfrm>
              <a:off x="7918550" y="2021417"/>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6" name="object 21">
              <a:extLst>
                <a:ext uri="{FF2B5EF4-FFF2-40B4-BE49-F238E27FC236}">
                  <a16:creationId xmlns:a16="http://schemas.microsoft.com/office/drawing/2014/main" id="{7A925F71-5A59-864E-3224-447C4DA783E7}"/>
                </a:ext>
              </a:extLst>
            </p:cNvPr>
            <p:cNvSpPr txBox="1"/>
            <p:nvPr/>
          </p:nvSpPr>
          <p:spPr>
            <a:xfrm>
              <a:off x="8081790" y="2064914"/>
              <a:ext cx="140519" cy="325271"/>
            </a:xfrm>
            <a:prstGeom prst="ellipse">
              <a:avLst/>
            </a:prstGeom>
          </p:spPr>
          <p:txBody>
            <a:bodyPr vert="horz" wrap="square" lIns="0" tIns="0" rIns="0" bIns="0" rtlCol="0">
              <a:spAutoFit/>
            </a:bodyPr>
            <a:lstStyle/>
            <a:p>
              <a:pPr marL="12700"/>
              <a:r>
                <a:rPr sz="1200" dirty="0">
                  <a:latin typeface="Verdana (Body)"/>
                  <a:cs typeface="Calibri"/>
                </a:rPr>
                <a:t>L</a:t>
              </a:r>
              <a:endParaRPr sz="1200">
                <a:latin typeface="Verdana (Body)"/>
                <a:cs typeface="Calibri"/>
              </a:endParaRPr>
            </a:p>
          </p:txBody>
        </p:sp>
        <p:sp>
          <p:nvSpPr>
            <p:cNvPr id="17" name="object 23">
              <a:extLst>
                <a:ext uri="{FF2B5EF4-FFF2-40B4-BE49-F238E27FC236}">
                  <a16:creationId xmlns:a16="http://schemas.microsoft.com/office/drawing/2014/main" id="{D239AAE7-696B-CFE7-AC39-BB48B66DBD24}"/>
                </a:ext>
              </a:extLst>
            </p:cNvPr>
            <p:cNvSpPr/>
            <p:nvPr/>
          </p:nvSpPr>
          <p:spPr>
            <a:xfrm>
              <a:off x="7475767" y="2666831"/>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8" name="object 24">
              <a:extLst>
                <a:ext uri="{FF2B5EF4-FFF2-40B4-BE49-F238E27FC236}">
                  <a16:creationId xmlns:a16="http://schemas.microsoft.com/office/drawing/2014/main" id="{8D5A8F87-F557-C6F5-58BF-B5504104401F}"/>
                </a:ext>
              </a:extLst>
            </p:cNvPr>
            <p:cNvSpPr txBox="1"/>
            <p:nvPr/>
          </p:nvSpPr>
          <p:spPr>
            <a:xfrm>
              <a:off x="7650612" y="2710328"/>
              <a:ext cx="113440" cy="325271"/>
            </a:xfrm>
            <a:prstGeom prst="ellipse">
              <a:avLst/>
            </a:prstGeom>
          </p:spPr>
          <p:txBody>
            <a:bodyPr vert="horz" wrap="square" lIns="0" tIns="0" rIns="0" bIns="0" rtlCol="0">
              <a:spAutoFit/>
            </a:bodyPr>
            <a:lstStyle/>
            <a:p>
              <a:pPr marL="12700"/>
              <a:r>
                <a:rPr sz="1200" spc="-10" dirty="0">
                  <a:latin typeface="Verdana (Body)"/>
                  <a:cs typeface="Calibri"/>
                </a:rPr>
                <a:t>J</a:t>
              </a:r>
              <a:endParaRPr sz="1200">
                <a:latin typeface="Verdana (Body)"/>
                <a:cs typeface="Calibri"/>
              </a:endParaRPr>
            </a:p>
          </p:txBody>
        </p:sp>
        <p:sp>
          <p:nvSpPr>
            <p:cNvPr id="19" name="object 26">
              <a:extLst>
                <a:ext uri="{FF2B5EF4-FFF2-40B4-BE49-F238E27FC236}">
                  <a16:creationId xmlns:a16="http://schemas.microsoft.com/office/drawing/2014/main" id="{31B48280-12C7-38AB-A2D0-F9D42633C32D}"/>
                </a:ext>
              </a:extLst>
            </p:cNvPr>
            <p:cNvSpPr/>
            <p:nvPr/>
          </p:nvSpPr>
          <p:spPr>
            <a:xfrm>
              <a:off x="8361333" y="2666831"/>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0" name="object 27">
              <a:extLst>
                <a:ext uri="{FF2B5EF4-FFF2-40B4-BE49-F238E27FC236}">
                  <a16:creationId xmlns:a16="http://schemas.microsoft.com/office/drawing/2014/main" id="{4B4D89CE-4D4E-9D45-143C-CB732F6307E0}"/>
                </a:ext>
              </a:extLst>
            </p:cNvPr>
            <p:cNvSpPr txBox="1"/>
            <p:nvPr/>
          </p:nvSpPr>
          <p:spPr>
            <a:xfrm>
              <a:off x="8474918" y="2710328"/>
              <a:ext cx="254689" cy="325271"/>
            </a:xfrm>
            <a:prstGeom prst="ellipse">
              <a:avLst/>
            </a:prstGeom>
          </p:spPr>
          <p:txBody>
            <a:bodyPr vert="horz" wrap="square" lIns="0" tIns="0" rIns="0" bIns="0" rtlCol="0">
              <a:spAutoFit/>
            </a:bodyPr>
            <a:lstStyle/>
            <a:p>
              <a:pPr marL="12700"/>
              <a:r>
                <a:rPr sz="1200" spc="-20" dirty="0">
                  <a:latin typeface="Verdana (Body)"/>
                  <a:cs typeface="Calibri"/>
                </a:rPr>
                <a:t>M</a:t>
              </a:r>
              <a:endParaRPr sz="1200">
                <a:latin typeface="Verdana (Body)"/>
                <a:cs typeface="Calibri"/>
              </a:endParaRPr>
            </a:p>
          </p:txBody>
        </p:sp>
        <p:sp>
          <p:nvSpPr>
            <p:cNvPr id="21" name="object 47">
              <a:extLst>
                <a:ext uri="{FF2B5EF4-FFF2-40B4-BE49-F238E27FC236}">
                  <a16:creationId xmlns:a16="http://schemas.microsoft.com/office/drawing/2014/main" id="{038F782D-8A4F-C368-A937-96963732E048}"/>
                </a:ext>
              </a:extLst>
            </p:cNvPr>
            <p:cNvSpPr/>
            <p:nvPr/>
          </p:nvSpPr>
          <p:spPr>
            <a:xfrm>
              <a:off x="6728155" y="3352800"/>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2" name="object 48">
              <a:extLst>
                <a:ext uri="{FF2B5EF4-FFF2-40B4-BE49-F238E27FC236}">
                  <a16:creationId xmlns:a16="http://schemas.microsoft.com/office/drawing/2014/main" id="{C26ED7D5-20F1-8F14-9300-BD20A2076D6E}"/>
                </a:ext>
              </a:extLst>
            </p:cNvPr>
            <p:cNvSpPr txBox="1"/>
            <p:nvPr/>
          </p:nvSpPr>
          <p:spPr>
            <a:xfrm>
              <a:off x="6867349" y="3396297"/>
              <a:ext cx="196140" cy="325271"/>
            </a:xfrm>
            <a:prstGeom prst="ellipse">
              <a:avLst/>
            </a:prstGeom>
          </p:spPr>
          <p:txBody>
            <a:bodyPr vert="horz" wrap="square" lIns="0" tIns="0" rIns="0" bIns="0" rtlCol="0">
              <a:spAutoFit/>
            </a:bodyPr>
            <a:lstStyle/>
            <a:p>
              <a:pPr marL="12700"/>
              <a:r>
                <a:rPr sz="1200" spc="-15" dirty="0">
                  <a:latin typeface="Verdana (Body)"/>
                  <a:cs typeface="Calibri"/>
                </a:rPr>
                <a:t>G</a:t>
              </a:r>
              <a:endParaRPr sz="1200" dirty="0">
                <a:latin typeface="Verdana (Body)"/>
                <a:cs typeface="Calibri"/>
              </a:endParaRPr>
            </a:p>
          </p:txBody>
        </p:sp>
        <p:sp>
          <p:nvSpPr>
            <p:cNvPr id="23" name="object 50">
              <a:extLst>
                <a:ext uri="{FF2B5EF4-FFF2-40B4-BE49-F238E27FC236}">
                  <a16:creationId xmlns:a16="http://schemas.microsoft.com/office/drawing/2014/main" id="{99A4ACD2-F7C8-E3B5-E851-A50A3CBEF8FD}"/>
                </a:ext>
              </a:extLst>
            </p:cNvPr>
            <p:cNvSpPr/>
            <p:nvPr/>
          </p:nvSpPr>
          <p:spPr>
            <a:xfrm>
              <a:off x="7924100" y="3357874"/>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4" name="object 51">
              <a:extLst>
                <a:ext uri="{FF2B5EF4-FFF2-40B4-BE49-F238E27FC236}">
                  <a16:creationId xmlns:a16="http://schemas.microsoft.com/office/drawing/2014/main" id="{B4F7725F-A47C-3E91-12DB-865614CDE9C7}"/>
                </a:ext>
              </a:extLst>
            </p:cNvPr>
            <p:cNvSpPr txBox="1"/>
            <p:nvPr/>
          </p:nvSpPr>
          <p:spPr>
            <a:xfrm>
              <a:off x="8076027" y="3401371"/>
              <a:ext cx="166867" cy="325271"/>
            </a:xfrm>
            <a:prstGeom prst="ellipse">
              <a:avLst/>
            </a:prstGeom>
          </p:spPr>
          <p:txBody>
            <a:bodyPr vert="horz" wrap="square" lIns="0" tIns="0" rIns="0" bIns="0" rtlCol="0">
              <a:spAutoFit/>
            </a:bodyPr>
            <a:lstStyle/>
            <a:p>
              <a:pPr marL="12700"/>
              <a:r>
                <a:rPr sz="1200" spc="-10" dirty="0">
                  <a:latin typeface="Verdana (Body)"/>
                  <a:cs typeface="Calibri"/>
                </a:rPr>
                <a:t>K</a:t>
              </a:r>
              <a:endParaRPr sz="1200" dirty="0">
                <a:latin typeface="Verdana (Body)"/>
                <a:cs typeface="Calibri"/>
              </a:endParaRPr>
            </a:p>
          </p:txBody>
        </p:sp>
        <p:sp>
          <p:nvSpPr>
            <p:cNvPr id="25" name="object 59">
              <a:extLst>
                <a:ext uri="{FF2B5EF4-FFF2-40B4-BE49-F238E27FC236}">
                  <a16:creationId xmlns:a16="http://schemas.microsoft.com/office/drawing/2014/main" id="{886FB342-FE31-CB0E-DE5F-7E5E172C7646}"/>
                </a:ext>
              </a:extLst>
            </p:cNvPr>
            <p:cNvSpPr/>
            <p:nvPr/>
          </p:nvSpPr>
          <p:spPr>
            <a:xfrm>
              <a:off x="7315200" y="3357874"/>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6" name="object 60">
              <a:extLst>
                <a:ext uri="{FF2B5EF4-FFF2-40B4-BE49-F238E27FC236}">
                  <a16:creationId xmlns:a16="http://schemas.microsoft.com/office/drawing/2014/main" id="{FE3079DA-0B87-E429-70CA-D1F8AAB1C7C3}"/>
                </a:ext>
              </a:extLst>
            </p:cNvPr>
            <p:cNvSpPr txBox="1"/>
            <p:nvPr/>
          </p:nvSpPr>
          <p:spPr>
            <a:xfrm>
              <a:off x="7497707" y="3401371"/>
              <a:ext cx="95875" cy="325271"/>
            </a:xfrm>
            <a:prstGeom prst="ellipse">
              <a:avLst/>
            </a:prstGeom>
          </p:spPr>
          <p:txBody>
            <a:bodyPr vert="horz" wrap="square" lIns="0" tIns="0" rIns="0" bIns="0" rtlCol="0">
              <a:spAutoFit/>
            </a:bodyPr>
            <a:lstStyle/>
            <a:p>
              <a:pPr marL="12700"/>
              <a:r>
                <a:rPr sz="1200" spc="-5" dirty="0">
                  <a:latin typeface="Verdana (Body)"/>
                  <a:cs typeface="Calibri"/>
                </a:rPr>
                <a:t>I</a:t>
              </a:r>
              <a:endParaRPr sz="1200">
                <a:latin typeface="Verdana (Body)"/>
                <a:cs typeface="Calibri"/>
              </a:endParaRPr>
            </a:p>
          </p:txBody>
        </p:sp>
        <p:sp>
          <p:nvSpPr>
            <p:cNvPr id="27" name="object 65">
              <a:extLst>
                <a:ext uri="{FF2B5EF4-FFF2-40B4-BE49-F238E27FC236}">
                  <a16:creationId xmlns:a16="http://schemas.microsoft.com/office/drawing/2014/main" id="{7B03D574-C8BE-39CC-253B-73633ACA3147}"/>
                </a:ext>
              </a:extLst>
            </p:cNvPr>
            <p:cNvSpPr/>
            <p:nvPr/>
          </p:nvSpPr>
          <p:spPr>
            <a:xfrm>
              <a:off x="6004223" y="3357874"/>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8" name="object 66">
              <a:extLst>
                <a:ext uri="{FF2B5EF4-FFF2-40B4-BE49-F238E27FC236}">
                  <a16:creationId xmlns:a16="http://schemas.microsoft.com/office/drawing/2014/main" id="{7936ABDE-E3EC-4AFE-D89C-1820A8CB4C35}"/>
                </a:ext>
              </a:extLst>
            </p:cNvPr>
            <p:cNvSpPr txBox="1"/>
            <p:nvPr/>
          </p:nvSpPr>
          <p:spPr>
            <a:xfrm>
              <a:off x="6154577" y="3401371"/>
              <a:ext cx="169794" cy="325271"/>
            </a:xfrm>
            <a:prstGeom prst="ellipse">
              <a:avLst/>
            </a:prstGeom>
          </p:spPr>
          <p:txBody>
            <a:bodyPr vert="horz" wrap="square" lIns="0" tIns="0" rIns="0" bIns="0" rtlCol="0">
              <a:spAutoFit/>
            </a:bodyPr>
            <a:lstStyle/>
            <a:p>
              <a:pPr marL="12700"/>
              <a:r>
                <a:rPr sz="1200" dirty="0">
                  <a:latin typeface="Verdana (Body)"/>
                  <a:cs typeface="Calibri"/>
                </a:rPr>
                <a:t>C</a:t>
              </a:r>
              <a:endParaRPr sz="1200">
                <a:latin typeface="Verdana (Body)"/>
                <a:cs typeface="Calibri"/>
              </a:endParaRPr>
            </a:p>
          </p:txBody>
        </p:sp>
        <p:sp>
          <p:nvSpPr>
            <p:cNvPr id="29" name="object 71">
              <a:extLst>
                <a:ext uri="{FF2B5EF4-FFF2-40B4-BE49-F238E27FC236}">
                  <a16:creationId xmlns:a16="http://schemas.microsoft.com/office/drawing/2014/main" id="{9F7343AA-A70D-5BA9-D6E3-EAEB3202A345}"/>
                </a:ext>
              </a:extLst>
            </p:cNvPr>
            <p:cNvSpPr/>
            <p:nvPr/>
          </p:nvSpPr>
          <p:spPr>
            <a:xfrm>
              <a:off x="5395324" y="3357874"/>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30" name="object 72">
              <a:extLst>
                <a:ext uri="{FF2B5EF4-FFF2-40B4-BE49-F238E27FC236}">
                  <a16:creationId xmlns:a16="http://schemas.microsoft.com/office/drawing/2014/main" id="{27FAA071-9027-57DE-9DDD-010C926CF35A}"/>
                </a:ext>
              </a:extLst>
            </p:cNvPr>
            <p:cNvSpPr txBox="1"/>
            <p:nvPr/>
          </p:nvSpPr>
          <p:spPr>
            <a:xfrm>
              <a:off x="5540482" y="3401371"/>
              <a:ext cx="182236" cy="325271"/>
            </a:xfrm>
            <a:prstGeom prst="ellipse">
              <a:avLst/>
            </a:prstGeom>
          </p:spPr>
          <p:txBody>
            <a:bodyPr vert="horz" wrap="square" lIns="0" tIns="0" rIns="0" bIns="0" rtlCol="0">
              <a:spAutoFit/>
            </a:bodyPr>
            <a:lstStyle/>
            <a:p>
              <a:pPr marL="12700"/>
              <a:r>
                <a:rPr sz="1200" spc="-15" dirty="0">
                  <a:latin typeface="Verdana (Body)"/>
                  <a:cs typeface="Calibri"/>
                </a:rPr>
                <a:t>A</a:t>
              </a:r>
              <a:endParaRPr sz="1200">
                <a:latin typeface="Verdana (Body)"/>
                <a:cs typeface="Calibri"/>
              </a:endParaRPr>
            </a:p>
          </p:txBody>
        </p:sp>
        <p:sp>
          <p:nvSpPr>
            <p:cNvPr id="31" name="object 77">
              <a:extLst>
                <a:ext uri="{FF2B5EF4-FFF2-40B4-BE49-F238E27FC236}">
                  <a16:creationId xmlns:a16="http://schemas.microsoft.com/office/drawing/2014/main" id="{B77B358B-A7E0-315F-FF44-B6E457870C03}"/>
                </a:ext>
              </a:extLst>
            </p:cNvPr>
            <p:cNvSpPr/>
            <p:nvPr/>
          </p:nvSpPr>
          <p:spPr>
            <a:xfrm>
              <a:off x="6225630" y="4048873"/>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32" name="object 78">
              <a:extLst>
                <a:ext uri="{FF2B5EF4-FFF2-40B4-BE49-F238E27FC236}">
                  <a16:creationId xmlns:a16="http://schemas.microsoft.com/office/drawing/2014/main" id="{13918391-EA0F-B946-93E6-71D9D9613303}"/>
                </a:ext>
              </a:extLst>
            </p:cNvPr>
            <p:cNvSpPr txBox="1"/>
            <p:nvPr/>
          </p:nvSpPr>
          <p:spPr>
            <a:xfrm>
              <a:off x="6366604" y="4099723"/>
              <a:ext cx="191750" cy="325271"/>
            </a:xfrm>
            <a:prstGeom prst="ellipse">
              <a:avLst/>
            </a:prstGeom>
          </p:spPr>
          <p:txBody>
            <a:bodyPr vert="horz" wrap="square" lIns="0" tIns="0" rIns="0" bIns="0" rtlCol="0">
              <a:spAutoFit/>
            </a:bodyPr>
            <a:lstStyle/>
            <a:p>
              <a:pPr marL="12700"/>
              <a:r>
                <a:rPr sz="1200" dirty="0">
                  <a:latin typeface="Verdana (Body)"/>
                  <a:cs typeface="Calibri"/>
                </a:rPr>
                <a:t>D</a:t>
              </a:r>
              <a:endParaRPr sz="1200">
                <a:latin typeface="Verdana (Body)"/>
                <a:cs typeface="Calibri"/>
              </a:endParaRPr>
            </a:p>
          </p:txBody>
        </p:sp>
        <p:cxnSp>
          <p:nvCxnSpPr>
            <p:cNvPr id="33" name="直接箭头连接符 85">
              <a:extLst>
                <a:ext uri="{FF2B5EF4-FFF2-40B4-BE49-F238E27FC236}">
                  <a16:creationId xmlns:a16="http://schemas.microsoft.com/office/drawing/2014/main" id="{8659DB8A-5D7B-957A-BE57-4008520EF44A}"/>
                </a:ext>
              </a:extLst>
            </p:cNvPr>
            <p:cNvCxnSpPr>
              <a:stCxn id="7" idx="5"/>
              <a:endCxn id="15" idx="1"/>
            </p:cNvCxnSpPr>
            <p:nvPr/>
          </p:nvCxnSpPr>
          <p:spPr>
            <a:xfrm>
              <a:off x="7468987" y="1840394"/>
              <a:ext cx="524375" cy="2456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86">
              <a:extLst>
                <a:ext uri="{FF2B5EF4-FFF2-40B4-BE49-F238E27FC236}">
                  <a16:creationId xmlns:a16="http://schemas.microsoft.com/office/drawing/2014/main" id="{2C3544A5-292D-F7EE-94C9-832EE78B0640}"/>
                </a:ext>
              </a:extLst>
            </p:cNvPr>
            <p:cNvCxnSpPr>
              <a:stCxn id="7" idx="3"/>
              <a:endCxn id="9" idx="7"/>
            </p:cNvCxnSpPr>
            <p:nvPr/>
          </p:nvCxnSpPr>
          <p:spPr>
            <a:xfrm flipH="1">
              <a:off x="6583421" y="1840394"/>
              <a:ext cx="524345" cy="2456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87">
              <a:extLst>
                <a:ext uri="{FF2B5EF4-FFF2-40B4-BE49-F238E27FC236}">
                  <a16:creationId xmlns:a16="http://schemas.microsoft.com/office/drawing/2014/main" id="{B85C2E9D-CC7A-1C33-D859-4B667A95039F}"/>
                </a:ext>
              </a:extLst>
            </p:cNvPr>
            <p:cNvCxnSpPr>
              <a:stCxn id="9" idx="4"/>
              <a:endCxn id="11" idx="7"/>
            </p:cNvCxnSpPr>
            <p:nvPr/>
          </p:nvCxnSpPr>
          <p:spPr>
            <a:xfrm flipH="1">
              <a:off x="6140607" y="2462571"/>
              <a:ext cx="262204" cy="26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88">
              <a:extLst>
                <a:ext uri="{FF2B5EF4-FFF2-40B4-BE49-F238E27FC236}">
                  <a16:creationId xmlns:a16="http://schemas.microsoft.com/office/drawing/2014/main" id="{6219F683-1980-A3DF-B462-4A414FAAA6C2}"/>
                </a:ext>
              </a:extLst>
            </p:cNvPr>
            <p:cNvCxnSpPr>
              <a:stCxn id="15" idx="3"/>
              <a:endCxn id="17" idx="0"/>
            </p:cNvCxnSpPr>
            <p:nvPr/>
          </p:nvCxnSpPr>
          <p:spPr>
            <a:xfrm flipH="1">
              <a:off x="7731190" y="2397965"/>
              <a:ext cx="262172" cy="26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89">
              <a:extLst>
                <a:ext uri="{FF2B5EF4-FFF2-40B4-BE49-F238E27FC236}">
                  <a16:creationId xmlns:a16="http://schemas.microsoft.com/office/drawing/2014/main" id="{247F9BD3-3746-1902-6C1D-AE52E24CC0BB}"/>
                </a:ext>
              </a:extLst>
            </p:cNvPr>
            <p:cNvCxnSpPr>
              <a:stCxn id="9" idx="4"/>
              <a:endCxn id="13" idx="1"/>
            </p:cNvCxnSpPr>
            <p:nvPr/>
          </p:nvCxnSpPr>
          <p:spPr>
            <a:xfrm>
              <a:off x="6402811" y="2462571"/>
              <a:ext cx="262172" cy="26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90">
              <a:extLst>
                <a:ext uri="{FF2B5EF4-FFF2-40B4-BE49-F238E27FC236}">
                  <a16:creationId xmlns:a16="http://schemas.microsoft.com/office/drawing/2014/main" id="{9FDFF7B0-E74B-6FBA-A05B-6629B666FC73}"/>
                </a:ext>
              </a:extLst>
            </p:cNvPr>
            <p:cNvCxnSpPr>
              <a:stCxn id="15" idx="5"/>
              <a:endCxn id="19" idx="0"/>
            </p:cNvCxnSpPr>
            <p:nvPr/>
          </p:nvCxnSpPr>
          <p:spPr>
            <a:xfrm>
              <a:off x="8354583" y="2397965"/>
              <a:ext cx="262173" cy="26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91">
              <a:extLst>
                <a:ext uri="{FF2B5EF4-FFF2-40B4-BE49-F238E27FC236}">
                  <a16:creationId xmlns:a16="http://schemas.microsoft.com/office/drawing/2014/main" id="{FF117D5D-FED6-414B-3283-FF7CCCAA7EB2}"/>
                </a:ext>
              </a:extLst>
            </p:cNvPr>
            <p:cNvCxnSpPr>
              <a:stCxn id="11" idx="4"/>
              <a:endCxn id="27" idx="0"/>
            </p:cNvCxnSpPr>
            <p:nvPr/>
          </p:nvCxnSpPr>
          <p:spPr>
            <a:xfrm>
              <a:off x="5959997" y="3107985"/>
              <a:ext cx="299649" cy="249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92">
              <a:extLst>
                <a:ext uri="{FF2B5EF4-FFF2-40B4-BE49-F238E27FC236}">
                  <a16:creationId xmlns:a16="http://schemas.microsoft.com/office/drawing/2014/main" id="{7178008B-20E3-7C35-3810-80813288C3B7}"/>
                </a:ext>
              </a:extLst>
            </p:cNvPr>
            <p:cNvCxnSpPr>
              <a:stCxn id="11" idx="4"/>
              <a:endCxn id="29" idx="0"/>
            </p:cNvCxnSpPr>
            <p:nvPr/>
          </p:nvCxnSpPr>
          <p:spPr>
            <a:xfrm flipH="1">
              <a:off x="5650747" y="3107985"/>
              <a:ext cx="309250" cy="249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113">
              <a:extLst>
                <a:ext uri="{FF2B5EF4-FFF2-40B4-BE49-F238E27FC236}">
                  <a16:creationId xmlns:a16="http://schemas.microsoft.com/office/drawing/2014/main" id="{11ACD305-ACF6-9B15-B3B7-3C948E213720}"/>
                </a:ext>
              </a:extLst>
            </p:cNvPr>
            <p:cNvCxnSpPr>
              <a:stCxn id="17" idx="4"/>
              <a:endCxn id="25" idx="0"/>
            </p:cNvCxnSpPr>
            <p:nvPr/>
          </p:nvCxnSpPr>
          <p:spPr>
            <a:xfrm flipH="1">
              <a:off x="7570623" y="3107985"/>
              <a:ext cx="160567" cy="249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114">
              <a:extLst>
                <a:ext uri="{FF2B5EF4-FFF2-40B4-BE49-F238E27FC236}">
                  <a16:creationId xmlns:a16="http://schemas.microsoft.com/office/drawing/2014/main" id="{616FD00C-8589-583F-BCEF-183C344EABDD}"/>
                </a:ext>
              </a:extLst>
            </p:cNvPr>
            <p:cNvCxnSpPr>
              <a:stCxn id="13" idx="4"/>
              <a:endCxn id="21" idx="0"/>
            </p:cNvCxnSpPr>
            <p:nvPr/>
          </p:nvCxnSpPr>
          <p:spPr>
            <a:xfrm>
              <a:off x="6845594" y="3107985"/>
              <a:ext cx="137984" cy="2448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115">
              <a:extLst>
                <a:ext uri="{FF2B5EF4-FFF2-40B4-BE49-F238E27FC236}">
                  <a16:creationId xmlns:a16="http://schemas.microsoft.com/office/drawing/2014/main" id="{58512CD2-0D52-4E12-3E7B-8554E83FE183}"/>
                </a:ext>
              </a:extLst>
            </p:cNvPr>
            <p:cNvCxnSpPr>
              <a:stCxn id="17" idx="4"/>
              <a:endCxn id="23" idx="0"/>
            </p:cNvCxnSpPr>
            <p:nvPr/>
          </p:nvCxnSpPr>
          <p:spPr>
            <a:xfrm>
              <a:off x="7731190" y="3107985"/>
              <a:ext cx="448333" cy="249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116">
              <a:extLst>
                <a:ext uri="{FF2B5EF4-FFF2-40B4-BE49-F238E27FC236}">
                  <a16:creationId xmlns:a16="http://schemas.microsoft.com/office/drawing/2014/main" id="{79DDD48B-2BC1-D667-7A18-5BEA357EFE4E}"/>
                </a:ext>
              </a:extLst>
            </p:cNvPr>
            <p:cNvCxnSpPr>
              <a:stCxn id="27" idx="4"/>
              <a:endCxn id="31" idx="0"/>
            </p:cNvCxnSpPr>
            <p:nvPr/>
          </p:nvCxnSpPr>
          <p:spPr>
            <a:xfrm>
              <a:off x="6259646" y="3799028"/>
              <a:ext cx="221407" cy="2498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useBgFill="1">
        <p:nvSpPr>
          <p:cNvPr id="47" name="TextBox 46">
            <a:extLst>
              <a:ext uri="{FF2B5EF4-FFF2-40B4-BE49-F238E27FC236}">
                <a16:creationId xmlns:a16="http://schemas.microsoft.com/office/drawing/2014/main" id="{5E4B36B4-162B-B769-D54C-65340607354D}"/>
              </a:ext>
            </a:extLst>
          </p:cNvPr>
          <p:cNvSpPr txBox="1"/>
          <p:nvPr/>
        </p:nvSpPr>
        <p:spPr>
          <a:xfrm>
            <a:off x="867544" y="2384223"/>
            <a:ext cx="7548816" cy="3077766"/>
          </a:xfrm>
          <a:prstGeom prst="rect">
            <a:avLst/>
          </a:prstGeom>
          <a:ln>
            <a:solidFill>
              <a:schemeClr val="tx1"/>
            </a:solidFill>
          </a:ln>
        </p:spPr>
        <p:txBody>
          <a:bodyPr wrap="square" rtlCol="0">
            <a:spAutoFit/>
          </a:bodyPr>
          <a:lstStyle/>
          <a:p>
            <a:r>
              <a:rPr lang="en-SG" sz="1400" b="1" dirty="0">
                <a:latin typeface="Courier New" panose="02070309020205020404" pitchFamily="49" charset="0"/>
                <a:cs typeface="Courier New" panose="02070309020205020404" pitchFamily="49" charset="0"/>
              </a:rPr>
              <a:t>def </a:t>
            </a:r>
            <a:r>
              <a:rPr lang="en-SG" sz="1400" b="1" dirty="0" err="1">
                <a:latin typeface="Courier New" panose="02070309020205020404" pitchFamily="49" charset="0"/>
                <a:cs typeface="Courier New" panose="02070309020205020404" pitchFamily="49" charset="0"/>
              </a:rPr>
              <a:t>kth_level_descendants</a:t>
            </a:r>
            <a:r>
              <a:rPr lang="en-SG" sz="1400" b="1" dirty="0">
                <a:latin typeface="Courier New" panose="02070309020205020404" pitchFamily="49" charset="0"/>
                <a:cs typeface="Courier New" panose="02070309020205020404" pitchFamily="49" charset="0"/>
              </a:rPr>
              <a:t>(self, node, k): </a:t>
            </a:r>
            <a:r>
              <a:rPr lang="en-SG" sz="1400" b="1" dirty="0">
                <a:solidFill>
                  <a:srgbClr val="008101"/>
                </a:solidFill>
                <a:latin typeface="Courier New" panose="02070309020205020404" pitchFamily="49" charset="0"/>
                <a:cs typeface="Courier New" panose="02070309020205020404" pitchFamily="49" charset="0"/>
              </a:rPr>
              <a:t># k =2</a:t>
            </a:r>
          </a:p>
          <a:p>
            <a:r>
              <a:rPr lang="en-SG" sz="1400" b="1" dirty="0">
                <a:latin typeface="Courier New" panose="02070309020205020404" pitchFamily="49" charset="0"/>
                <a:cs typeface="Courier New" panose="02070309020205020404" pitchFamily="49" charset="0"/>
              </a:rPr>
              <a:t>    if node is None:</a:t>
            </a:r>
          </a:p>
          <a:p>
            <a:r>
              <a:rPr lang="en-SG" sz="1400" b="1" dirty="0">
                <a:latin typeface="Courier New" panose="02070309020205020404" pitchFamily="49" charset="0"/>
                <a:cs typeface="Courier New" panose="02070309020205020404" pitchFamily="49" charset="0"/>
              </a:rPr>
              <a:t>       return []</a:t>
            </a:r>
          </a:p>
          <a:p>
            <a:r>
              <a:rPr lang="en-SG" sz="1400" b="1" dirty="0">
                <a:latin typeface="Courier New" panose="02070309020205020404" pitchFamily="49" charset="0"/>
                <a:cs typeface="Courier New" panose="02070309020205020404" pitchFamily="49" charset="0"/>
              </a:rPr>
              <a:t>        </a:t>
            </a:r>
          </a:p>
          <a:p>
            <a:r>
              <a:rPr lang="en-SG" sz="1400" b="1" dirty="0">
                <a:latin typeface="Courier New" panose="02070309020205020404" pitchFamily="49" charset="0"/>
                <a:cs typeface="Courier New" panose="02070309020205020404" pitchFamily="49" charset="0"/>
              </a:rPr>
              <a:t>    if k == 0:</a:t>
            </a:r>
          </a:p>
          <a:p>
            <a:r>
              <a:rPr lang="en-SG" sz="1400" b="1" dirty="0">
                <a:latin typeface="Courier New" panose="02070309020205020404" pitchFamily="49" charset="0"/>
                <a:cs typeface="Courier New" panose="02070309020205020404" pitchFamily="49" charset="0"/>
              </a:rPr>
              <a:t>       </a:t>
            </a:r>
            <a:r>
              <a:rPr lang="en-SG" sz="1400" b="1" dirty="0">
                <a:solidFill>
                  <a:srgbClr val="FF0000"/>
                </a:solidFill>
                <a:latin typeface="Courier New" panose="02070309020205020404" pitchFamily="49" charset="0"/>
                <a:cs typeface="Courier New" panose="02070309020205020404" pitchFamily="49" charset="0"/>
              </a:rPr>
              <a:t>return [</a:t>
            </a:r>
            <a:r>
              <a:rPr lang="en-SG" sz="1400" b="1" dirty="0" err="1">
                <a:solidFill>
                  <a:srgbClr val="FF0000"/>
                </a:solidFill>
                <a:latin typeface="Courier New" panose="02070309020205020404" pitchFamily="49" charset="0"/>
                <a:cs typeface="Courier New" panose="02070309020205020404" pitchFamily="49" charset="0"/>
              </a:rPr>
              <a:t>node.data</a:t>
            </a:r>
            <a:r>
              <a:rPr lang="en-SG" sz="1400" b="1" dirty="0">
                <a:solidFill>
                  <a:srgbClr val="FF0000"/>
                </a:solidFill>
                <a:latin typeface="Courier New" panose="02070309020205020404" pitchFamily="49" charset="0"/>
                <a:cs typeface="Courier New" panose="02070309020205020404" pitchFamily="49" charset="0"/>
              </a:rPr>
              <a:t>]</a:t>
            </a:r>
          </a:p>
          <a:p>
            <a:r>
              <a:rPr lang="en-SG" sz="1400" b="1" dirty="0">
                <a:latin typeface="Courier New" panose="02070309020205020404" pitchFamily="49" charset="0"/>
                <a:cs typeface="Courier New" panose="02070309020205020404" pitchFamily="49" charset="0"/>
              </a:rPr>
              <a:t>        </a:t>
            </a:r>
          </a:p>
          <a:p>
            <a:r>
              <a:rPr lang="en-SG" sz="1400" b="1" dirty="0">
                <a:latin typeface="Courier New" panose="02070309020205020404" pitchFamily="49" charset="0"/>
                <a:cs typeface="Courier New" panose="02070309020205020404" pitchFamily="49" charset="0"/>
              </a:rPr>
              <a:t>    </a:t>
            </a:r>
            <a:r>
              <a:rPr lang="en-SG" sz="1400" b="1" dirty="0" err="1">
                <a:latin typeface="Courier New" panose="02070309020205020404" pitchFamily="49" charset="0"/>
                <a:cs typeface="Courier New" panose="02070309020205020404" pitchFamily="49" charset="0"/>
              </a:rPr>
              <a:t>left_descendants</a:t>
            </a:r>
            <a:r>
              <a:rPr lang="en-SG" sz="1400" b="1" dirty="0">
                <a:latin typeface="Courier New" panose="02070309020205020404" pitchFamily="49" charset="0"/>
                <a:cs typeface="Courier New" panose="02070309020205020404" pitchFamily="49" charset="0"/>
              </a:rPr>
              <a:t> = </a:t>
            </a:r>
            <a:r>
              <a:rPr lang="en-SG" sz="1400" b="1" dirty="0" err="1">
                <a:latin typeface="Courier New" panose="02070309020205020404" pitchFamily="49" charset="0"/>
                <a:cs typeface="Courier New" panose="02070309020205020404" pitchFamily="49" charset="0"/>
              </a:rPr>
              <a:t>self.kth_level_descendants</a:t>
            </a:r>
            <a:r>
              <a:rPr lang="en-SG" sz="1400" b="1" dirty="0">
                <a:latin typeface="Courier New" panose="02070309020205020404" pitchFamily="49" charset="0"/>
                <a:cs typeface="Courier New" panose="02070309020205020404" pitchFamily="49" charset="0"/>
              </a:rPr>
              <a:t>(</a:t>
            </a:r>
            <a:r>
              <a:rPr lang="en-SG" sz="1400" b="1" dirty="0" err="1">
                <a:latin typeface="Courier New" panose="02070309020205020404" pitchFamily="49" charset="0"/>
                <a:cs typeface="Courier New" panose="02070309020205020404" pitchFamily="49" charset="0"/>
              </a:rPr>
              <a:t>node.left</a:t>
            </a:r>
            <a:r>
              <a:rPr lang="en-SG" sz="1400" b="1" dirty="0">
                <a:latin typeface="Courier New" panose="02070309020205020404" pitchFamily="49" charset="0"/>
                <a:cs typeface="Courier New" panose="02070309020205020404" pitchFamily="49" charset="0"/>
              </a:rPr>
              <a:t>, k - 1)</a:t>
            </a:r>
          </a:p>
          <a:p>
            <a:r>
              <a:rPr lang="en-SG" sz="1400" b="1" dirty="0">
                <a:latin typeface="Courier New" panose="02070309020205020404" pitchFamily="49" charset="0"/>
                <a:cs typeface="Courier New" panose="02070309020205020404" pitchFamily="49" charset="0"/>
              </a:rPr>
              <a:t>    </a:t>
            </a:r>
            <a:r>
              <a:rPr lang="en-SG" sz="1400" b="1" dirty="0" err="1">
                <a:latin typeface="Courier New" panose="02070309020205020404" pitchFamily="49" charset="0"/>
                <a:cs typeface="Courier New" panose="02070309020205020404" pitchFamily="49" charset="0"/>
              </a:rPr>
              <a:t>right_descendants</a:t>
            </a:r>
            <a:r>
              <a:rPr lang="en-SG" sz="1400" b="1" dirty="0">
                <a:latin typeface="Courier New" panose="02070309020205020404" pitchFamily="49" charset="0"/>
                <a:cs typeface="Courier New" panose="02070309020205020404" pitchFamily="49" charset="0"/>
              </a:rPr>
              <a:t> = </a:t>
            </a:r>
            <a:r>
              <a:rPr lang="en-SG" sz="1400" b="1" dirty="0" err="1">
                <a:latin typeface="Courier New" panose="02070309020205020404" pitchFamily="49" charset="0"/>
                <a:cs typeface="Courier New" panose="02070309020205020404" pitchFamily="49" charset="0"/>
              </a:rPr>
              <a:t>self.kth_level_descendants</a:t>
            </a:r>
            <a:r>
              <a:rPr lang="en-SG" sz="1400" b="1" dirty="0">
                <a:latin typeface="Courier New" panose="02070309020205020404" pitchFamily="49" charset="0"/>
                <a:cs typeface="Courier New" panose="02070309020205020404" pitchFamily="49" charset="0"/>
              </a:rPr>
              <a:t>(</a:t>
            </a:r>
            <a:r>
              <a:rPr lang="en-SG" sz="1400" b="1" dirty="0" err="1">
                <a:latin typeface="Courier New" panose="02070309020205020404" pitchFamily="49" charset="0"/>
                <a:cs typeface="Courier New" panose="02070309020205020404" pitchFamily="49" charset="0"/>
              </a:rPr>
              <a:t>node.right</a:t>
            </a:r>
            <a:r>
              <a:rPr lang="en-SG" sz="1400" b="1" dirty="0">
                <a:latin typeface="Courier New" panose="02070309020205020404" pitchFamily="49" charset="0"/>
                <a:cs typeface="Courier New" panose="02070309020205020404" pitchFamily="49" charset="0"/>
              </a:rPr>
              <a:t>, k - 1)</a:t>
            </a:r>
          </a:p>
          <a:p>
            <a:r>
              <a:rPr lang="en-SG" sz="1400" b="1" dirty="0">
                <a:latin typeface="Courier New" panose="02070309020205020404" pitchFamily="49" charset="0"/>
                <a:cs typeface="Courier New" panose="02070309020205020404" pitchFamily="49" charset="0"/>
              </a:rPr>
              <a:t>        </a:t>
            </a:r>
          </a:p>
          <a:p>
            <a:r>
              <a:rPr lang="en-SG" sz="1400" b="1" dirty="0">
                <a:latin typeface="Courier New" panose="02070309020205020404" pitchFamily="49" charset="0"/>
                <a:cs typeface="Courier New" panose="02070309020205020404" pitchFamily="49" charset="0"/>
              </a:rPr>
              <a:t>    return </a:t>
            </a:r>
            <a:r>
              <a:rPr lang="en-SG" sz="1400" b="1" dirty="0" err="1">
                <a:latin typeface="Courier New" panose="02070309020205020404" pitchFamily="49" charset="0"/>
                <a:cs typeface="Courier New" panose="02070309020205020404" pitchFamily="49" charset="0"/>
              </a:rPr>
              <a:t>left_descendants</a:t>
            </a:r>
            <a:r>
              <a:rPr lang="en-SG" sz="1400" b="1" dirty="0">
                <a:latin typeface="Courier New" panose="02070309020205020404" pitchFamily="49" charset="0"/>
                <a:cs typeface="Courier New" panose="02070309020205020404" pitchFamily="49" charset="0"/>
              </a:rPr>
              <a:t> + </a:t>
            </a:r>
            <a:r>
              <a:rPr lang="en-SG" sz="1400" b="1" dirty="0" err="1">
                <a:latin typeface="Courier New" panose="02070309020205020404" pitchFamily="49" charset="0"/>
                <a:cs typeface="Courier New" panose="02070309020205020404" pitchFamily="49" charset="0"/>
              </a:rPr>
              <a:t>right_descendants</a:t>
            </a:r>
            <a:endParaRPr lang="en-SG" sz="1400"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a:t>
            </a:r>
            <a:endParaRPr lang="en-SG" b="1" dirty="0">
              <a:latin typeface="Courier New" panose="02070309020205020404" pitchFamily="49" charset="0"/>
              <a:cs typeface="Courier New" panose="02070309020205020404" pitchFamily="49" charset="0"/>
            </a:endParaRPr>
          </a:p>
          <a:p>
            <a:r>
              <a:rPr lang="en-US" dirty="0"/>
              <a:t>   </a:t>
            </a:r>
            <a:endParaRPr lang="en-SG" dirty="0"/>
          </a:p>
        </p:txBody>
      </p:sp>
      <p:sp>
        <p:nvSpPr>
          <p:cNvPr id="48" name="TextBox 47">
            <a:extLst>
              <a:ext uri="{FF2B5EF4-FFF2-40B4-BE49-F238E27FC236}">
                <a16:creationId xmlns:a16="http://schemas.microsoft.com/office/drawing/2014/main" id="{336801E9-7941-4EF4-F29C-4ACE98480FE8}"/>
              </a:ext>
            </a:extLst>
          </p:cNvPr>
          <p:cNvSpPr txBox="1"/>
          <p:nvPr/>
        </p:nvSpPr>
        <p:spPr>
          <a:xfrm>
            <a:off x="854603" y="5795039"/>
            <a:ext cx="6094562" cy="307777"/>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r>
              <a:rPr lang="en-SG" sz="1400" dirty="0">
                <a:latin typeface="Courier New" panose="02070309020205020404" pitchFamily="49" charset="0"/>
                <a:cs typeface="Courier New" panose="02070309020205020404" pitchFamily="49" charset="0"/>
              </a:rPr>
              <a:t>print(</a:t>
            </a:r>
            <a:r>
              <a:rPr lang="en-SG" sz="1400" dirty="0" err="1">
                <a:latin typeface="Courier New" panose="02070309020205020404" pitchFamily="49" charset="0"/>
                <a:cs typeface="Courier New" panose="02070309020205020404" pitchFamily="49" charset="0"/>
              </a:rPr>
              <a:t>bt.kth_level_descendants</a:t>
            </a:r>
            <a:r>
              <a:rPr lang="en-SG" sz="1400" dirty="0">
                <a:latin typeface="Courier New" panose="02070309020205020404" pitchFamily="49" charset="0"/>
                <a:cs typeface="Courier New" panose="02070309020205020404" pitchFamily="49" charset="0"/>
              </a:rPr>
              <a:t>(</a:t>
            </a:r>
            <a:r>
              <a:rPr lang="en-SG" sz="1400" b="1" dirty="0" err="1">
                <a:solidFill>
                  <a:srgbClr val="FF0000"/>
                </a:solidFill>
                <a:latin typeface="Courier New" panose="02070309020205020404" pitchFamily="49" charset="0"/>
                <a:cs typeface="Courier New" panose="02070309020205020404" pitchFamily="49" charset="0"/>
              </a:rPr>
              <a:t>bt.root</a:t>
            </a:r>
            <a:r>
              <a:rPr lang="en-SG" sz="1400" dirty="0">
                <a:latin typeface="Courier New" panose="02070309020205020404" pitchFamily="49" charset="0"/>
                <a:cs typeface="Courier New" panose="02070309020205020404" pitchFamily="49" charset="0"/>
              </a:rPr>
              <a:t>, </a:t>
            </a:r>
            <a:r>
              <a:rPr lang="en-SG" sz="1400" b="1" dirty="0">
                <a:solidFill>
                  <a:srgbClr val="FF0000"/>
                </a:solidFill>
                <a:latin typeface="Courier New" panose="02070309020205020404" pitchFamily="49" charset="0"/>
                <a:cs typeface="Courier New" panose="02070309020205020404" pitchFamily="49" charset="0"/>
              </a:rPr>
              <a:t>2</a:t>
            </a:r>
            <a:r>
              <a:rPr lang="en-SG" sz="1400" dirty="0">
                <a:latin typeface="Courier New" panose="02070309020205020404" pitchFamily="49" charset="0"/>
                <a:cs typeface="Courier New" panose="02070309020205020404" pitchFamily="49" charset="0"/>
              </a:rPr>
              <a:t>)) </a:t>
            </a:r>
          </a:p>
        </p:txBody>
      </p:sp>
      <p:sp>
        <p:nvSpPr>
          <p:cNvPr id="50" name="Rectangle 49">
            <a:extLst>
              <a:ext uri="{FF2B5EF4-FFF2-40B4-BE49-F238E27FC236}">
                <a16:creationId xmlns:a16="http://schemas.microsoft.com/office/drawing/2014/main" id="{685DAD69-5766-596A-8EF8-D4F33F9E98E5}"/>
              </a:ext>
            </a:extLst>
          </p:cNvPr>
          <p:cNvSpPr/>
          <p:nvPr/>
        </p:nvSpPr>
        <p:spPr>
          <a:xfrm>
            <a:off x="867543" y="5788223"/>
            <a:ext cx="6142857" cy="3077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TextBox 2">
            <a:extLst>
              <a:ext uri="{FF2B5EF4-FFF2-40B4-BE49-F238E27FC236}">
                <a16:creationId xmlns:a16="http://schemas.microsoft.com/office/drawing/2014/main" id="{3BDC9E70-485D-A618-C7E8-B4C5F98979AB}"/>
              </a:ext>
            </a:extLst>
          </p:cNvPr>
          <p:cNvSpPr txBox="1"/>
          <p:nvPr/>
        </p:nvSpPr>
        <p:spPr>
          <a:xfrm>
            <a:off x="9768824" y="910503"/>
            <a:ext cx="812866" cy="235282"/>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normAutofit fontScale="32500" lnSpcReduction="20000"/>
          </a:bodyPr>
          <a:lstStyle/>
          <a:p>
            <a:pPr algn="l" eaLnBrk="1" fontAlgn="auto" hangingPunct="1">
              <a:spcAft>
                <a:spcPts val="0"/>
              </a:spcAft>
            </a:pPr>
            <a:r>
              <a:rPr lang="en-SG" sz="2800" b="1" dirty="0">
                <a:solidFill>
                  <a:srgbClr val="FF0000"/>
                </a:solidFill>
                <a:latin typeface="Verdana" panose="020B0604030504040204" pitchFamily="34" charset="0"/>
                <a:ea typeface="Verdana" panose="020B0604030504040204" pitchFamily="34" charset="0"/>
                <a:cs typeface="+mn-cs"/>
              </a:rPr>
              <a:t>Level = 0</a:t>
            </a:r>
          </a:p>
        </p:txBody>
      </p:sp>
      <p:sp>
        <p:nvSpPr>
          <p:cNvPr id="45" name="TextBox 44">
            <a:extLst>
              <a:ext uri="{FF2B5EF4-FFF2-40B4-BE49-F238E27FC236}">
                <a16:creationId xmlns:a16="http://schemas.microsoft.com/office/drawing/2014/main" id="{DCA9F278-BBB9-FBCD-1575-EA760A836FB7}"/>
              </a:ext>
            </a:extLst>
          </p:cNvPr>
          <p:cNvSpPr txBox="1"/>
          <p:nvPr/>
        </p:nvSpPr>
        <p:spPr>
          <a:xfrm>
            <a:off x="9057264" y="1328755"/>
            <a:ext cx="812866" cy="235282"/>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normAutofit fontScale="32500" lnSpcReduction="20000"/>
          </a:bodyPr>
          <a:lstStyle/>
          <a:p>
            <a:pPr algn="l" eaLnBrk="1" fontAlgn="auto" hangingPunct="1">
              <a:spcAft>
                <a:spcPts val="0"/>
              </a:spcAft>
            </a:pPr>
            <a:r>
              <a:rPr lang="en-SG" sz="2800" b="1" dirty="0">
                <a:solidFill>
                  <a:srgbClr val="FF0000"/>
                </a:solidFill>
                <a:latin typeface="Verdana" panose="020B0604030504040204" pitchFamily="34" charset="0"/>
                <a:ea typeface="Verdana" panose="020B0604030504040204" pitchFamily="34" charset="0"/>
                <a:cs typeface="+mn-cs"/>
              </a:rPr>
              <a:t>Level = 1</a:t>
            </a:r>
          </a:p>
        </p:txBody>
      </p:sp>
      <p:sp>
        <p:nvSpPr>
          <p:cNvPr id="46" name="TextBox 45">
            <a:extLst>
              <a:ext uri="{FF2B5EF4-FFF2-40B4-BE49-F238E27FC236}">
                <a16:creationId xmlns:a16="http://schemas.microsoft.com/office/drawing/2014/main" id="{3558DB07-742A-5AF2-9E48-E8122AF22075}"/>
              </a:ext>
            </a:extLst>
          </p:cNvPr>
          <p:cNvSpPr txBox="1"/>
          <p:nvPr/>
        </p:nvSpPr>
        <p:spPr>
          <a:xfrm>
            <a:off x="8550766" y="1857702"/>
            <a:ext cx="812866" cy="235282"/>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normAutofit fontScale="32500" lnSpcReduction="20000"/>
          </a:bodyPr>
          <a:lstStyle/>
          <a:p>
            <a:pPr algn="l" eaLnBrk="1" fontAlgn="auto" hangingPunct="1">
              <a:spcAft>
                <a:spcPts val="0"/>
              </a:spcAft>
            </a:pPr>
            <a:r>
              <a:rPr lang="en-SG" sz="2800" b="1" dirty="0">
                <a:solidFill>
                  <a:srgbClr val="FF0000"/>
                </a:solidFill>
                <a:latin typeface="Verdana" panose="020B0604030504040204" pitchFamily="34" charset="0"/>
                <a:ea typeface="Verdana" panose="020B0604030504040204" pitchFamily="34" charset="0"/>
                <a:cs typeface="+mn-cs"/>
              </a:rPr>
              <a:t>Level = 2</a:t>
            </a:r>
          </a:p>
        </p:txBody>
      </p:sp>
      <p:sp>
        <p:nvSpPr>
          <p:cNvPr id="49" name="object 2">
            <a:extLst>
              <a:ext uri="{FF2B5EF4-FFF2-40B4-BE49-F238E27FC236}">
                <a16:creationId xmlns:a16="http://schemas.microsoft.com/office/drawing/2014/main" id="{15B88848-D7D1-5002-48A2-77CAEFDCE6AF}"/>
              </a:ext>
            </a:extLst>
          </p:cNvPr>
          <p:cNvSpPr/>
          <p:nvPr/>
        </p:nvSpPr>
        <p:spPr>
          <a:xfrm>
            <a:off x="10633812" y="738059"/>
            <a:ext cx="680098" cy="559064"/>
          </a:xfrm>
          <a:prstGeom prst="ellipse">
            <a:avLst/>
          </a:prstGeom>
          <a:ln w="25399">
            <a:solidFill>
              <a:srgbClr val="FAA757"/>
            </a:solidFill>
          </a:ln>
        </p:spPr>
        <p:txBody>
          <a:bodyPr wrap="square" lIns="0" tIns="0" rIns="0" bIns="0" rtlCol="0"/>
          <a:lstStyle/>
          <a:p>
            <a:endParaRPr sz="1200">
              <a:latin typeface="Verdana (Body)"/>
            </a:endParaRPr>
          </a:p>
        </p:txBody>
      </p:sp>
    </p:spTree>
    <p:extLst>
      <p:ext uri="{BB962C8B-B14F-4D97-AF65-F5344CB8AC3E}">
        <p14:creationId xmlns:p14="http://schemas.microsoft.com/office/powerpoint/2010/main" val="380721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38E6E-D733-1916-5459-31EFA755C845}"/>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C3852817-C6C4-3AD6-5E9B-C0801C62E8EA}"/>
              </a:ext>
            </a:extLst>
          </p:cNvPr>
          <p:cNvSpPr>
            <a:spLocks noGrp="1"/>
          </p:cNvSpPr>
          <p:nvPr>
            <p:ph type="title"/>
          </p:nvPr>
        </p:nvSpPr>
        <p:spPr/>
        <p:txBody>
          <a:bodyPr/>
          <a:lstStyle/>
          <a:p>
            <a:pPr eaLnBrk="1" hangingPunct="1"/>
            <a:r>
              <a:rPr lang="en-SG" dirty="0"/>
              <a:t>Find the Kth-level Descendant Nodes</a:t>
            </a:r>
            <a:endParaRPr lang="en-US" altLang="en-US" dirty="0"/>
          </a:p>
        </p:txBody>
      </p:sp>
      <p:sp>
        <p:nvSpPr>
          <p:cNvPr id="2" name="Content Placeholder 1">
            <a:extLst>
              <a:ext uri="{FF2B5EF4-FFF2-40B4-BE49-F238E27FC236}">
                <a16:creationId xmlns:a16="http://schemas.microsoft.com/office/drawing/2014/main" id="{784563D2-DDB4-49CA-7CB5-103938000217}"/>
              </a:ext>
            </a:extLst>
          </p:cNvPr>
          <p:cNvSpPr>
            <a:spLocks noGrp="1"/>
          </p:cNvSpPr>
          <p:nvPr>
            <p:ph idx="1"/>
          </p:nvPr>
        </p:nvSpPr>
        <p:spPr>
          <a:xfrm>
            <a:off x="1080656" y="948616"/>
            <a:ext cx="10819070" cy="4611210"/>
          </a:xfrm>
          <a:noFill/>
        </p:spPr>
        <p:txBody>
          <a:bodyPr/>
          <a:lstStyle/>
          <a:p>
            <a:pPr algn="just">
              <a:lnSpc>
                <a:spcPct val="100000"/>
              </a:lnSpc>
            </a:pPr>
            <a:r>
              <a:rPr lang="en-SG" sz="1800" dirty="0"/>
              <a:t>Given a node X, ﬁnd all the descendants of X</a:t>
            </a:r>
          </a:p>
          <a:p>
            <a:pPr algn="just">
              <a:lnSpc>
                <a:spcPct val="100000"/>
              </a:lnSpc>
            </a:pPr>
            <a:r>
              <a:rPr lang="en-SG" sz="1800" dirty="0"/>
              <a:t>Given node </a:t>
            </a:r>
            <a:r>
              <a:rPr lang="en-SG" sz="1800" b="1" dirty="0">
                <a:solidFill>
                  <a:srgbClr val="FF0000"/>
                </a:solidFill>
              </a:rPr>
              <a:t>E</a:t>
            </a:r>
            <a:r>
              <a:rPr lang="en-SG" sz="1800" dirty="0"/>
              <a:t> and </a:t>
            </a:r>
            <a:r>
              <a:rPr lang="en-SG" sz="1800" b="1" dirty="0">
                <a:solidFill>
                  <a:srgbClr val="FF0000"/>
                </a:solidFill>
              </a:rPr>
              <a:t>K=2</a:t>
            </a:r>
            <a:r>
              <a:rPr lang="en-SG" sz="1800" dirty="0"/>
              <a:t>, we should return its grandchild nodes A, C, and G</a:t>
            </a:r>
          </a:p>
          <a:p>
            <a:pPr algn="just">
              <a:lnSpc>
                <a:spcPct val="100000"/>
              </a:lnSpc>
            </a:pPr>
            <a:r>
              <a:rPr lang="en-SG" sz="1800" dirty="0"/>
              <a:t>What if we want to find </a:t>
            </a:r>
            <a:r>
              <a:rPr lang="en-SG" sz="1800" dirty="0">
                <a:solidFill>
                  <a:srgbClr val="FE7F00"/>
                </a:solidFill>
              </a:rPr>
              <a:t>K</a:t>
            </a:r>
            <a:r>
              <a:rPr lang="en-SG" sz="1800" baseline="30000" dirty="0">
                <a:solidFill>
                  <a:srgbClr val="FE7F00"/>
                </a:solidFill>
              </a:rPr>
              <a:t>th</a:t>
            </a:r>
            <a:r>
              <a:rPr lang="en-SG" sz="1800" dirty="0">
                <a:solidFill>
                  <a:srgbClr val="FE7F00"/>
                </a:solidFill>
              </a:rPr>
              <a:t>-level descendants</a:t>
            </a:r>
            <a:r>
              <a:rPr lang="en-SG" sz="1800" dirty="0"/>
              <a:t>?</a:t>
            </a:r>
          </a:p>
          <a:p>
            <a:pPr lvl="1" algn="just">
              <a:lnSpc>
                <a:spcPct val="100000"/>
              </a:lnSpc>
              <a:buFont typeface="Verdana" panose="020B0604030504040204" pitchFamily="34" charset="0"/>
              <a:buChar char="-"/>
            </a:pPr>
            <a:r>
              <a:rPr lang="en-SG" sz="1600" b="1" dirty="0"/>
              <a:t>Need a way to keep track of how many levels down we’ve gone</a:t>
            </a:r>
          </a:p>
          <a:p>
            <a:endParaRPr lang="en-SG" dirty="0"/>
          </a:p>
        </p:txBody>
      </p:sp>
      <p:grpSp>
        <p:nvGrpSpPr>
          <p:cNvPr id="4" name="Group 3">
            <a:extLst>
              <a:ext uri="{FF2B5EF4-FFF2-40B4-BE49-F238E27FC236}">
                <a16:creationId xmlns:a16="http://schemas.microsoft.com/office/drawing/2014/main" id="{6FF19DDB-D99B-8230-0EF1-F7E8C52B4A13}"/>
              </a:ext>
            </a:extLst>
          </p:cNvPr>
          <p:cNvGrpSpPr/>
          <p:nvPr/>
        </p:nvGrpSpPr>
        <p:grpSpPr>
          <a:xfrm>
            <a:off x="9170868" y="838200"/>
            <a:ext cx="2998048" cy="2415903"/>
            <a:chOff x="5116799" y="1463846"/>
            <a:chExt cx="3755379" cy="3026181"/>
          </a:xfrm>
        </p:grpSpPr>
        <p:sp>
          <p:nvSpPr>
            <p:cNvPr id="5" name="object 2">
              <a:extLst>
                <a:ext uri="{FF2B5EF4-FFF2-40B4-BE49-F238E27FC236}">
                  <a16:creationId xmlns:a16="http://schemas.microsoft.com/office/drawing/2014/main" id="{A17934FD-4ED1-5E14-1BF3-323BCA19810E}"/>
                </a:ext>
              </a:extLst>
            </p:cNvPr>
            <p:cNvSpPr/>
            <p:nvPr/>
          </p:nvSpPr>
          <p:spPr>
            <a:xfrm>
              <a:off x="6004224" y="1904212"/>
              <a:ext cx="851896" cy="700288"/>
            </a:xfrm>
            <a:prstGeom prst="ellipse">
              <a:avLst/>
            </a:prstGeom>
            <a:ln w="25399">
              <a:solidFill>
                <a:srgbClr val="FAA757"/>
              </a:solidFill>
            </a:ln>
          </p:spPr>
          <p:txBody>
            <a:bodyPr wrap="square" lIns="0" tIns="0" rIns="0" bIns="0" rtlCol="0"/>
            <a:lstStyle/>
            <a:p>
              <a:endParaRPr sz="1200">
                <a:latin typeface="Verdana (Body)"/>
              </a:endParaRPr>
            </a:p>
          </p:txBody>
        </p:sp>
        <p:sp>
          <p:nvSpPr>
            <p:cNvPr id="6" name="object 3">
              <a:extLst>
                <a:ext uri="{FF2B5EF4-FFF2-40B4-BE49-F238E27FC236}">
                  <a16:creationId xmlns:a16="http://schemas.microsoft.com/office/drawing/2014/main" id="{BFCB058D-473C-FADB-008A-788F9114D086}"/>
                </a:ext>
              </a:extLst>
            </p:cNvPr>
            <p:cNvSpPr/>
            <p:nvPr/>
          </p:nvSpPr>
          <p:spPr>
            <a:xfrm>
              <a:off x="5116799" y="3170317"/>
              <a:ext cx="2369794" cy="809852"/>
            </a:xfrm>
            <a:prstGeom prst="ellipse">
              <a:avLst/>
            </a:prstGeom>
            <a:ln w="25399">
              <a:solidFill>
                <a:srgbClr val="FAA757"/>
              </a:solidFill>
            </a:ln>
          </p:spPr>
          <p:txBody>
            <a:bodyPr wrap="square" lIns="0" tIns="0" rIns="0" bIns="0" rtlCol="0"/>
            <a:lstStyle/>
            <a:p>
              <a:endParaRPr sz="1200">
                <a:latin typeface="Verdana (Body)"/>
              </a:endParaRPr>
            </a:p>
          </p:txBody>
        </p:sp>
        <p:sp>
          <p:nvSpPr>
            <p:cNvPr id="7" name="object 8">
              <a:extLst>
                <a:ext uri="{FF2B5EF4-FFF2-40B4-BE49-F238E27FC236}">
                  <a16:creationId xmlns:a16="http://schemas.microsoft.com/office/drawing/2014/main" id="{8F0FEF5B-6F55-AAF9-99F8-F3F29C2B9121}"/>
                </a:ext>
              </a:extLst>
            </p:cNvPr>
            <p:cNvSpPr/>
            <p:nvPr/>
          </p:nvSpPr>
          <p:spPr>
            <a:xfrm>
              <a:off x="7032954" y="1463846"/>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8" name="object 9">
              <a:extLst>
                <a:ext uri="{FF2B5EF4-FFF2-40B4-BE49-F238E27FC236}">
                  <a16:creationId xmlns:a16="http://schemas.microsoft.com/office/drawing/2014/main" id="{15774237-6B2B-959C-FF40-41DE621B3B56}"/>
                </a:ext>
              </a:extLst>
            </p:cNvPr>
            <p:cNvSpPr txBox="1"/>
            <p:nvPr/>
          </p:nvSpPr>
          <p:spPr>
            <a:xfrm>
              <a:off x="7173054" y="1514698"/>
              <a:ext cx="193945" cy="325271"/>
            </a:xfrm>
            <a:prstGeom prst="ellipse">
              <a:avLst/>
            </a:prstGeom>
          </p:spPr>
          <p:txBody>
            <a:bodyPr vert="horz" wrap="square" lIns="0" tIns="0" rIns="0" bIns="0" rtlCol="0">
              <a:spAutoFit/>
            </a:bodyPr>
            <a:lstStyle/>
            <a:p>
              <a:pPr marL="12700"/>
              <a:r>
                <a:rPr sz="1200" dirty="0">
                  <a:latin typeface="Verdana (Body)"/>
                  <a:cs typeface="Calibri"/>
                </a:rPr>
                <a:t>H</a:t>
              </a:r>
              <a:endParaRPr sz="1200">
                <a:latin typeface="Verdana (Body)"/>
                <a:cs typeface="Calibri"/>
              </a:endParaRPr>
            </a:p>
          </p:txBody>
        </p:sp>
        <p:sp>
          <p:nvSpPr>
            <p:cNvPr id="9" name="object 11">
              <a:extLst>
                <a:ext uri="{FF2B5EF4-FFF2-40B4-BE49-F238E27FC236}">
                  <a16:creationId xmlns:a16="http://schemas.microsoft.com/office/drawing/2014/main" id="{D9CE3BA6-79CE-9C67-FD27-12C1A0922D8C}"/>
                </a:ext>
              </a:extLst>
            </p:cNvPr>
            <p:cNvSpPr/>
            <p:nvPr/>
          </p:nvSpPr>
          <p:spPr>
            <a:xfrm>
              <a:off x="6147388" y="2021417"/>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0" name="object 12">
              <a:extLst>
                <a:ext uri="{FF2B5EF4-FFF2-40B4-BE49-F238E27FC236}">
                  <a16:creationId xmlns:a16="http://schemas.microsoft.com/office/drawing/2014/main" id="{7EF3324D-2D3B-9091-3884-BD3E51B9CCB6}"/>
                </a:ext>
              </a:extLst>
            </p:cNvPr>
            <p:cNvSpPr txBox="1"/>
            <p:nvPr/>
          </p:nvSpPr>
          <p:spPr>
            <a:xfrm>
              <a:off x="6302862" y="2064914"/>
              <a:ext cx="158084" cy="325271"/>
            </a:xfrm>
            <a:prstGeom prst="ellipse">
              <a:avLst/>
            </a:prstGeom>
          </p:spPr>
          <p:txBody>
            <a:bodyPr vert="horz" wrap="square" lIns="0" tIns="0" rIns="0" bIns="0" rtlCol="0">
              <a:spAutoFit/>
            </a:bodyPr>
            <a:lstStyle/>
            <a:p>
              <a:pPr marL="12700"/>
              <a:r>
                <a:rPr sz="1200" dirty="0">
                  <a:latin typeface="Verdana (Body)"/>
                  <a:cs typeface="Calibri"/>
                </a:rPr>
                <a:t>E</a:t>
              </a:r>
              <a:endParaRPr sz="1200">
                <a:latin typeface="Verdana (Body)"/>
                <a:cs typeface="Calibri"/>
              </a:endParaRPr>
            </a:p>
          </p:txBody>
        </p:sp>
        <p:sp>
          <p:nvSpPr>
            <p:cNvPr id="11" name="object 14">
              <a:extLst>
                <a:ext uri="{FF2B5EF4-FFF2-40B4-BE49-F238E27FC236}">
                  <a16:creationId xmlns:a16="http://schemas.microsoft.com/office/drawing/2014/main" id="{4041808F-A4BC-AE02-DE99-1D9C4D20E458}"/>
                </a:ext>
              </a:extLst>
            </p:cNvPr>
            <p:cNvSpPr/>
            <p:nvPr/>
          </p:nvSpPr>
          <p:spPr>
            <a:xfrm>
              <a:off x="5704574" y="2666831"/>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2" name="object 15">
              <a:extLst>
                <a:ext uri="{FF2B5EF4-FFF2-40B4-BE49-F238E27FC236}">
                  <a16:creationId xmlns:a16="http://schemas.microsoft.com/office/drawing/2014/main" id="{9AD5424D-DF32-B9E4-C811-1CA7C8515510}"/>
                </a:ext>
              </a:extLst>
            </p:cNvPr>
            <p:cNvSpPr txBox="1"/>
            <p:nvPr/>
          </p:nvSpPr>
          <p:spPr>
            <a:xfrm>
              <a:off x="5853713" y="2710328"/>
              <a:ext cx="172722" cy="325271"/>
            </a:xfrm>
            <a:prstGeom prst="ellipse">
              <a:avLst/>
            </a:prstGeom>
          </p:spPr>
          <p:txBody>
            <a:bodyPr vert="horz" wrap="square" lIns="0" tIns="0" rIns="0" bIns="0" rtlCol="0">
              <a:spAutoFit/>
            </a:bodyPr>
            <a:lstStyle/>
            <a:p>
              <a:pPr marL="12700"/>
              <a:r>
                <a:rPr sz="1200" spc="-10" dirty="0">
                  <a:latin typeface="Verdana (Body)"/>
                  <a:cs typeface="Calibri"/>
                </a:rPr>
                <a:t>B</a:t>
              </a:r>
              <a:endParaRPr sz="1200">
                <a:latin typeface="Verdana (Body)"/>
                <a:cs typeface="Calibri"/>
              </a:endParaRPr>
            </a:p>
          </p:txBody>
        </p:sp>
        <p:sp>
          <p:nvSpPr>
            <p:cNvPr id="13" name="object 17">
              <a:extLst>
                <a:ext uri="{FF2B5EF4-FFF2-40B4-BE49-F238E27FC236}">
                  <a16:creationId xmlns:a16="http://schemas.microsoft.com/office/drawing/2014/main" id="{DAF34D87-A231-49C6-E4A0-D6B7E671BEF4}"/>
                </a:ext>
              </a:extLst>
            </p:cNvPr>
            <p:cNvSpPr/>
            <p:nvPr/>
          </p:nvSpPr>
          <p:spPr>
            <a:xfrm>
              <a:off x="6590171" y="2666831"/>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4" name="object 18">
              <a:extLst>
                <a:ext uri="{FF2B5EF4-FFF2-40B4-BE49-F238E27FC236}">
                  <a16:creationId xmlns:a16="http://schemas.microsoft.com/office/drawing/2014/main" id="{5C58B301-B2E2-E8F2-356F-F4E3254E1B11}"/>
                </a:ext>
              </a:extLst>
            </p:cNvPr>
            <p:cNvSpPr txBox="1"/>
            <p:nvPr/>
          </p:nvSpPr>
          <p:spPr>
            <a:xfrm>
              <a:off x="6748949" y="2710328"/>
              <a:ext cx="150765" cy="325271"/>
            </a:xfrm>
            <a:prstGeom prst="ellipse">
              <a:avLst/>
            </a:prstGeom>
          </p:spPr>
          <p:txBody>
            <a:bodyPr vert="horz" wrap="square" lIns="0" tIns="0" rIns="0" bIns="0" rtlCol="0">
              <a:spAutoFit/>
            </a:bodyPr>
            <a:lstStyle/>
            <a:p>
              <a:pPr marL="12700"/>
              <a:r>
                <a:rPr sz="1200" dirty="0">
                  <a:latin typeface="Verdana (Body)"/>
                  <a:cs typeface="Calibri"/>
                </a:rPr>
                <a:t>F</a:t>
              </a:r>
              <a:endParaRPr sz="1200">
                <a:latin typeface="Verdana (Body)"/>
                <a:cs typeface="Calibri"/>
              </a:endParaRPr>
            </a:p>
          </p:txBody>
        </p:sp>
        <p:sp>
          <p:nvSpPr>
            <p:cNvPr id="15" name="object 20">
              <a:extLst>
                <a:ext uri="{FF2B5EF4-FFF2-40B4-BE49-F238E27FC236}">
                  <a16:creationId xmlns:a16="http://schemas.microsoft.com/office/drawing/2014/main" id="{D4368EA9-EFFB-2C31-BCE2-16269D8E062D}"/>
                </a:ext>
              </a:extLst>
            </p:cNvPr>
            <p:cNvSpPr/>
            <p:nvPr/>
          </p:nvSpPr>
          <p:spPr>
            <a:xfrm>
              <a:off x="7918550" y="2021417"/>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6" name="object 21">
              <a:extLst>
                <a:ext uri="{FF2B5EF4-FFF2-40B4-BE49-F238E27FC236}">
                  <a16:creationId xmlns:a16="http://schemas.microsoft.com/office/drawing/2014/main" id="{F5CAB9F3-BB1E-78DE-4011-1CE74D828027}"/>
                </a:ext>
              </a:extLst>
            </p:cNvPr>
            <p:cNvSpPr txBox="1"/>
            <p:nvPr/>
          </p:nvSpPr>
          <p:spPr>
            <a:xfrm>
              <a:off x="8081790" y="2064914"/>
              <a:ext cx="140519" cy="325271"/>
            </a:xfrm>
            <a:prstGeom prst="ellipse">
              <a:avLst/>
            </a:prstGeom>
          </p:spPr>
          <p:txBody>
            <a:bodyPr vert="horz" wrap="square" lIns="0" tIns="0" rIns="0" bIns="0" rtlCol="0">
              <a:spAutoFit/>
            </a:bodyPr>
            <a:lstStyle/>
            <a:p>
              <a:pPr marL="12700"/>
              <a:r>
                <a:rPr sz="1200" dirty="0">
                  <a:latin typeface="Verdana (Body)"/>
                  <a:cs typeface="Calibri"/>
                </a:rPr>
                <a:t>L</a:t>
              </a:r>
              <a:endParaRPr sz="1200">
                <a:latin typeface="Verdana (Body)"/>
                <a:cs typeface="Calibri"/>
              </a:endParaRPr>
            </a:p>
          </p:txBody>
        </p:sp>
        <p:sp>
          <p:nvSpPr>
            <p:cNvPr id="17" name="object 23">
              <a:extLst>
                <a:ext uri="{FF2B5EF4-FFF2-40B4-BE49-F238E27FC236}">
                  <a16:creationId xmlns:a16="http://schemas.microsoft.com/office/drawing/2014/main" id="{42D43618-27D7-ECC0-C1DB-025E64F9E037}"/>
                </a:ext>
              </a:extLst>
            </p:cNvPr>
            <p:cNvSpPr/>
            <p:nvPr/>
          </p:nvSpPr>
          <p:spPr>
            <a:xfrm>
              <a:off x="7475767" y="2666831"/>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18" name="object 24">
              <a:extLst>
                <a:ext uri="{FF2B5EF4-FFF2-40B4-BE49-F238E27FC236}">
                  <a16:creationId xmlns:a16="http://schemas.microsoft.com/office/drawing/2014/main" id="{94BC9407-F23A-78D4-807E-4763AEA088AE}"/>
                </a:ext>
              </a:extLst>
            </p:cNvPr>
            <p:cNvSpPr txBox="1"/>
            <p:nvPr/>
          </p:nvSpPr>
          <p:spPr>
            <a:xfrm>
              <a:off x="7650612" y="2710328"/>
              <a:ext cx="113440" cy="325271"/>
            </a:xfrm>
            <a:prstGeom prst="ellipse">
              <a:avLst/>
            </a:prstGeom>
          </p:spPr>
          <p:txBody>
            <a:bodyPr vert="horz" wrap="square" lIns="0" tIns="0" rIns="0" bIns="0" rtlCol="0">
              <a:spAutoFit/>
            </a:bodyPr>
            <a:lstStyle/>
            <a:p>
              <a:pPr marL="12700"/>
              <a:r>
                <a:rPr sz="1200" spc="-10" dirty="0">
                  <a:latin typeface="Verdana (Body)"/>
                  <a:cs typeface="Calibri"/>
                </a:rPr>
                <a:t>J</a:t>
              </a:r>
              <a:endParaRPr sz="1200">
                <a:latin typeface="Verdana (Body)"/>
                <a:cs typeface="Calibri"/>
              </a:endParaRPr>
            </a:p>
          </p:txBody>
        </p:sp>
        <p:sp>
          <p:nvSpPr>
            <p:cNvPr id="19" name="object 26">
              <a:extLst>
                <a:ext uri="{FF2B5EF4-FFF2-40B4-BE49-F238E27FC236}">
                  <a16:creationId xmlns:a16="http://schemas.microsoft.com/office/drawing/2014/main" id="{A61BEE0D-B26F-B99B-64F1-5D0CE3F13815}"/>
                </a:ext>
              </a:extLst>
            </p:cNvPr>
            <p:cNvSpPr/>
            <p:nvPr/>
          </p:nvSpPr>
          <p:spPr>
            <a:xfrm>
              <a:off x="8361333" y="2666831"/>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0" name="object 27">
              <a:extLst>
                <a:ext uri="{FF2B5EF4-FFF2-40B4-BE49-F238E27FC236}">
                  <a16:creationId xmlns:a16="http://schemas.microsoft.com/office/drawing/2014/main" id="{10BF2C95-F2CE-3F0C-3FC5-783AD92829BA}"/>
                </a:ext>
              </a:extLst>
            </p:cNvPr>
            <p:cNvSpPr txBox="1"/>
            <p:nvPr/>
          </p:nvSpPr>
          <p:spPr>
            <a:xfrm>
              <a:off x="8474918" y="2710328"/>
              <a:ext cx="254689" cy="325271"/>
            </a:xfrm>
            <a:prstGeom prst="ellipse">
              <a:avLst/>
            </a:prstGeom>
          </p:spPr>
          <p:txBody>
            <a:bodyPr vert="horz" wrap="square" lIns="0" tIns="0" rIns="0" bIns="0" rtlCol="0">
              <a:spAutoFit/>
            </a:bodyPr>
            <a:lstStyle/>
            <a:p>
              <a:pPr marL="12700"/>
              <a:r>
                <a:rPr sz="1200" spc="-20" dirty="0">
                  <a:latin typeface="Verdana (Body)"/>
                  <a:cs typeface="Calibri"/>
                </a:rPr>
                <a:t>M</a:t>
              </a:r>
              <a:endParaRPr sz="1200">
                <a:latin typeface="Verdana (Body)"/>
                <a:cs typeface="Calibri"/>
              </a:endParaRPr>
            </a:p>
          </p:txBody>
        </p:sp>
        <p:sp>
          <p:nvSpPr>
            <p:cNvPr id="21" name="object 47">
              <a:extLst>
                <a:ext uri="{FF2B5EF4-FFF2-40B4-BE49-F238E27FC236}">
                  <a16:creationId xmlns:a16="http://schemas.microsoft.com/office/drawing/2014/main" id="{5B513F3C-4B6F-118F-F085-148F6F44580C}"/>
                </a:ext>
              </a:extLst>
            </p:cNvPr>
            <p:cNvSpPr/>
            <p:nvPr/>
          </p:nvSpPr>
          <p:spPr>
            <a:xfrm>
              <a:off x="6728155" y="3352800"/>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2" name="object 48">
              <a:extLst>
                <a:ext uri="{FF2B5EF4-FFF2-40B4-BE49-F238E27FC236}">
                  <a16:creationId xmlns:a16="http://schemas.microsoft.com/office/drawing/2014/main" id="{09111962-BFC4-8C1F-3029-4263872592DD}"/>
                </a:ext>
              </a:extLst>
            </p:cNvPr>
            <p:cNvSpPr txBox="1"/>
            <p:nvPr/>
          </p:nvSpPr>
          <p:spPr>
            <a:xfrm>
              <a:off x="6867349" y="3396297"/>
              <a:ext cx="196140" cy="325271"/>
            </a:xfrm>
            <a:prstGeom prst="ellipse">
              <a:avLst/>
            </a:prstGeom>
          </p:spPr>
          <p:txBody>
            <a:bodyPr vert="horz" wrap="square" lIns="0" tIns="0" rIns="0" bIns="0" rtlCol="0">
              <a:spAutoFit/>
            </a:bodyPr>
            <a:lstStyle/>
            <a:p>
              <a:pPr marL="12700"/>
              <a:r>
                <a:rPr sz="1200" spc="-15" dirty="0">
                  <a:latin typeface="Verdana (Body)"/>
                  <a:cs typeface="Calibri"/>
                </a:rPr>
                <a:t>G</a:t>
              </a:r>
              <a:endParaRPr sz="1200" dirty="0">
                <a:latin typeface="Verdana (Body)"/>
                <a:cs typeface="Calibri"/>
              </a:endParaRPr>
            </a:p>
          </p:txBody>
        </p:sp>
        <p:sp>
          <p:nvSpPr>
            <p:cNvPr id="23" name="object 50">
              <a:extLst>
                <a:ext uri="{FF2B5EF4-FFF2-40B4-BE49-F238E27FC236}">
                  <a16:creationId xmlns:a16="http://schemas.microsoft.com/office/drawing/2014/main" id="{D26360FC-7B00-7633-BB3F-2873FD4E8E10}"/>
                </a:ext>
              </a:extLst>
            </p:cNvPr>
            <p:cNvSpPr/>
            <p:nvPr/>
          </p:nvSpPr>
          <p:spPr>
            <a:xfrm>
              <a:off x="7924100" y="3357874"/>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4" name="object 51">
              <a:extLst>
                <a:ext uri="{FF2B5EF4-FFF2-40B4-BE49-F238E27FC236}">
                  <a16:creationId xmlns:a16="http://schemas.microsoft.com/office/drawing/2014/main" id="{651C9284-E43D-E904-DD7D-7E3F27D72277}"/>
                </a:ext>
              </a:extLst>
            </p:cNvPr>
            <p:cNvSpPr txBox="1"/>
            <p:nvPr/>
          </p:nvSpPr>
          <p:spPr>
            <a:xfrm>
              <a:off x="8076027" y="3401371"/>
              <a:ext cx="166867" cy="325271"/>
            </a:xfrm>
            <a:prstGeom prst="ellipse">
              <a:avLst/>
            </a:prstGeom>
          </p:spPr>
          <p:txBody>
            <a:bodyPr vert="horz" wrap="square" lIns="0" tIns="0" rIns="0" bIns="0" rtlCol="0">
              <a:spAutoFit/>
            </a:bodyPr>
            <a:lstStyle/>
            <a:p>
              <a:pPr marL="12700"/>
              <a:r>
                <a:rPr sz="1200" spc="-10" dirty="0">
                  <a:latin typeface="Verdana (Body)"/>
                  <a:cs typeface="Calibri"/>
                </a:rPr>
                <a:t>K</a:t>
              </a:r>
              <a:endParaRPr sz="1200" dirty="0">
                <a:latin typeface="Verdana (Body)"/>
                <a:cs typeface="Calibri"/>
              </a:endParaRPr>
            </a:p>
          </p:txBody>
        </p:sp>
        <p:sp>
          <p:nvSpPr>
            <p:cNvPr id="25" name="object 59">
              <a:extLst>
                <a:ext uri="{FF2B5EF4-FFF2-40B4-BE49-F238E27FC236}">
                  <a16:creationId xmlns:a16="http://schemas.microsoft.com/office/drawing/2014/main" id="{B99507D1-C6C9-D0DD-16F4-7EED06C8507C}"/>
                </a:ext>
              </a:extLst>
            </p:cNvPr>
            <p:cNvSpPr/>
            <p:nvPr/>
          </p:nvSpPr>
          <p:spPr>
            <a:xfrm>
              <a:off x="7315200" y="3357874"/>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6" name="object 60">
              <a:extLst>
                <a:ext uri="{FF2B5EF4-FFF2-40B4-BE49-F238E27FC236}">
                  <a16:creationId xmlns:a16="http://schemas.microsoft.com/office/drawing/2014/main" id="{E3E29619-3ABB-3885-F32D-A2F3AD4192BD}"/>
                </a:ext>
              </a:extLst>
            </p:cNvPr>
            <p:cNvSpPr txBox="1"/>
            <p:nvPr/>
          </p:nvSpPr>
          <p:spPr>
            <a:xfrm>
              <a:off x="7497707" y="3401371"/>
              <a:ext cx="95875" cy="325271"/>
            </a:xfrm>
            <a:prstGeom prst="ellipse">
              <a:avLst/>
            </a:prstGeom>
          </p:spPr>
          <p:txBody>
            <a:bodyPr vert="horz" wrap="square" lIns="0" tIns="0" rIns="0" bIns="0" rtlCol="0">
              <a:spAutoFit/>
            </a:bodyPr>
            <a:lstStyle/>
            <a:p>
              <a:pPr marL="12700"/>
              <a:r>
                <a:rPr sz="1200" spc="-5" dirty="0">
                  <a:latin typeface="Verdana (Body)"/>
                  <a:cs typeface="Calibri"/>
                </a:rPr>
                <a:t>I</a:t>
              </a:r>
              <a:endParaRPr sz="1200">
                <a:latin typeface="Verdana (Body)"/>
                <a:cs typeface="Calibri"/>
              </a:endParaRPr>
            </a:p>
          </p:txBody>
        </p:sp>
        <p:sp>
          <p:nvSpPr>
            <p:cNvPr id="27" name="object 65">
              <a:extLst>
                <a:ext uri="{FF2B5EF4-FFF2-40B4-BE49-F238E27FC236}">
                  <a16:creationId xmlns:a16="http://schemas.microsoft.com/office/drawing/2014/main" id="{2142F6D2-0095-B2C2-9905-D2B949D42B98}"/>
                </a:ext>
              </a:extLst>
            </p:cNvPr>
            <p:cNvSpPr/>
            <p:nvPr/>
          </p:nvSpPr>
          <p:spPr>
            <a:xfrm>
              <a:off x="6004223" y="3357874"/>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28" name="object 66">
              <a:extLst>
                <a:ext uri="{FF2B5EF4-FFF2-40B4-BE49-F238E27FC236}">
                  <a16:creationId xmlns:a16="http://schemas.microsoft.com/office/drawing/2014/main" id="{9DC93E43-D713-D958-95D1-3B8FD4E87E4F}"/>
                </a:ext>
              </a:extLst>
            </p:cNvPr>
            <p:cNvSpPr txBox="1"/>
            <p:nvPr/>
          </p:nvSpPr>
          <p:spPr>
            <a:xfrm>
              <a:off x="6154577" y="3401371"/>
              <a:ext cx="169794" cy="325271"/>
            </a:xfrm>
            <a:prstGeom prst="ellipse">
              <a:avLst/>
            </a:prstGeom>
          </p:spPr>
          <p:txBody>
            <a:bodyPr vert="horz" wrap="square" lIns="0" tIns="0" rIns="0" bIns="0" rtlCol="0">
              <a:spAutoFit/>
            </a:bodyPr>
            <a:lstStyle/>
            <a:p>
              <a:pPr marL="12700"/>
              <a:r>
                <a:rPr sz="1200" dirty="0">
                  <a:latin typeface="Verdana (Body)"/>
                  <a:cs typeface="Calibri"/>
                </a:rPr>
                <a:t>C</a:t>
              </a:r>
              <a:endParaRPr sz="1200">
                <a:latin typeface="Verdana (Body)"/>
                <a:cs typeface="Calibri"/>
              </a:endParaRPr>
            </a:p>
          </p:txBody>
        </p:sp>
        <p:sp>
          <p:nvSpPr>
            <p:cNvPr id="29" name="object 71">
              <a:extLst>
                <a:ext uri="{FF2B5EF4-FFF2-40B4-BE49-F238E27FC236}">
                  <a16:creationId xmlns:a16="http://schemas.microsoft.com/office/drawing/2014/main" id="{5EDB9869-599E-8EC6-25AC-42FBBB878A47}"/>
                </a:ext>
              </a:extLst>
            </p:cNvPr>
            <p:cNvSpPr/>
            <p:nvPr/>
          </p:nvSpPr>
          <p:spPr>
            <a:xfrm>
              <a:off x="5395324" y="3357874"/>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30" name="object 72">
              <a:extLst>
                <a:ext uri="{FF2B5EF4-FFF2-40B4-BE49-F238E27FC236}">
                  <a16:creationId xmlns:a16="http://schemas.microsoft.com/office/drawing/2014/main" id="{6C1DFAF0-2DBF-2F90-9698-2D4593D759A1}"/>
                </a:ext>
              </a:extLst>
            </p:cNvPr>
            <p:cNvSpPr txBox="1"/>
            <p:nvPr/>
          </p:nvSpPr>
          <p:spPr>
            <a:xfrm>
              <a:off x="5540482" y="3401371"/>
              <a:ext cx="182236" cy="325271"/>
            </a:xfrm>
            <a:prstGeom prst="ellipse">
              <a:avLst/>
            </a:prstGeom>
          </p:spPr>
          <p:txBody>
            <a:bodyPr vert="horz" wrap="square" lIns="0" tIns="0" rIns="0" bIns="0" rtlCol="0">
              <a:spAutoFit/>
            </a:bodyPr>
            <a:lstStyle/>
            <a:p>
              <a:pPr marL="12700"/>
              <a:r>
                <a:rPr sz="1200" spc="-15" dirty="0">
                  <a:latin typeface="Verdana (Body)"/>
                  <a:cs typeface="Calibri"/>
                </a:rPr>
                <a:t>A</a:t>
              </a:r>
              <a:endParaRPr sz="1200">
                <a:latin typeface="Verdana (Body)"/>
                <a:cs typeface="Calibri"/>
              </a:endParaRPr>
            </a:p>
          </p:txBody>
        </p:sp>
        <p:sp>
          <p:nvSpPr>
            <p:cNvPr id="31" name="object 77">
              <a:extLst>
                <a:ext uri="{FF2B5EF4-FFF2-40B4-BE49-F238E27FC236}">
                  <a16:creationId xmlns:a16="http://schemas.microsoft.com/office/drawing/2014/main" id="{BCCC2EDD-61AF-761A-2BA9-61497224FF4D}"/>
                </a:ext>
              </a:extLst>
            </p:cNvPr>
            <p:cNvSpPr/>
            <p:nvPr/>
          </p:nvSpPr>
          <p:spPr>
            <a:xfrm>
              <a:off x="6225630" y="4048873"/>
              <a:ext cx="510845" cy="441154"/>
            </a:xfrm>
            <a:prstGeom prst="ellipse">
              <a:avLst/>
            </a:prstGeom>
            <a:ln w="25399">
              <a:solidFill>
                <a:srgbClr val="839950"/>
              </a:solidFill>
            </a:ln>
          </p:spPr>
          <p:txBody>
            <a:bodyPr wrap="square" lIns="0" tIns="0" rIns="0" bIns="0" rtlCol="0"/>
            <a:lstStyle/>
            <a:p>
              <a:endParaRPr sz="1200">
                <a:latin typeface="Verdana (Body)"/>
              </a:endParaRPr>
            </a:p>
          </p:txBody>
        </p:sp>
        <p:sp>
          <p:nvSpPr>
            <p:cNvPr id="32" name="object 78">
              <a:extLst>
                <a:ext uri="{FF2B5EF4-FFF2-40B4-BE49-F238E27FC236}">
                  <a16:creationId xmlns:a16="http://schemas.microsoft.com/office/drawing/2014/main" id="{57ECC7BC-A933-0BE1-399E-C5049B73298D}"/>
                </a:ext>
              </a:extLst>
            </p:cNvPr>
            <p:cNvSpPr txBox="1"/>
            <p:nvPr/>
          </p:nvSpPr>
          <p:spPr>
            <a:xfrm>
              <a:off x="6366604" y="4099723"/>
              <a:ext cx="191750" cy="325271"/>
            </a:xfrm>
            <a:prstGeom prst="ellipse">
              <a:avLst/>
            </a:prstGeom>
          </p:spPr>
          <p:txBody>
            <a:bodyPr vert="horz" wrap="square" lIns="0" tIns="0" rIns="0" bIns="0" rtlCol="0">
              <a:spAutoFit/>
            </a:bodyPr>
            <a:lstStyle/>
            <a:p>
              <a:pPr marL="12700"/>
              <a:r>
                <a:rPr sz="1200" dirty="0">
                  <a:latin typeface="Verdana (Body)"/>
                  <a:cs typeface="Calibri"/>
                </a:rPr>
                <a:t>D</a:t>
              </a:r>
              <a:endParaRPr sz="1200">
                <a:latin typeface="Verdana (Body)"/>
                <a:cs typeface="Calibri"/>
              </a:endParaRPr>
            </a:p>
          </p:txBody>
        </p:sp>
        <p:cxnSp>
          <p:nvCxnSpPr>
            <p:cNvPr id="33" name="直接箭头连接符 85">
              <a:extLst>
                <a:ext uri="{FF2B5EF4-FFF2-40B4-BE49-F238E27FC236}">
                  <a16:creationId xmlns:a16="http://schemas.microsoft.com/office/drawing/2014/main" id="{82534EE6-6380-F3F8-AB45-1163B99B032C}"/>
                </a:ext>
              </a:extLst>
            </p:cNvPr>
            <p:cNvCxnSpPr>
              <a:stCxn id="7" idx="5"/>
              <a:endCxn id="15" idx="1"/>
            </p:cNvCxnSpPr>
            <p:nvPr/>
          </p:nvCxnSpPr>
          <p:spPr>
            <a:xfrm>
              <a:off x="7468987" y="1840394"/>
              <a:ext cx="524375" cy="2456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86">
              <a:extLst>
                <a:ext uri="{FF2B5EF4-FFF2-40B4-BE49-F238E27FC236}">
                  <a16:creationId xmlns:a16="http://schemas.microsoft.com/office/drawing/2014/main" id="{9099D0E7-5A45-0E30-B343-E8D3643F51AD}"/>
                </a:ext>
              </a:extLst>
            </p:cNvPr>
            <p:cNvCxnSpPr>
              <a:stCxn id="7" idx="3"/>
              <a:endCxn id="9" idx="7"/>
            </p:cNvCxnSpPr>
            <p:nvPr/>
          </p:nvCxnSpPr>
          <p:spPr>
            <a:xfrm flipH="1">
              <a:off x="6583421" y="1840394"/>
              <a:ext cx="524345" cy="2456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87">
              <a:extLst>
                <a:ext uri="{FF2B5EF4-FFF2-40B4-BE49-F238E27FC236}">
                  <a16:creationId xmlns:a16="http://schemas.microsoft.com/office/drawing/2014/main" id="{C50F1C45-29E8-9987-2695-796D7BFE2054}"/>
                </a:ext>
              </a:extLst>
            </p:cNvPr>
            <p:cNvCxnSpPr>
              <a:stCxn id="9" idx="4"/>
              <a:endCxn id="11" idx="7"/>
            </p:cNvCxnSpPr>
            <p:nvPr/>
          </p:nvCxnSpPr>
          <p:spPr>
            <a:xfrm flipH="1">
              <a:off x="6140607" y="2462571"/>
              <a:ext cx="262204" cy="26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88">
              <a:extLst>
                <a:ext uri="{FF2B5EF4-FFF2-40B4-BE49-F238E27FC236}">
                  <a16:creationId xmlns:a16="http://schemas.microsoft.com/office/drawing/2014/main" id="{85BC6EAF-CB52-C36B-7114-1AB4A78EACE9}"/>
                </a:ext>
              </a:extLst>
            </p:cNvPr>
            <p:cNvCxnSpPr>
              <a:stCxn id="15" idx="3"/>
              <a:endCxn id="17" idx="0"/>
            </p:cNvCxnSpPr>
            <p:nvPr/>
          </p:nvCxnSpPr>
          <p:spPr>
            <a:xfrm flipH="1">
              <a:off x="7731190" y="2397965"/>
              <a:ext cx="262172" cy="26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89">
              <a:extLst>
                <a:ext uri="{FF2B5EF4-FFF2-40B4-BE49-F238E27FC236}">
                  <a16:creationId xmlns:a16="http://schemas.microsoft.com/office/drawing/2014/main" id="{B4F456D6-0453-6350-1D24-3246451A7E52}"/>
                </a:ext>
              </a:extLst>
            </p:cNvPr>
            <p:cNvCxnSpPr>
              <a:stCxn id="9" idx="4"/>
              <a:endCxn id="13" idx="1"/>
            </p:cNvCxnSpPr>
            <p:nvPr/>
          </p:nvCxnSpPr>
          <p:spPr>
            <a:xfrm>
              <a:off x="6402811" y="2462571"/>
              <a:ext cx="262172" cy="26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90">
              <a:extLst>
                <a:ext uri="{FF2B5EF4-FFF2-40B4-BE49-F238E27FC236}">
                  <a16:creationId xmlns:a16="http://schemas.microsoft.com/office/drawing/2014/main" id="{D3030116-C5AF-92FB-ED56-7940BA8F54EC}"/>
                </a:ext>
              </a:extLst>
            </p:cNvPr>
            <p:cNvCxnSpPr>
              <a:stCxn id="15" idx="5"/>
              <a:endCxn id="19" idx="0"/>
            </p:cNvCxnSpPr>
            <p:nvPr/>
          </p:nvCxnSpPr>
          <p:spPr>
            <a:xfrm>
              <a:off x="8354583" y="2397965"/>
              <a:ext cx="262173" cy="2688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91">
              <a:extLst>
                <a:ext uri="{FF2B5EF4-FFF2-40B4-BE49-F238E27FC236}">
                  <a16:creationId xmlns:a16="http://schemas.microsoft.com/office/drawing/2014/main" id="{DB9CEDA2-2767-D3BE-06EF-1EF6B01B16F3}"/>
                </a:ext>
              </a:extLst>
            </p:cNvPr>
            <p:cNvCxnSpPr>
              <a:stCxn id="11" idx="4"/>
              <a:endCxn id="27" idx="0"/>
            </p:cNvCxnSpPr>
            <p:nvPr/>
          </p:nvCxnSpPr>
          <p:spPr>
            <a:xfrm>
              <a:off x="5959997" y="3107985"/>
              <a:ext cx="299649" cy="249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92">
              <a:extLst>
                <a:ext uri="{FF2B5EF4-FFF2-40B4-BE49-F238E27FC236}">
                  <a16:creationId xmlns:a16="http://schemas.microsoft.com/office/drawing/2014/main" id="{4F3CA51E-FA04-9B16-3B99-EE5240AAA0C0}"/>
                </a:ext>
              </a:extLst>
            </p:cNvPr>
            <p:cNvCxnSpPr>
              <a:stCxn id="11" idx="4"/>
              <a:endCxn id="29" idx="0"/>
            </p:cNvCxnSpPr>
            <p:nvPr/>
          </p:nvCxnSpPr>
          <p:spPr>
            <a:xfrm flipH="1">
              <a:off x="5650747" y="3107985"/>
              <a:ext cx="309250" cy="249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113">
              <a:extLst>
                <a:ext uri="{FF2B5EF4-FFF2-40B4-BE49-F238E27FC236}">
                  <a16:creationId xmlns:a16="http://schemas.microsoft.com/office/drawing/2014/main" id="{30D87A03-238F-7170-BBAE-624457CA7011}"/>
                </a:ext>
              </a:extLst>
            </p:cNvPr>
            <p:cNvCxnSpPr>
              <a:stCxn id="17" idx="4"/>
              <a:endCxn id="25" idx="0"/>
            </p:cNvCxnSpPr>
            <p:nvPr/>
          </p:nvCxnSpPr>
          <p:spPr>
            <a:xfrm flipH="1">
              <a:off x="7570623" y="3107985"/>
              <a:ext cx="160567" cy="249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114">
              <a:extLst>
                <a:ext uri="{FF2B5EF4-FFF2-40B4-BE49-F238E27FC236}">
                  <a16:creationId xmlns:a16="http://schemas.microsoft.com/office/drawing/2014/main" id="{AEECE5EF-3CD2-CF6A-C1DF-5A61203491CC}"/>
                </a:ext>
              </a:extLst>
            </p:cNvPr>
            <p:cNvCxnSpPr>
              <a:stCxn id="13" idx="4"/>
              <a:endCxn id="21" idx="0"/>
            </p:cNvCxnSpPr>
            <p:nvPr/>
          </p:nvCxnSpPr>
          <p:spPr>
            <a:xfrm>
              <a:off x="6845594" y="3107985"/>
              <a:ext cx="137984" cy="2448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115">
              <a:extLst>
                <a:ext uri="{FF2B5EF4-FFF2-40B4-BE49-F238E27FC236}">
                  <a16:creationId xmlns:a16="http://schemas.microsoft.com/office/drawing/2014/main" id="{BFB41EAB-96E9-C077-D61F-5B945F9B8D9B}"/>
                </a:ext>
              </a:extLst>
            </p:cNvPr>
            <p:cNvCxnSpPr>
              <a:stCxn id="17" idx="4"/>
              <a:endCxn id="23" idx="0"/>
            </p:cNvCxnSpPr>
            <p:nvPr/>
          </p:nvCxnSpPr>
          <p:spPr>
            <a:xfrm>
              <a:off x="7731190" y="3107985"/>
              <a:ext cx="448333" cy="2498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116">
              <a:extLst>
                <a:ext uri="{FF2B5EF4-FFF2-40B4-BE49-F238E27FC236}">
                  <a16:creationId xmlns:a16="http://schemas.microsoft.com/office/drawing/2014/main" id="{3E37AF9F-6DB6-D463-C41D-1E7C7FB72FFD}"/>
                </a:ext>
              </a:extLst>
            </p:cNvPr>
            <p:cNvCxnSpPr>
              <a:stCxn id="27" idx="4"/>
              <a:endCxn id="31" idx="0"/>
            </p:cNvCxnSpPr>
            <p:nvPr/>
          </p:nvCxnSpPr>
          <p:spPr>
            <a:xfrm>
              <a:off x="6259646" y="3799028"/>
              <a:ext cx="221407" cy="2498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useBgFill="1">
        <p:nvSpPr>
          <p:cNvPr id="47" name="TextBox 46">
            <a:extLst>
              <a:ext uri="{FF2B5EF4-FFF2-40B4-BE49-F238E27FC236}">
                <a16:creationId xmlns:a16="http://schemas.microsoft.com/office/drawing/2014/main" id="{A26E1564-DC7C-EBB3-6CC3-0A2C65EBD157}"/>
              </a:ext>
            </a:extLst>
          </p:cNvPr>
          <p:cNvSpPr txBox="1"/>
          <p:nvPr/>
        </p:nvSpPr>
        <p:spPr>
          <a:xfrm>
            <a:off x="867544" y="2384223"/>
            <a:ext cx="7548816" cy="3077766"/>
          </a:xfrm>
          <a:prstGeom prst="rect">
            <a:avLst/>
          </a:prstGeom>
          <a:ln>
            <a:solidFill>
              <a:schemeClr val="tx1"/>
            </a:solidFill>
          </a:ln>
        </p:spPr>
        <p:txBody>
          <a:bodyPr wrap="square" rtlCol="0">
            <a:spAutoFit/>
          </a:bodyPr>
          <a:lstStyle/>
          <a:p>
            <a:r>
              <a:rPr lang="en-SG" sz="1400" b="1" dirty="0">
                <a:latin typeface="Courier New" panose="02070309020205020404" pitchFamily="49" charset="0"/>
                <a:cs typeface="Courier New" panose="02070309020205020404" pitchFamily="49" charset="0"/>
              </a:rPr>
              <a:t>def </a:t>
            </a:r>
            <a:r>
              <a:rPr lang="en-SG" sz="1400" b="1" dirty="0" err="1">
                <a:latin typeface="Courier New" panose="02070309020205020404" pitchFamily="49" charset="0"/>
                <a:cs typeface="Courier New" panose="02070309020205020404" pitchFamily="49" charset="0"/>
              </a:rPr>
              <a:t>kth_level_descendants</a:t>
            </a:r>
            <a:r>
              <a:rPr lang="en-SG" sz="1400" b="1" dirty="0">
                <a:latin typeface="Courier New" panose="02070309020205020404" pitchFamily="49" charset="0"/>
                <a:cs typeface="Courier New" panose="02070309020205020404" pitchFamily="49" charset="0"/>
              </a:rPr>
              <a:t>(self, node, k): </a:t>
            </a:r>
            <a:r>
              <a:rPr lang="en-SG" sz="1400" b="1" dirty="0">
                <a:solidFill>
                  <a:srgbClr val="008101"/>
                </a:solidFill>
                <a:latin typeface="Courier New" panose="02070309020205020404" pitchFamily="49" charset="0"/>
                <a:cs typeface="Courier New" panose="02070309020205020404" pitchFamily="49" charset="0"/>
              </a:rPr>
              <a:t># k =2</a:t>
            </a:r>
          </a:p>
          <a:p>
            <a:r>
              <a:rPr lang="en-SG" sz="1400" b="1" dirty="0">
                <a:latin typeface="Courier New" panose="02070309020205020404" pitchFamily="49" charset="0"/>
                <a:cs typeface="Courier New" panose="02070309020205020404" pitchFamily="49" charset="0"/>
              </a:rPr>
              <a:t>    if node is None:</a:t>
            </a:r>
          </a:p>
          <a:p>
            <a:r>
              <a:rPr lang="en-SG" sz="1400" b="1" dirty="0">
                <a:latin typeface="Courier New" panose="02070309020205020404" pitchFamily="49" charset="0"/>
                <a:cs typeface="Courier New" panose="02070309020205020404" pitchFamily="49" charset="0"/>
              </a:rPr>
              <a:t>       return []</a:t>
            </a:r>
          </a:p>
          <a:p>
            <a:r>
              <a:rPr lang="en-SG" sz="1400" b="1" dirty="0">
                <a:latin typeface="Courier New" panose="02070309020205020404" pitchFamily="49" charset="0"/>
                <a:cs typeface="Courier New" panose="02070309020205020404" pitchFamily="49" charset="0"/>
              </a:rPr>
              <a:t>        </a:t>
            </a:r>
          </a:p>
          <a:p>
            <a:r>
              <a:rPr lang="en-SG" sz="1400" b="1" dirty="0">
                <a:latin typeface="Courier New" panose="02070309020205020404" pitchFamily="49" charset="0"/>
                <a:cs typeface="Courier New" panose="02070309020205020404" pitchFamily="49" charset="0"/>
              </a:rPr>
              <a:t>    if k == 0:</a:t>
            </a:r>
          </a:p>
          <a:p>
            <a:r>
              <a:rPr lang="en-SG" sz="1400" b="1" dirty="0">
                <a:latin typeface="Courier New" panose="02070309020205020404" pitchFamily="49" charset="0"/>
                <a:cs typeface="Courier New" panose="02070309020205020404" pitchFamily="49" charset="0"/>
              </a:rPr>
              <a:t>       </a:t>
            </a:r>
            <a:r>
              <a:rPr lang="en-SG" sz="1400" b="1" dirty="0">
                <a:solidFill>
                  <a:srgbClr val="FF0000"/>
                </a:solidFill>
                <a:latin typeface="Courier New" panose="02070309020205020404" pitchFamily="49" charset="0"/>
                <a:cs typeface="Courier New" panose="02070309020205020404" pitchFamily="49" charset="0"/>
              </a:rPr>
              <a:t>return [</a:t>
            </a:r>
            <a:r>
              <a:rPr lang="en-SG" sz="1400" b="1" dirty="0" err="1">
                <a:solidFill>
                  <a:srgbClr val="FF0000"/>
                </a:solidFill>
                <a:latin typeface="Courier New" panose="02070309020205020404" pitchFamily="49" charset="0"/>
                <a:cs typeface="Courier New" panose="02070309020205020404" pitchFamily="49" charset="0"/>
              </a:rPr>
              <a:t>node.data</a:t>
            </a:r>
            <a:r>
              <a:rPr lang="en-SG" sz="1400" b="1" dirty="0">
                <a:solidFill>
                  <a:srgbClr val="FF0000"/>
                </a:solidFill>
                <a:latin typeface="Courier New" panose="02070309020205020404" pitchFamily="49" charset="0"/>
                <a:cs typeface="Courier New" panose="02070309020205020404" pitchFamily="49" charset="0"/>
              </a:rPr>
              <a:t>]</a:t>
            </a:r>
          </a:p>
          <a:p>
            <a:r>
              <a:rPr lang="en-SG" sz="1400" b="1" dirty="0">
                <a:latin typeface="Courier New" panose="02070309020205020404" pitchFamily="49" charset="0"/>
                <a:cs typeface="Courier New" panose="02070309020205020404" pitchFamily="49" charset="0"/>
              </a:rPr>
              <a:t>        </a:t>
            </a:r>
          </a:p>
          <a:p>
            <a:r>
              <a:rPr lang="en-SG" sz="1400" b="1" dirty="0">
                <a:latin typeface="Courier New" panose="02070309020205020404" pitchFamily="49" charset="0"/>
                <a:cs typeface="Courier New" panose="02070309020205020404" pitchFamily="49" charset="0"/>
              </a:rPr>
              <a:t>    </a:t>
            </a:r>
            <a:r>
              <a:rPr lang="en-SG" sz="1400" b="1" dirty="0" err="1">
                <a:latin typeface="Courier New" panose="02070309020205020404" pitchFamily="49" charset="0"/>
                <a:cs typeface="Courier New" panose="02070309020205020404" pitchFamily="49" charset="0"/>
              </a:rPr>
              <a:t>left_descendants</a:t>
            </a:r>
            <a:r>
              <a:rPr lang="en-SG" sz="1400" b="1" dirty="0">
                <a:latin typeface="Courier New" panose="02070309020205020404" pitchFamily="49" charset="0"/>
                <a:cs typeface="Courier New" panose="02070309020205020404" pitchFamily="49" charset="0"/>
              </a:rPr>
              <a:t> = </a:t>
            </a:r>
            <a:r>
              <a:rPr lang="en-SG" sz="1400" b="1" dirty="0" err="1">
                <a:latin typeface="Courier New" panose="02070309020205020404" pitchFamily="49" charset="0"/>
                <a:cs typeface="Courier New" panose="02070309020205020404" pitchFamily="49" charset="0"/>
              </a:rPr>
              <a:t>self.kth_level_descendants</a:t>
            </a:r>
            <a:r>
              <a:rPr lang="en-SG" sz="1400" b="1" dirty="0">
                <a:latin typeface="Courier New" panose="02070309020205020404" pitchFamily="49" charset="0"/>
                <a:cs typeface="Courier New" panose="02070309020205020404" pitchFamily="49" charset="0"/>
              </a:rPr>
              <a:t>(</a:t>
            </a:r>
            <a:r>
              <a:rPr lang="en-SG" sz="1400" b="1" dirty="0" err="1">
                <a:latin typeface="Courier New" panose="02070309020205020404" pitchFamily="49" charset="0"/>
                <a:cs typeface="Courier New" panose="02070309020205020404" pitchFamily="49" charset="0"/>
              </a:rPr>
              <a:t>node.left</a:t>
            </a:r>
            <a:r>
              <a:rPr lang="en-SG" sz="1400" b="1" dirty="0">
                <a:latin typeface="Courier New" panose="02070309020205020404" pitchFamily="49" charset="0"/>
                <a:cs typeface="Courier New" panose="02070309020205020404" pitchFamily="49" charset="0"/>
              </a:rPr>
              <a:t>, k - 1)</a:t>
            </a:r>
          </a:p>
          <a:p>
            <a:r>
              <a:rPr lang="en-SG" sz="1400" b="1" dirty="0">
                <a:latin typeface="Courier New" panose="02070309020205020404" pitchFamily="49" charset="0"/>
                <a:cs typeface="Courier New" panose="02070309020205020404" pitchFamily="49" charset="0"/>
              </a:rPr>
              <a:t>    </a:t>
            </a:r>
            <a:r>
              <a:rPr lang="en-SG" sz="1400" b="1" dirty="0" err="1">
                <a:latin typeface="Courier New" panose="02070309020205020404" pitchFamily="49" charset="0"/>
                <a:cs typeface="Courier New" panose="02070309020205020404" pitchFamily="49" charset="0"/>
              </a:rPr>
              <a:t>right_descendants</a:t>
            </a:r>
            <a:r>
              <a:rPr lang="en-SG" sz="1400" b="1" dirty="0">
                <a:latin typeface="Courier New" panose="02070309020205020404" pitchFamily="49" charset="0"/>
                <a:cs typeface="Courier New" panose="02070309020205020404" pitchFamily="49" charset="0"/>
              </a:rPr>
              <a:t> = </a:t>
            </a:r>
            <a:r>
              <a:rPr lang="en-SG" sz="1400" b="1" dirty="0" err="1">
                <a:latin typeface="Courier New" panose="02070309020205020404" pitchFamily="49" charset="0"/>
                <a:cs typeface="Courier New" panose="02070309020205020404" pitchFamily="49" charset="0"/>
              </a:rPr>
              <a:t>self.kth_level_descendants</a:t>
            </a:r>
            <a:r>
              <a:rPr lang="en-SG" sz="1400" b="1" dirty="0">
                <a:latin typeface="Courier New" panose="02070309020205020404" pitchFamily="49" charset="0"/>
                <a:cs typeface="Courier New" panose="02070309020205020404" pitchFamily="49" charset="0"/>
              </a:rPr>
              <a:t>(</a:t>
            </a:r>
            <a:r>
              <a:rPr lang="en-SG" sz="1400" b="1" dirty="0" err="1">
                <a:latin typeface="Courier New" panose="02070309020205020404" pitchFamily="49" charset="0"/>
                <a:cs typeface="Courier New" panose="02070309020205020404" pitchFamily="49" charset="0"/>
              </a:rPr>
              <a:t>node.right</a:t>
            </a:r>
            <a:r>
              <a:rPr lang="en-SG" sz="1400" b="1" dirty="0">
                <a:latin typeface="Courier New" panose="02070309020205020404" pitchFamily="49" charset="0"/>
                <a:cs typeface="Courier New" panose="02070309020205020404" pitchFamily="49" charset="0"/>
              </a:rPr>
              <a:t>, k - 1)</a:t>
            </a:r>
          </a:p>
          <a:p>
            <a:r>
              <a:rPr lang="en-SG" sz="1400" b="1" dirty="0">
                <a:latin typeface="Courier New" panose="02070309020205020404" pitchFamily="49" charset="0"/>
                <a:cs typeface="Courier New" panose="02070309020205020404" pitchFamily="49" charset="0"/>
              </a:rPr>
              <a:t>        </a:t>
            </a:r>
          </a:p>
          <a:p>
            <a:r>
              <a:rPr lang="en-SG" sz="1400" b="1" dirty="0">
                <a:latin typeface="Courier New" panose="02070309020205020404" pitchFamily="49" charset="0"/>
                <a:cs typeface="Courier New" panose="02070309020205020404" pitchFamily="49" charset="0"/>
              </a:rPr>
              <a:t>    return </a:t>
            </a:r>
            <a:r>
              <a:rPr lang="en-SG" sz="1400" b="1" dirty="0" err="1">
                <a:latin typeface="Courier New" panose="02070309020205020404" pitchFamily="49" charset="0"/>
                <a:cs typeface="Courier New" panose="02070309020205020404" pitchFamily="49" charset="0"/>
              </a:rPr>
              <a:t>left_descendants</a:t>
            </a:r>
            <a:r>
              <a:rPr lang="en-SG" sz="1400" b="1" dirty="0">
                <a:latin typeface="Courier New" panose="02070309020205020404" pitchFamily="49" charset="0"/>
                <a:cs typeface="Courier New" panose="02070309020205020404" pitchFamily="49" charset="0"/>
              </a:rPr>
              <a:t> + </a:t>
            </a:r>
            <a:r>
              <a:rPr lang="en-SG" sz="1400" b="1" dirty="0" err="1">
                <a:latin typeface="Courier New" panose="02070309020205020404" pitchFamily="49" charset="0"/>
                <a:cs typeface="Courier New" panose="02070309020205020404" pitchFamily="49" charset="0"/>
              </a:rPr>
              <a:t>right_descendants</a:t>
            </a:r>
            <a:endParaRPr lang="en-SG" sz="1400" b="1" dirty="0">
              <a:latin typeface="Courier New" panose="02070309020205020404" pitchFamily="49" charset="0"/>
              <a:cs typeface="Courier New" panose="02070309020205020404" pitchFamily="49" charset="0"/>
            </a:endParaRPr>
          </a:p>
          <a:p>
            <a:r>
              <a:rPr lang="en-US" b="1" dirty="0">
                <a:latin typeface="Courier New" panose="02070309020205020404" pitchFamily="49" charset="0"/>
                <a:cs typeface="Courier New" panose="02070309020205020404" pitchFamily="49" charset="0"/>
              </a:rPr>
              <a:t>…</a:t>
            </a:r>
            <a:endParaRPr lang="en-SG" b="1" dirty="0">
              <a:latin typeface="Courier New" panose="02070309020205020404" pitchFamily="49" charset="0"/>
              <a:cs typeface="Courier New" panose="02070309020205020404" pitchFamily="49" charset="0"/>
            </a:endParaRPr>
          </a:p>
          <a:p>
            <a:r>
              <a:rPr lang="en-US" dirty="0"/>
              <a:t>   </a:t>
            </a:r>
            <a:endParaRPr lang="en-SG" dirty="0"/>
          </a:p>
        </p:txBody>
      </p:sp>
      <p:sp>
        <p:nvSpPr>
          <p:cNvPr id="48" name="TextBox 47">
            <a:extLst>
              <a:ext uri="{FF2B5EF4-FFF2-40B4-BE49-F238E27FC236}">
                <a16:creationId xmlns:a16="http://schemas.microsoft.com/office/drawing/2014/main" id="{5059141B-381C-6D31-F102-4B08EBEB5A3F}"/>
              </a:ext>
            </a:extLst>
          </p:cNvPr>
          <p:cNvSpPr txBox="1"/>
          <p:nvPr/>
        </p:nvSpPr>
        <p:spPr>
          <a:xfrm>
            <a:off x="854603" y="5795039"/>
            <a:ext cx="6094562" cy="307777"/>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r>
              <a:rPr lang="en-SG" sz="1400" dirty="0">
                <a:latin typeface="Courier New" panose="02070309020205020404" pitchFamily="49" charset="0"/>
                <a:cs typeface="Courier New" panose="02070309020205020404" pitchFamily="49" charset="0"/>
              </a:rPr>
              <a:t>print(</a:t>
            </a:r>
            <a:r>
              <a:rPr lang="en-SG" sz="1400" dirty="0" err="1">
                <a:latin typeface="Courier New" panose="02070309020205020404" pitchFamily="49" charset="0"/>
                <a:cs typeface="Courier New" panose="02070309020205020404" pitchFamily="49" charset="0"/>
              </a:rPr>
              <a:t>bt.kth_level_descendants</a:t>
            </a:r>
            <a:r>
              <a:rPr lang="en-SG" sz="1400" dirty="0">
                <a:latin typeface="Courier New" panose="02070309020205020404" pitchFamily="49" charset="0"/>
                <a:cs typeface="Courier New" panose="02070309020205020404" pitchFamily="49" charset="0"/>
              </a:rPr>
              <a:t>(</a:t>
            </a:r>
            <a:r>
              <a:rPr lang="en-SG" sz="1400" b="1" dirty="0">
                <a:solidFill>
                  <a:srgbClr val="FF0000"/>
                </a:solidFill>
                <a:latin typeface="Courier New" panose="02070309020205020404" pitchFamily="49" charset="0"/>
                <a:cs typeface="Courier New" panose="02070309020205020404" pitchFamily="49" charset="0"/>
              </a:rPr>
              <a:t>E, 2</a:t>
            </a:r>
            <a:r>
              <a:rPr lang="en-SG" sz="1400" dirty="0">
                <a:latin typeface="Courier New" panose="02070309020205020404" pitchFamily="49" charset="0"/>
                <a:cs typeface="Courier New" panose="02070309020205020404" pitchFamily="49" charset="0"/>
              </a:rPr>
              <a:t>)) </a:t>
            </a:r>
          </a:p>
        </p:txBody>
      </p:sp>
      <p:sp>
        <p:nvSpPr>
          <p:cNvPr id="50" name="Rectangle 49">
            <a:extLst>
              <a:ext uri="{FF2B5EF4-FFF2-40B4-BE49-F238E27FC236}">
                <a16:creationId xmlns:a16="http://schemas.microsoft.com/office/drawing/2014/main" id="{516ACFA0-0E09-E992-D7A7-75645736D340}"/>
              </a:ext>
            </a:extLst>
          </p:cNvPr>
          <p:cNvSpPr/>
          <p:nvPr/>
        </p:nvSpPr>
        <p:spPr>
          <a:xfrm>
            <a:off x="867543" y="5788223"/>
            <a:ext cx="6142857" cy="3077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TextBox 2">
            <a:extLst>
              <a:ext uri="{FF2B5EF4-FFF2-40B4-BE49-F238E27FC236}">
                <a16:creationId xmlns:a16="http://schemas.microsoft.com/office/drawing/2014/main" id="{CF5F2ADF-7EC4-6A5F-FA85-64F6BDBB4FA3}"/>
              </a:ext>
            </a:extLst>
          </p:cNvPr>
          <p:cNvSpPr txBox="1"/>
          <p:nvPr/>
        </p:nvSpPr>
        <p:spPr>
          <a:xfrm>
            <a:off x="9031156" y="1334905"/>
            <a:ext cx="812866" cy="235282"/>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normAutofit fontScale="32500" lnSpcReduction="20000"/>
          </a:bodyPr>
          <a:lstStyle/>
          <a:p>
            <a:pPr algn="l" eaLnBrk="1" fontAlgn="auto" hangingPunct="1">
              <a:spcAft>
                <a:spcPts val="0"/>
              </a:spcAft>
            </a:pPr>
            <a:r>
              <a:rPr lang="en-SG" sz="2800" b="1" dirty="0">
                <a:solidFill>
                  <a:srgbClr val="FF0000"/>
                </a:solidFill>
                <a:latin typeface="Verdana" panose="020B0604030504040204" pitchFamily="34" charset="0"/>
                <a:ea typeface="Verdana" panose="020B0604030504040204" pitchFamily="34" charset="0"/>
                <a:cs typeface="+mn-cs"/>
              </a:rPr>
              <a:t>Level = 0</a:t>
            </a:r>
          </a:p>
        </p:txBody>
      </p:sp>
      <p:sp>
        <p:nvSpPr>
          <p:cNvPr id="45" name="TextBox 44">
            <a:extLst>
              <a:ext uri="{FF2B5EF4-FFF2-40B4-BE49-F238E27FC236}">
                <a16:creationId xmlns:a16="http://schemas.microsoft.com/office/drawing/2014/main" id="{E9721C45-E2F6-ED1E-5B06-2032B15BEFD6}"/>
              </a:ext>
            </a:extLst>
          </p:cNvPr>
          <p:cNvSpPr txBox="1"/>
          <p:nvPr/>
        </p:nvSpPr>
        <p:spPr>
          <a:xfrm>
            <a:off x="8739916" y="1828800"/>
            <a:ext cx="812866" cy="235282"/>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normAutofit fontScale="32500" lnSpcReduction="20000"/>
          </a:bodyPr>
          <a:lstStyle/>
          <a:p>
            <a:pPr algn="l" eaLnBrk="1" fontAlgn="auto" hangingPunct="1">
              <a:spcAft>
                <a:spcPts val="0"/>
              </a:spcAft>
            </a:pPr>
            <a:r>
              <a:rPr lang="en-SG" sz="2800" b="1" dirty="0">
                <a:solidFill>
                  <a:srgbClr val="FF0000"/>
                </a:solidFill>
                <a:latin typeface="Verdana" panose="020B0604030504040204" pitchFamily="34" charset="0"/>
                <a:ea typeface="Verdana" panose="020B0604030504040204" pitchFamily="34" charset="0"/>
                <a:cs typeface="+mn-cs"/>
              </a:rPr>
              <a:t>Level = 1</a:t>
            </a:r>
          </a:p>
        </p:txBody>
      </p:sp>
      <p:sp>
        <p:nvSpPr>
          <p:cNvPr id="46" name="TextBox 45">
            <a:extLst>
              <a:ext uri="{FF2B5EF4-FFF2-40B4-BE49-F238E27FC236}">
                <a16:creationId xmlns:a16="http://schemas.microsoft.com/office/drawing/2014/main" id="{D5CB929A-2230-6324-4181-12D44F7C64A4}"/>
              </a:ext>
            </a:extLst>
          </p:cNvPr>
          <p:cNvSpPr txBox="1"/>
          <p:nvPr/>
        </p:nvSpPr>
        <p:spPr>
          <a:xfrm>
            <a:off x="8305800" y="2414759"/>
            <a:ext cx="812866" cy="235282"/>
          </a:xfrm>
          <a:prstGeom prst="rect">
            <a:avLst/>
          </a:prstGeom>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normAutofit fontScale="32500" lnSpcReduction="20000"/>
          </a:bodyPr>
          <a:lstStyle/>
          <a:p>
            <a:pPr algn="l" eaLnBrk="1" fontAlgn="auto" hangingPunct="1">
              <a:spcAft>
                <a:spcPts val="0"/>
              </a:spcAft>
            </a:pPr>
            <a:r>
              <a:rPr lang="en-SG" sz="2800" b="1" dirty="0">
                <a:solidFill>
                  <a:srgbClr val="FF0000"/>
                </a:solidFill>
                <a:latin typeface="Verdana" panose="020B0604030504040204" pitchFamily="34" charset="0"/>
                <a:ea typeface="Verdana" panose="020B0604030504040204" pitchFamily="34" charset="0"/>
                <a:cs typeface="+mn-cs"/>
              </a:rPr>
              <a:t>Level = 2</a:t>
            </a:r>
          </a:p>
        </p:txBody>
      </p:sp>
    </p:spTree>
    <p:extLst>
      <p:ext uri="{BB962C8B-B14F-4D97-AF65-F5344CB8AC3E}">
        <p14:creationId xmlns:p14="http://schemas.microsoft.com/office/powerpoint/2010/main" val="2032962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217F8-1AAD-8CC3-C251-5786FFF44CBA}"/>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0A4D38E3-30EC-3710-554C-AC1E1E29E82C}"/>
              </a:ext>
            </a:extLst>
          </p:cNvPr>
          <p:cNvSpPr>
            <a:spLocks noGrp="1"/>
          </p:cNvSpPr>
          <p:nvPr>
            <p:ph type="title"/>
          </p:nvPr>
        </p:nvSpPr>
        <p:spPr/>
        <p:txBody>
          <a:bodyPr/>
          <a:lstStyle/>
          <a:p>
            <a:pPr eaLnBrk="1" hangingPunct="1"/>
            <a:r>
              <a:rPr lang="en-SG" dirty="0"/>
              <a:t>Height of A Node in A Binary Tree</a:t>
            </a:r>
            <a:endParaRPr lang="en-US" altLang="en-US" dirty="0"/>
          </a:p>
        </p:txBody>
      </p:sp>
      <p:sp>
        <p:nvSpPr>
          <p:cNvPr id="2" name="Content Placeholder 1">
            <a:extLst>
              <a:ext uri="{FF2B5EF4-FFF2-40B4-BE49-F238E27FC236}">
                <a16:creationId xmlns:a16="http://schemas.microsoft.com/office/drawing/2014/main" id="{CD7AF6F2-E835-D099-F47F-0C3B7CCFC440}"/>
              </a:ext>
            </a:extLst>
          </p:cNvPr>
          <p:cNvSpPr>
            <a:spLocks noGrp="1"/>
          </p:cNvSpPr>
          <p:nvPr>
            <p:ph idx="1"/>
          </p:nvPr>
        </p:nvSpPr>
        <p:spPr>
          <a:xfrm>
            <a:off x="1080656" y="1332390"/>
            <a:ext cx="10819070" cy="4611210"/>
          </a:xfrm>
        </p:spPr>
        <p:txBody>
          <a:bodyPr/>
          <a:lstStyle/>
          <a:p>
            <a:r>
              <a:rPr lang="en-US" dirty="0"/>
              <a:t>The height of a tree: The number of edges on the longest path from the root to a leaf</a:t>
            </a:r>
          </a:p>
          <a:p>
            <a:pPr lvl="1"/>
            <a:r>
              <a:rPr lang="en-SG" dirty="0"/>
              <a:t>Leaf node </a:t>
            </a:r>
            <a:r>
              <a:rPr lang="en-SG" b="1" dirty="0">
                <a:solidFill>
                  <a:srgbClr val="FF0000"/>
                </a:solidFill>
              </a:rPr>
              <a:t>returns 0</a:t>
            </a:r>
          </a:p>
          <a:p>
            <a:pPr lvl="1"/>
            <a:r>
              <a:rPr lang="en-US" dirty="0"/>
              <a:t>None node (empty) </a:t>
            </a:r>
            <a:r>
              <a:rPr lang="en-US" b="1" dirty="0">
                <a:solidFill>
                  <a:srgbClr val="FF0000"/>
                </a:solidFill>
              </a:rPr>
              <a:t>returns </a:t>
            </a:r>
            <a:r>
              <a:rPr lang="en-US" b="1" dirty="0">
                <a:solidFill>
                  <a:srgbClr val="005684"/>
                </a:solidFill>
              </a:rPr>
              <a:t>?</a:t>
            </a:r>
            <a:endParaRPr lang="en-SG" b="1" dirty="0">
              <a:solidFill>
                <a:srgbClr val="005684"/>
              </a:solidFill>
            </a:endParaRPr>
          </a:p>
          <a:p>
            <a:pPr lvl="1"/>
            <a:endParaRPr lang="en-SG" dirty="0"/>
          </a:p>
          <a:p>
            <a:endParaRPr lang="en-SG" dirty="0"/>
          </a:p>
        </p:txBody>
      </p:sp>
      <p:sp>
        <p:nvSpPr>
          <p:cNvPr id="5" name="object 8">
            <a:extLst>
              <a:ext uri="{FF2B5EF4-FFF2-40B4-BE49-F238E27FC236}">
                <a16:creationId xmlns:a16="http://schemas.microsoft.com/office/drawing/2014/main" id="{737AD8D8-2512-A49D-E899-AD904758E60C}"/>
              </a:ext>
            </a:extLst>
          </p:cNvPr>
          <p:cNvSpPr/>
          <p:nvPr/>
        </p:nvSpPr>
        <p:spPr>
          <a:xfrm>
            <a:off x="9471471" y="193145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6" name="object 9">
            <a:extLst>
              <a:ext uri="{FF2B5EF4-FFF2-40B4-BE49-F238E27FC236}">
                <a16:creationId xmlns:a16="http://schemas.microsoft.com/office/drawing/2014/main" id="{53659955-4361-95E1-AD9D-B75E7DE1DF5F}"/>
              </a:ext>
            </a:extLst>
          </p:cNvPr>
          <p:cNvSpPr txBox="1"/>
          <p:nvPr/>
        </p:nvSpPr>
        <p:spPr>
          <a:xfrm>
            <a:off x="9592088" y="1975239"/>
            <a:ext cx="166973" cy="302955"/>
          </a:xfrm>
          <a:prstGeom prst="ellipse">
            <a:avLst/>
          </a:prstGeom>
        </p:spPr>
        <p:txBody>
          <a:bodyPr vert="horz" wrap="square" lIns="0" tIns="0" rIns="0" bIns="0" rtlCol="0">
            <a:spAutoFit/>
          </a:bodyPr>
          <a:lstStyle/>
          <a:p>
            <a:pPr marL="12700"/>
            <a:r>
              <a:rPr sz="1400" dirty="0">
                <a:latin typeface="Verdana (Body)"/>
                <a:cs typeface="Calibri"/>
              </a:rPr>
              <a:t>H</a:t>
            </a:r>
          </a:p>
        </p:txBody>
      </p:sp>
      <p:sp>
        <p:nvSpPr>
          <p:cNvPr id="7" name="object 11">
            <a:extLst>
              <a:ext uri="{FF2B5EF4-FFF2-40B4-BE49-F238E27FC236}">
                <a16:creationId xmlns:a16="http://schemas.microsoft.com/office/drawing/2014/main" id="{BF4D0060-7707-AD61-4C26-C97EB98EBAE2}"/>
              </a:ext>
            </a:extLst>
          </p:cNvPr>
          <p:cNvSpPr/>
          <p:nvPr/>
        </p:nvSpPr>
        <p:spPr>
          <a:xfrm>
            <a:off x="8709063" y="2411487"/>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8" name="object 12">
            <a:extLst>
              <a:ext uri="{FF2B5EF4-FFF2-40B4-BE49-F238E27FC236}">
                <a16:creationId xmlns:a16="http://schemas.microsoft.com/office/drawing/2014/main" id="{7C224271-5DD9-2CAA-6087-478ADF7360A9}"/>
              </a:ext>
            </a:extLst>
          </p:cNvPr>
          <p:cNvSpPr txBox="1"/>
          <p:nvPr/>
        </p:nvSpPr>
        <p:spPr>
          <a:xfrm>
            <a:off x="8842916" y="2460255"/>
            <a:ext cx="136099" cy="302955"/>
          </a:xfrm>
          <a:prstGeom prst="ellipse">
            <a:avLst/>
          </a:prstGeom>
        </p:spPr>
        <p:txBody>
          <a:bodyPr vert="horz" wrap="square" lIns="0" tIns="0" rIns="0" bIns="0" rtlCol="0">
            <a:spAutoFit/>
          </a:bodyPr>
          <a:lstStyle/>
          <a:p>
            <a:pPr marL="12700"/>
            <a:r>
              <a:rPr sz="1400" dirty="0">
                <a:latin typeface="Verdana (Body)"/>
                <a:cs typeface="Calibri"/>
              </a:rPr>
              <a:t>E</a:t>
            </a:r>
          </a:p>
        </p:txBody>
      </p:sp>
      <p:sp>
        <p:nvSpPr>
          <p:cNvPr id="9" name="object 14">
            <a:extLst>
              <a:ext uri="{FF2B5EF4-FFF2-40B4-BE49-F238E27FC236}">
                <a16:creationId xmlns:a16="http://schemas.microsoft.com/office/drawing/2014/main" id="{67EE9737-6531-D348-E34E-08528B591E8E}"/>
              </a:ext>
            </a:extLst>
          </p:cNvPr>
          <p:cNvSpPr/>
          <p:nvPr/>
        </p:nvSpPr>
        <p:spPr>
          <a:xfrm>
            <a:off x="8327833" y="2967141"/>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0" name="object 15">
            <a:extLst>
              <a:ext uri="{FF2B5EF4-FFF2-40B4-BE49-F238E27FC236}">
                <a16:creationId xmlns:a16="http://schemas.microsoft.com/office/drawing/2014/main" id="{07264414-3507-5E10-59D1-EE67D9397C9E}"/>
              </a:ext>
            </a:extLst>
          </p:cNvPr>
          <p:cNvSpPr txBox="1"/>
          <p:nvPr/>
        </p:nvSpPr>
        <p:spPr>
          <a:xfrm>
            <a:off x="8456230" y="3015909"/>
            <a:ext cx="148700" cy="302955"/>
          </a:xfrm>
          <a:prstGeom prst="ellipse">
            <a:avLst/>
          </a:prstGeom>
        </p:spPr>
        <p:txBody>
          <a:bodyPr vert="horz" wrap="square" lIns="0" tIns="0" rIns="0" bIns="0" rtlCol="0">
            <a:spAutoFit/>
          </a:bodyPr>
          <a:lstStyle/>
          <a:p>
            <a:pPr marL="12700"/>
            <a:r>
              <a:rPr sz="1400" spc="-10" dirty="0">
                <a:latin typeface="Verdana (Body)"/>
                <a:cs typeface="Calibri"/>
              </a:rPr>
              <a:t>B</a:t>
            </a:r>
            <a:endParaRPr sz="1400">
              <a:latin typeface="Verdana (Body)"/>
              <a:cs typeface="Calibri"/>
            </a:endParaRPr>
          </a:p>
        </p:txBody>
      </p:sp>
      <p:sp>
        <p:nvSpPr>
          <p:cNvPr id="11" name="object 17">
            <a:extLst>
              <a:ext uri="{FF2B5EF4-FFF2-40B4-BE49-F238E27FC236}">
                <a16:creationId xmlns:a16="http://schemas.microsoft.com/office/drawing/2014/main" id="{164485D5-60F9-62BD-51BB-B3DC8DB56D4E}"/>
              </a:ext>
            </a:extLst>
          </p:cNvPr>
          <p:cNvSpPr/>
          <p:nvPr/>
        </p:nvSpPr>
        <p:spPr>
          <a:xfrm>
            <a:off x="9090267" y="2967141"/>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2" name="object 18">
            <a:extLst>
              <a:ext uri="{FF2B5EF4-FFF2-40B4-BE49-F238E27FC236}">
                <a16:creationId xmlns:a16="http://schemas.microsoft.com/office/drawing/2014/main" id="{E08E8ECF-1473-CC65-72EF-93C364812D85}"/>
              </a:ext>
            </a:extLst>
          </p:cNvPr>
          <p:cNvSpPr txBox="1"/>
          <p:nvPr/>
        </p:nvSpPr>
        <p:spPr>
          <a:xfrm>
            <a:off x="9226963" y="3015909"/>
            <a:ext cx="129798" cy="302955"/>
          </a:xfrm>
          <a:prstGeom prst="ellipse">
            <a:avLst/>
          </a:prstGeom>
        </p:spPr>
        <p:txBody>
          <a:bodyPr vert="horz" wrap="square" lIns="0" tIns="0" rIns="0" bIns="0" rtlCol="0">
            <a:spAutoFit/>
          </a:bodyPr>
          <a:lstStyle/>
          <a:p>
            <a:pPr marL="12700"/>
            <a:r>
              <a:rPr sz="1400" dirty="0">
                <a:latin typeface="Verdana (Body)"/>
                <a:cs typeface="Calibri"/>
              </a:rPr>
              <a:t>F</a:t>
            </a:r>
            <a:endParaRPr sz="1400">
              <a:latin typeface="Verdana (Body)"/>
              <a:cs typeface="Calibri"/>
            </a:endParaRPr>
          </a:p>
        </p:txBody>
      </p:sp>
      <p:sp>
        <p:nvSpPr>
          <p:cNvPr id="13" name="object 20">
            <a:extLst>
              <a:ext uri="{FF2B5EF4-FFF2-40B4-BE49-F238E27FC236}">
                <a16:creationId xmlns:a16="http://schemas.microsoft.com/office/drawing/2014/main" id="{BA0BA02C-7349-D124-6714-3069CAB9F6AD}"/>
              </a:ext>
            </a:extLst>
          </p:cNvPr>
          <p:cNvSpPr/>
          <p:nvPr/>
        </p:nvSpPr>
        <p:spPr>
          <a:xfrm>
            <a:off x="10233905" y="2411487"/>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4" name="object 21">
            <a:extLst>
              <a:ext uri="{FF2B5EF4-FFF2-40B4-BE49-F238E27FC236}">
                <a16:creationId xmlns:a16="http://schemas.microsoft.com/office/drawing/2014/main" id="{12DFA676-D0CB-84D7-23BD-37713A96F17A}"/>
              </a:ext>
            </a:extLst>
          </p:cNvPr>
          <p:cNvSpPr txBox="1"/>
          <p:nvPr/>
        </p:nvSpPr>
        <p:spPr>
          <a:xfrm>
            <a:off x="10374444" y="2460255"/>
            <a:ext cx="120977" cy="302955"/>
          </a:xfrm>
          <a:prstGeom prst="ellipse">
            <a:avLst/>
          </a:prstGeom>
        </p:spPr>
        <p:txBody>
          <a:bodyPr vert="horz" wrap="square" lIns="0" tIns="0" rIns="0" bIns="0" rtlCol="0">
            <a:spAutoFit/>
          </a:bodyPr>
          <a:lstStyle/>
          <a:p>
            <a:pPr marL="12700"/>
            <a:r>
              <a:rPr sz="1400" dirty="0">
                <a:latin typeface="Verdana (Body)"/>
                <a:cs typeface="Calibri"/>
              </a:rPr>
              <a:t>L</a:t>
            </a:r>
            <a:endParaRPr sz="1400">
              <a:latin typeface="Verdana (Body)"/>
              <a:cs typeface="Calibri"/>
            </a:endParaRPr>
          </a:p>
        </p:txBody>
      </p:sp>
      <p:sp>
        <p:nvSpPr>
          <p:cNvPr id="15" name="object 23">
            <a:extLst>
              <a:ext uri="{FF2B5EF4-FFF2-40B4-BE49-F238E27FC236}">
                <a16:creationId xmlns:a16="http://schemas.microsoft.com/office/drawing/2014/main" id="{9317D1F1-BA6C-42FB-73AA-0675E5EDF8FE}"/>
              </a:ext>
            </a:extLst>
          </p:cNvPr>
          <p:cNvSpPr/>
          <p:nvPr/>
        </p:nvSpPr>
        <p:spPr>
          <a:xfrm>
            <a:off x="9852701" y="2967141"/>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6" name="object 24">
            <a:extLst>
              <a:ext uri="{FF2B5EF4-FFF2-40B4-BE49-F238E27FC236}">
                <a16:creationId xmlns:a16="http://schemas.microsoft.com/office/drawing/2014/main" id="{A97CBD3B-4B79-1EA1-A91B-9C11CB1E906A}"/>
              </a:ext>
            </a:extLst>
          </p:cNvPr>
          <p:cNvSpPr txBox="1"/>
          <p:nvPr/>
        </p:nvSpPr>
        <p:spPr>
          <a:xfrm>
            <a:off x="10003230" y="3015909"/>
            <a:ext cx="97664" cy="302955"/>
          </a:xfrm>
          <a:prstGeom prst="ellipse">
            <a:avLst/>
          </a:prstGeom>
        </p:spPr>
        <p:txBody>
          <a:bodyPr vert="horz" wrap="square" lIns="0" tIns="0" rIns="0" bIns="0" rtlCol="0">
            <a:spAutoFit/>
          </a:bodyPr>
          <a:lstStyle/>
          <a:p>
            <a:pPr marL="12700"/>
            <a:r>
              <a:rPr sz="1400" spc="-10" dirty="0">
                <a:latin typeface="Verdana (Body)"/>
                <a:cs typeface="Calibri"/>
              </a:rPr>
              <a:t>J</a:t>
            </a:r>
            <a:endParaRPr sz="1400">
              <a:latin typeface="Verdana (Body)"/>
              <a:cs typeface="Calibri"/>
            </a:endParaRPr>
          </a:p>
        </p:txBody>
      </p:sp>
      <p:sp>
        <p:nvSpPr>
          <p:cNvPr id="17" name="object 26">
            <a:extLst>
              <a:ext uri="{FF2B5EF4-FFF2-40B4-BE49-F238E27FC236}">
                <a16:creationId xmlns:a16="http://schemas.microsoft.com/office/drawing/2014/main" id="{2AB375DF-5FA5-F2DF-F03A-C824C2C95454}"/>
              </a:ext>
            </a:extLst>
          </p:cNvPr>
          <p:cNvSpPr/>
          <p:nvPr/>
        </p:nvSpPr>
        <p:spPr>
          <a:xfrm>
            <a:off x="10615109" y="2967141"/>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8" name="object 27">
            <a:extLst>
              <a:ext uri="{FF2B5EF4-FFF2-40B4-BE49-F238E27FC236}">
                <a16:creationId xmlns:a16="http://schemas.microsoft.com/office/drawing/2014/main" id="{D794845E-14C3-121B-DCF6-6F11715884B2}"/>
              </a:ext>
            </a:extLst>
          </p:cNvPr>
          <p:cNvSpPr txBox="1"/>
          <p:nvPr/>
        </p:nvSpPr>
        <p:spPr>
          <a:xfrm>
            <a:off x="10712899" y="3015909"/>
            <a:ext cx="219269" cy="302955"/>
          </a:xfrm>
          <a:prstGeom prst="ellipse">
            <a:avLst/>
          </a:prstGeom>
        </p:spPr>
        <p:txBody>
          <a:bodyPr vert="horz" wrap="square" lIns="0" tIns="0" rIns="0" bIns="0" rtlCol="0">
            <a:spAutoFit/>
          </a:bodyPr>
          <a:lstStyle/>
          <a:p>
            <a:pPr marL="12700"/>
            <a:r>
              <a:rPr sz="1400" spc="-20" dirty="0">
                <a:latin typeface="Verdana (Body)"/>
                <a:cs typeface="Calibri"/>
              </a:rPr>
              <a:t>M</a:t>
            </a:r>
            <a:endParaRPr sz="1400">
              <a:latin typeface="Verdana (Body)"/>
              <a:cs typeface="Calibri"/>
            </a:endParaRPr>
          </a:p>
        </p:txBody>
      </p:sp>
      <p:sp>
        <p:nvSpPr>
          <p:cNvPr id="19" name="object 47">
            <a:extLst>
              <a:ext uri="{FF2B5EF4-FFF2-40B4-BE49-F238E27FC236}">
                <a16:creationId xmlns:a16="http://schemas.microsoft.com/office/drawing/2014/main" id="{763138BF-393B-DA7D-3A27-B36B47AFC0A8}"/>
              </a:ext>
            </a:extLst>
          </p:cNvPr>
          <p:cNvSpPr/>
          <p:nvPr/>
        </p:nvSpPr>
        <p:spPr>
          <a:xfrm>
            <a:off x="9209061" y="3557710"/>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0" name="object 48">
            <a:extLst>
              <a:ext uri="{FF2B5EF4-FFF2-40B4-BE49-F238E27FC236}">
                <a16:creationId xmlns:a16="http://schemas.microsoft.com/office/drawing/2014/main" id="{A64C4E22-E2D9-18CE-4A56-766FA97095A7}"/>
              </a:ext>
            </a:extLst>
          </p:cNvPr>
          <p:cNvSpPr txBox="1"/>
          <p:nvPr/>
        </p:nvSpPr>
        <p:spPr>
          <a:xfrm>
            <a:off x="9328898" y="3606478"/>
            <a:ext cx="168863" cy="302955"/>
          </a:xfrm>
          <a:prstGeom prst="ellipse">
            <a:avLst/>
          </a:prstGeom>
        </p:spPr>
        <p:txBody>
          <a:bodyPr vert="horz" wrap="square" lIns="0" tIns="0" rIns="0" bIns="0" rtlCol="0">
            <a:spAutoFit/>
          </a:bodyPr>
          <a:lstStyle/>
          <a:p>
            <a:pPr marL="12700"/>
            <a:r>
              <a:rPr sz="1400" spc="-15" dirty="0">
                <a:latin typeface="Verdana (Body)"/>
                <a:cs typeface="Calibri"/>
              </a:rPr>
              <a:t>G</a:t>
            </a:r>
            <a:endParaRPr sz="1400" dirty="0">
              <a:latin typeface="Verdana (Body)"/>
              <a:cs typeface="Calibri"/>
            </a:endParaRPr>
          </a:p>
        </p:txBody>
      </p:sp>
      <p:sp>
        <p:nvSpPr>
          <p:cNvPr id="21" name="object 50">
            <a:extLst>
              <a:ext uri="{FF2B5EF4-FFF2-40B4-BE49-F238E27FC236}">
                <a16:creationId xmlns:a16="http://schemas.microsoft.com/office/drawing/2014/main" id="{01D2BE5A-54BA-4AA8-ECA9-2FFD22D7528B}"/>
              </a:ext>
            </a:extLst>
          </p:cNvPr>
          <p:cNvSpPr/>
          <p:nvPr/>
        </p:nvSpPr>
        <p:spPr>
          <a:xfrm>
            <a:off x="10238683" y="35620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2" name="object 51">
            <a:extLst>
              <a:ext uri="{FF2B5EF4-FFF2-40B4-BE49-F238E27FC236}">
                <a16:creationId xmlns:a16="http://schemas.microsoft.com/office/drawing/2014/main" id="{BDA9F0E0-CAA7-F28C-8BAD-DCDAEE3AA7AE}"/>
              </a:ext>
            </a:extLst>
          </p:cNvPr>
          <p:cNvSpPr txBox="1"/>
          <p:nvPr/>
        </p:nvSpPr>
        <p:spPr>
          <a:xfrm>
            <a:off x="10369482" y="3610847"/>
            <a:ext cx="143659" cy="302955"/>
          </a:xfrm>
          <a:prstGeom prst="ellipse">
            <a:avLst/>
          </a:prstGeom>
        </p:spPr>
        <p:txBody>
          <a:bodyPr vert="horz" wrap="square" lIns="0" tIns="0" rIns="0" bIns="0" rtlCol="0">
            <a:spAutoFit/>
          </a:bodyPr>
          <a:lstStyle/>
          <a:p>
            <a:pPr marL="12700"/>
            <a:r>
              <a:rPr sz="1400" spc="-10" dirty="0">
                <a:latin typeface="Verdana (Body)"/>
                <a:cs typeface="Calibri"/>
              </a:rPr>
              <a:t>K</a:t>
            </a:r>
            <a:endParaRPr sz="1400" dirty="0">
              <a:latin typeface="Verdana (Body)"/>
              <a:cs typeface="Calibri"/>
            </a:endParaRPr>
          </a:p>
        </p:txBody>
      </p:sp>
      <p:sp>
        <p:nvSpPr>
          <p:cNvPr id="23" name="object 59">
            <a:extLst>
              <a:ext uri="{FF2B5EF4-FFF2-40B4-BE49-F238E27FC236}">
                <a16:creationId xmlns:a16="http://schemas.microsoft.com/office/drawing/2014/main" id="{92FAB905-68DA-B046-DE71-570D75EE9A37}"/>
              </a:ext>
            </a:extLst>
          </p:cNvPr>
          <p:cNvSpPr/>
          <p:nvPr/>
        </p:nvSpPr>
        <p:spPr>
          <a:xfrm>
            <a:off x="9714464" y="35620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4" name="object 60">
            <a:extLst>
              <a:ext uri="{FF2B5EF4-FFF2-40B4-BE49-F238E27FC236}">
                <a16:creationId xmlns:a16="http://schemas.microsoft.com/office/drawing/2014/main" id="{504052DD-F4F5-2932-363D-D53FE5B53302}"/>
              </a:ext>
            </a:extLst>
          </p:cNvPr>
          <p:cNvSpPr txBox="1"/>
          <p:nvPr/>
        </p:nvSpPr>
        <p:spPr>
          <a:xfrm>
            <a:off x="9871591" y="3610847"/>
            <a:ext cx="82541" cy="302955"/>
          </a:xfrm>
          <a:prstGeom prst="ellipse">
            <a:avLst/>
          </a:prstGeom>
        </p:spPr>
        <p:txBody>
          <a:bodyPr vert="horz" wrap="square" lIns="0" tIns="0" rIns="0" bIns="0" rtlCol="0">
            <a:spAutoFit/>
          </a:bodyPr>
          <a:lstStyle/>
          <a:p>
            <a:pPr marL="12700"/>
            <a:r>
              <a:rPr sz="1400" spc="-5" dirty="0">
                <a:latin typeface="Verdana (Body)"/>
                <a:cs typeface="Calibri"/>
              </a:rPr>
              <a:t>I</a:t>
            </a:r>
            <a:endParaRPr sz="1400" dirty="0">
              <a:latin typeface="Verdana (Body)"/>
              <a:cs typeface="Calibri"/>
            </a:endParaRPr>
          </a:p>
        </p:txBody>
      </p:sp>
      <p:sp>
        <p:nvSpPr>
          <p:cNvPr id="25" name="object 65">
            <a:extLst>
              <a:ext uri="{FF2B5EF4-FFF2-40B4-BE49-F238E27FC236}">
                <a16:creationId xmlns:a16="http://schemas.microsoft.com/office/drawing/2014/main" id="{B035EA81-A5DF-E840-63E0-DDD19AF28213}"/>
              </a:ext>
            </a:extLst>
          </p:cNvPr>
          <p:cNvSpPr/>
          <p:nvPr/>
        </p:nvSpPr>
        <p:spPr>
          <a:xfrm>
            <a:off x="8585809" y="35620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6" name="object 66">
            <a:extLst>
              <a:ext uri="{FF2B5EF4-FFF2-40B4-BE49-F238E27FC236}">
                <a16:creationId xmlns:a16="http://schemas.microsoft.com/office/drawing/2014/main" id="{193C50A3-41AF-5961-B3A4-138C9BEEC837}"/>
              </a:ext>
            </a:extLst>
          </p:cNvPr>
          <p:cNvSpPr txBox="1"/>
          <p:nvPr/>
        </p:nvSpPr>
        <p:spPr>
          <a:xfrm>
            <a:off x="8715252" y="3610847"/>
            <a:ext cx="146180" cy="302955"/>
          </a:xfrm>
          <a:prstGeom prst="ellipse">
            <a:avLst/>
          </a:prstGeom>
        </p:spPr>
        <p:txBody>
          <a:bodyPr vert="horz" wrap="square" lIns="0" tIns="0" rIns="0" bIns="0" rtlCol="0">
            <a:spAutoFit/>
          </a:bodyPr>
          <a:lstStyle/>
          <a:p>
            <a:pPr marL="12700"/>
            <a:r>
              <a:rPr sz="1400" dirty="0">
                <a:latin typeface="Verdana (Body)"/>
                <a:cs typeface="Calibri"/>
              </a:rPr>
              <a:t>C</a:t>
            </a:r>
            <a:endParaRPr sz="1400">
              <a:latin typeface="Verdana (Body)"/>
              <a:cs typeface="Calibri"/>
            </a:endParaRPr>
          </a:p>
        </p:txBody>
      </p:sp>
      <p:sp>
        <p:nvSpPr>
          <p:cNvPr id="27" name="object 71">
            <a:extLst>
              <a:ext uri="{FF2B5EF4-FFF2-40B4-BE49-F238E27FC236}">
                <a16:creationId xmlns:a16="http://schemas.microsoft.com/office/drawing/2014/main" id="{4EC5C13C-B888-7D47-9CBA-A1680523C47C}"/>
              </a:ext>
            </a:extLst>
          </p:cNvPr>
          <p:cNvSpPr/>
          <p:nvPr/>
        </p:nvSpPr>
        <p:spPr>
          <a:xfrm>
            <a:off x="8061591" y="35620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8" name="object 72">
            <a:extLst>
              <a:ext uri="{FF2B5EF4-FFF2-40B4-BE49-F238E27FC236}">
                <a16:creationId xmlns:a16="http://schemas.microsoft.com/office/drawing/2014/main" id="{06F2D6A2-93B3-61FB-7327-5457B09DC815}"/>
              </a:ext>
            </a:extLst>
          </p:cNvPr>
          <p:cNvSpPr txBox="1"/>
          <p:nvPr/>
        </p:nvSpPr>
        <p:spPr>
          <a:xfrm>
            <a:off x="8186561" y="3610847"/>
            <a:ext cx="156892" cy="302955"/>
          </a:xfrm>
          <a:prstGeom prst="ellipse">
            <a:avLst/>
          </a:prstGeom>
        </p:spPr>
        <p:txBody>
          <a:bodyPr vert="horz" wrap="square" lIns="0" tIns="0" rIns="0" bIns="0" rtlCol="0">
            <a:spAutoFit/>
          </a:bodyPr>
          <a:lstStyle/>
          <a:p>
            <a:pPr marL="12700"/>
            <a:r>
              <a:rPr sz="1400" spc="-15" dirty="0">
                <a:latin typeface="Verdana (Body)"/>
                <a:cs typeface="Calibri"/>
              </a:rPr>
              <a:t>A</a:t>
            </a:r>
            <a:endParaRPr sz="1400">
              <a:latin typeface="Verdana (Body)"/>
              <a:cs typeface="Calibri"/>
            </a:endParaRPr>
          </a:p>
        </p:txBody>
      </p:sp>
      <p:sp>
        <p:nvSpPr>
          <p:cNvPr id="29" name="object 77">
            <a:extLst>
              <a:ext uri="{FF2B5EF4-FFF2-40B4-BE49-F238E27FC236}">
                <a16:creationId xmlns:a16="http://schemas.microsoft.com/office/drawing/2014/main" id="{4FA8DE49-30A1-4D74-D53A-BDABC4025252}"/>
              </a:ext>
            </a:extLst>
          </p:cNvPr>
          <p:cNvSpPr/>
          <p:nvPr/>
        </p:nvSpPr>
        <p:spPr>
          <a:xfrm>
            <a:off x="8776424" y="41569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30" name="object 78">
            <a:extLst>
              <a:ext uri="{FF2B5EF4-FFF2-40B4-BE49-F238E27FC236}">
                <a16:creationId xmlns:a16="http://schemas.microsoft.com/office/drawing/2014/main" id="{7B4895FA-78BD-BF33-2F89-61787BE60F37}"/>
              </a:ext>
            </a:extLst>
          </p:cNvPr>
          <p:cNvSpPr txBox="1"/>
          <p:nvPr/>
        </p:nvSpPr>
        <p:spPr>
          <a:xfrm>
            <a:off x="8897793" y="4200757"/>
            <a:ext cx="165083" cy="302955"/>
          </a:xfrm>
          <a:prstGeom prst="ellipse">
            <a:avLst/>
          </a:prstGeom>
        </p:spPr>
        <p:txBody>
          <a:bodyPr vert="horz" wrap="square" lIns="0" tIns="0" rIns="0" bIns="0" rtlCol="0">
            <a:spAutoFit/>
          </a:bodyPr>
          <a:lstStyle/>
          <a:p>
            <a:pPr marL="12700"/>
            <a:r>
              <a:rPr sz="1400" dirty="0">
                <a:latin typeface="Verdana (Body)"/>
                <a:cs typeface="Calibri"/>
              </a:rPr>
              <a:t>D</a:t>
            </a:r>
            <a:endParaRPr sz="1400">
              <a:latin typeface="Verdana (Body)"/>
              <a:cs typeface="Calibri"/>
            </a:endParaRPr>
          </a:p>
        </p:txBody>
      </p:sp>
      <p:cxnSp>
        <p:nvCxnSpPr>
          <p:cNvPr id="31" name="直接箭头连接符 110">
            <a:extLst>
              <a:ext uri="{FF2B5EF4-FFF2-40B4-BE49-F238E27FC236}">
                <a16:creationId xmlns:a16="http://schemas.microsoft.com/office/drawing/2014/main" id="{A9DCE23D-0DCB-9DE0-290D-12DED3896CFC}"/>
              </a:ext>
            </a:extLst>
          </p:cNvPr>
          <p:cNvCxnSpPr>
            <a:stCxn id="5" idx="5"/>
            <a:endCxn id="13" idx="1"/>
          </p:cNvCxnSpPr>
          <p:nvPr/>
        </p:nvCxnSpPr>
        <p:spPr>
          <a:xfrm>
            <a:off x="9846865" y="2255639"/>
            <a:ext cx="451449" cy="2114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111">
            <a:extLst>
              <a:ext uri="{FF2B5EF4-FFF2-40B4-BE49-F238E27FC236}">
                <a16:creationId xmlns:a16="http://schemas.microsoft.com/office/drawing/2014/main" id="{AC671537-A579-0C2F-A3C4-6887816B3739}"/>
              </a:ext>
            </a:extLst>
          </p:cNvPr>
          <p:cNvCxnSpPr>
            <a:stCxn id="5" idx="3"/>
            <a:endCxn id="7" idx="7"/>
          </p:cNvCxnSpPr>
          <p:nvPr/>
        </p:nvCxnSpPr>
        <p:spPr>
          <a:xfrm flipH="1">
            <a:off x="9084457" y="2255639"/>
            <a:ext cx="451423" cy="2114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112">
            <a:extLst>
              <a:ext uri="{FF2B5EF4-FFF2-40B4-BE49-F238E27FC236}">
                <a16:creationId xmlns:a16="http://schemas.microsoft.com/office/drawing/2014/main" id="{7730EF48-14C5-8D51-C603-EB7DDB28ED16}"/>
              </a:ext>
            </a:extLst>
          </p:cNvPr>
          <p:cNvCxnSpPr>
            <a:stCxn id="7" idx="4"/>
            <a:endCxn id="9" idx="7"/>
          </p:cNvCxnSpPr>
          <p:nvPr/>
        </p:nvCxnSpPr>
        <p:spPr>
          <a:xfrm flipH="1">
            <a:off x="8703226" y="2791287"/>
            <a:ext cx="225739" cy="2314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113">
            <a:extLst>
              <a:ext uri="{FF2B5EF4-FFF2-40B4-BE49-F238E27FC236}">
                <a16:creationId xmlns:a16="http://schemas.microsoft.com/office/drawing/2014/main" id="{A39A3F4E-0695-3E58-5E05-2BD2EC6929D3}"/>
              </a:ext>
            </a:extLst>
          </p:cNvPr>
          <p:cNvCxnSpPr>
            <a:stCxn id="13" idx="3"/>
            <a:endCxn id="15" idx="0"/>
          </p:cNvCxnSpPr>
          <p:nvPr/>
        </p:nvCxnSpPr>
        <p:spPr>
          <a:xfrm flipH="1">
            <a:off x="10072602" y="2735666"/>
            <a:ext cx="225711" cy="2314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114">
            <a:extLst>
              <a:ext uri="{FF2B5EF4-FFF2-40B4-BE49-F238E27FC236}">
                <a16:creationId xmlns:a16="http://schemas.microsoft.com/office/drawing/2014/main" id="{17B466AA-FDAD-1A88-2547-5911ADF02C66}"/>
              </a:ext>
            </a:extLst>
          </p:cNvPr>
          <p:cNvCxnSpPr>
            <a:stCxn id="7" idx="4"/>
            <a:endCxn id="11" idx="1"/>
          </p:cNvCxnSpPr>
          <p:nvPr/>
        </p:nvCxnSpPr>
        <p:spPr>
          <a:xfrm>
            <a:off x="8928965" y="2791287"/>
            <a:ext cx="225711" cy="2314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115">
            <a:extLst>
              <a:ext uri="{FF2B5EF4-FFF2-40B4-BE49-F238E27FC236}">
                <a16:creationId xmlns:a16="http://schemas.microsoft.com/office/drawing/2014/main" id="{EF288460-DEBB-371E-8F39-BA28A8227EAD}"/>
              </a:ext>
            </a:extLst>
          </p:cNvPr>
          <p:cNvCxnSpPr>
            <a:stCxn id="13" idx="5"/>
            <a:endCxn id="17" idx="0"/>
          </p:cNvCxnSpPr>
          <p:nvPr/>
        </p:nvCxnSpPr>
        <p:spPr>
          <a:xfrm>
            <a:off x="10609297" y="2735666"/>
            <a:ext cx="225712" cy="2314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116">
            <a:extLst>
              <a:ext uri="{FF2B5EF4-FFF2-40B4-BE49-F238E27FC236}">
                <a16:creationId xmlns:a16="http://schemas.microsoft.com/office/drawing/2014/main" id="{ACE9B4F2-FEF9-F9BC-732A-4113F6E08DE0}"/>
              </a:ext>
            </a:extLst>
          </p:cNvPr>
          <p:cNvCxnSpPr>
            <a:stCxn id="9" idx="4"/>
            <a:endCxn id="25" idx="0"/>
          </p:cNvCxnSpPr>
          <p:nvPr/>
        </p:nvCxnSpPr>
        <p:spPr>
          <a:xfrm>
            <a:off x="8547733" y="3346941"/>
            <a:ext cx="257976" cy="2151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117">
            <a:extLst>
              <a:ext uri="{FF2B5EF4-FFF2-40B4-BE49-F238E27FC236}">
                <a16:creationId xmlns:a16="http://schemas.microsoft.com/office/drawing/2014/main" id="{7C6D18BA-1AC3-2294-880B-262856CB8E26}"/>
              </a:ext>
            </a:extLst>
          </p:cNvPr>
          <p:cNvCxnSpPr>
            <a:stCxn id="9" idx="4"/>
            <a:endCxn id="27" idx="0"/>
          </p:cNvCxnSpPr>
          <p:nvPr/>
        </p:nvCxnSpPr>
        <p:spPr>
          <a:xfrm flipH="1">
            <a:off x="8281492" y="3346941"/>
            <a:ext cx="266242" cy="2151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118">
            <a:extLst>
              <a:ext uri="{FF2B5EF4-FFF2-40B4-BE49-F238E27FC236}">
                <a16:creationId xmlns:a16="http://schemas.microsoft.com/office/drawing/2014/main" id="{CA60410C-87FE-50D1-D5AF-9ACF0C84D457}"/>
              </a:ext>
            </a:extLst>
          </p:cNvPr>
          <p:cNvCxnSpPr>
            <a:stCxn id="15" idx="4"/>
            <a:endCxn id="23" idx="0"/>
          </p:cNvCxnSpPr>
          <p:nvPr/>
        </p:nvCxnSpPr>
        <p:spPr>
          <a:xfrm flipH="1">
            <a:off x="9934365" y="3346941"/>
            <a:ext cx="138236" cy="2151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119">
            <a:extLst>
              <a:ext uri="{FF2B5EF4-FFF2-40B4-BE49-F238E27FC236}">
                <a16:creationId xmlns:a16="http://schemas.microsoft.com/office/drawing/2014/main" id="{BE1FF92E-99F0-1D3A-9548-069D803D7ECB}"/>
              </a:ext>
            </a:extLst>
          </p:cNvPr>
          <p:cNvCxnSpPr>
            <a:stCxn id="11" idx="4"/>
            <a:endCxn id="19" idx="0"/>
          </p:cNvCxnSpPr>
          <p:nvPr/>
        </p:nvCxnSpPr>
        <p:spPr>
          <a:xfrm>
            <a:off x="9310168" y="3346941"/>
            <a:ext cx="118794" cy="2107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120">
            <a:extLst>
              <a:ext uri="{FF2B5EF4-FFF2-40B4-BE49-F238E27FC236}">
                <a16:creationId xmlns:a16="http://schemas.microsoft.com/office/drawing/2014/main" id="{2CA39D4D-5A2C-785B-B1B7-B5C403F23F52}"/>
              </a:ext>
            </a:extLst>
          </p:cNvPr>
          <p:cNvCxnSpPr>
            <a:stCxn id="15" idx="4"/>
            <a:endCxn id="21" idx="0"/>
          </p:cNvCxnSpPr>
          <p:nvPr/>
        </p:nvCxnSpPr>
        <p:spPr>
          <a:xfrm>
            <a:off x="10072601" y="3346941"/>
            <a:ext cx="385982" cy="2151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121">
            <a:extLst>
              <a:ext uri="{FF2B5EF4-FFF2-40B4-BE49-F238E27FC236}">
                <a16:creationId xmlns:a16="http://schemas.microsoft.com/office/drawing/2014/main" id="{6B6A9BED-6968-3737-190A-0B35FC653608}"/>
              </a:ext>
            </a:extLst>
          </p:cNvPr>
          <p:cNvCxnSpPr>
            <a:stCxn id="25" idx="4"/>
            <a:endCxn id="29" idx="0"/>
          </p:cNvCxnSpPr>
          <p:nvPr/>
        </p:nvCxnSpPr>
        <p:spPr>
          <a:xfrm>
            <a:off x="8805710" y="3941879"/>
            <a:ext cx="190615" cy="2150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文本框 122">
            <a:extLst>
              <a:ext uri="{FF2B5EF4-FFF2-40B4-BE49-F238E27FC236}">
                <a16:creationId xmlns:a16="http://schemas.microsoft.com/office/drawing/2014/main" id="{86533E9F-186C-013A-76D9-A3200F41B307}"/>
              </a:ext>
            </a:extLst>
          </p:cNvPr>
          <p:cNvSpPr txBox="1"/>
          <p:nvPr/>
        </p:nvSpPr>
        <p:spPr>
          <a:xfrm>
            <a:off x="7859422" y="3618343"/>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44" name="文本框 123">
            <a:extLst>
              <a:ext uri="{FF2B5EF4-FFF2-40B4-BE49-F238E27FC236}">
                <a16:creationId xmlns:a16="http://schemas.microsoft.com/office/drawing/2014/main" id="{AE15B5E7-5E5D-8C55-9C45-44A7A70BD739}"/>
              </a:ext>
            </a:extLst>
          </p:cNvPr>
          <p:cNvSpPr txBox="1"/>
          <p:nvPr/>
        </p:nvSpPr>
        <p:spPr>
          <a:xfrm>
            <a:off x="8557840" y="4218812"/>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46" name="文本框 125">
            <a:extLst>
              <a:ext uri="{FF2B5EF4-FFF2-40B4-BE49-F238E27FC236}">
                <a16:creationId xmlns:a16="http://schemas.microsoft.com/office/drawing/2014/main" id="{4545CA60-F377-19A4-14F8-F02BE9A71DDC}"/>
              </a:ext>
            </a:extLst>
          </p:cNvPr>
          <p:cNvSpPr txBox="1"/>
          <p:nvPr/>
        </p:nvSpPr>
        <p:spPr>
          <a:xfrm>
            <a:off x="8096925" y="2947965"/>
            <a:ext cx="308970" cy="307777"/>
          </a:xfrm>
          <a:prstGeom prst="rect">
            <a:avLst/>
          </a:prstGeom>
          <a:noFill/>
        </p:spPr>
        <p:txBody>
          <a:bodyPr wrap="square" rtlCol="0">
            <a:spAutoFit/>
          </a:bodyPr>
          <a:lstStyle/>
          <a:p>
            <a:r>
              <a:rPr lang="en-US" altLang="zh-CN" sz="1400" b="1" dirty="0">
                <a:solidFill>
                  <a:srgbClr val="C00000"/>
                </a:solidFill>
                <a:latin typeface="Verdana (Body)"/>
              </a:rPr>
              <a:t>2</a:t>
            </a:r>
            <a:endParaRPr lang="zh-CN" altLang="en-US" sz="1400" b="1" dirty="0">
              <a:solidFill>
                <a:srgbClr val="C00000"/>
              </a:solidFill>
              <a:latin typeface="Verdana (Body)"/>
            </a:endParaRPr>
          </a:p>
        </p:txBody>
      </p:sp>
      <p:sp>
        <p:nvSpPr>
          <p:cNvPr id="47" name="文本框 126">
            <a:extLst>
              <a:ext uri="{FF2B5EF4-FFF2-40B4-BE49-F238E27FC236}">
                <a16:creationId xmlns:a16="http://schemas.microsoft.com/office/drawing/2014/main" id="{4AF42F4D-1142-4A74-18B5-2C0C404FD601}"/>
              </a:ext>
            </a:extLst>
          </p:cNvPr>
          <p:cNvSpPr txBox="1"/>
          <p:nvPr/>
        </p:nvSpPr>
        <p:spPr>
          <a:xfrm>
            <a:off x="9035523" y="3459209"/>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48" name="文本框 127">
            <a:extLst>
              <a:ext uri="{FF2B5EF4-FFF2-40B4-BE49-F238E27FC236}">
                <a16:creationId xmlns:a16="http://schemas.microsoft.com/office/drawing/2014/main" id="{4B582AAB-CA4C-A473-C931-11747EB51935}"/>
              </a:ext>
            </a:extLst>
          </p:cNvPr>
          <p:cNvSpPr txBox="1"/>
          <p:nvPr/>
        </p:nvSpPr>
        <p:spPr>
          <a:xfrm>
            <a:off x="8884841" y="2974428"/>
            <a:ext cx="308970" cy="307777"/>
          </a:xfrm>
          <a:prstGeom prst="rect">
            <a:avLst/>
          </a:prstGeom>
          <a:noFill/>
        </p:spPr>
        <p:txBody>
          <a:bodyPr wrap="square" rtlCol="0">
            <a:spAutoFit/>
          </a:bodyPr>
          <a:lstStyle/>
          <a:p>
            <a:r>
              <a:rPr lang="en-US" altLang="zh-CN" sz="1400" b="1" dirty="0">
                <a:solidFill>
                  <a:srgbClr val="C00000"/>
                </a:solidFill>
                <a:latin typeface="Verdana (Body)"/>
              </a:rPr>
              <a:t>1</a:t>
            </a:r>
            <a:endParaRPr lang="zh-CN" altLang="en-US" sz="1400" b="1" dirty="0">
              <a:solidFill>
                <a:srgbClr val="C00000"/>
              </a:solidFill>
              <a:latin typeface="Verdana (Body)"/>
            </a:endParaRPr>
          </a:p>
        </p:txBody>
      </p:sp>
      <p:sp>
        <p:nvSpPr>
          <p:cNvPr id="49" name="文本框 128">
            <a:extLst>
              <a:ext uri="{FF2B5EF4-FFF2-40B4-BE49-F238E27FC236}">
                <a16:creationId xmlns:a16="http://schemas.microsoft.com/office/drawing/2014/main" id="{6303B048-AD60-027A-D606-B312AADB0663}"/>
              </a:ext>
            </a:extLst>
          </p:cNvPr>
          <p:cNvSpPr txBox="1"/>
          <p:nvPr/>
        </p:nvSpPr>
        <p:spPr>
          <a:xfrm>
            <a:off x="8496406" y="2371893"/>
            <a:ext cx="308970" cy="307777"/>
          </a:xfrm>
          <a:prstGeom prst="rect">
            <a:avLst/>
          </a:prstGeom>
          <a:noFill/>
        </p:spPr>
        <p:txBody>
          <a:bodyPr wrap="square" rtlCol="0">
            <a:spAutoFit/>
          </a:bodyPr>
          <a:lstStyle/>
          <a:p>
            <a:r>
              <a:rPr lang="en-US" altLang="zh-CN" sz="1400" b="1" dirty="0">
                <a:solidFill>
                  <a:srgbClr val="C00000"/>
                </a:solidFill>
                <a:latin typeface="Verdana (Body)"/>
              </a:rPr>
              <a:t>3</a:t>
            </a:r>
            <a:endParaRPr lang="zh-CN" altLang="en-US" sz="1400" b="1" dirty="0">
              <a:solidFill>
                <a:srgbClr val="C00000"/>
              </a:solidFill>
              <a:latin typeface="Verdana (Body)"/>
            </a:endParaRPr>
          </a:p>
        </p:txBody>
      </p:sp>
      <p:sp>
        <p:nvSpPr>
          <p:cNvPr id="50" name="文本框 129">
            <a:extLst>
              <a:ext uri="{FF2B5EF4-FFF2-40B4-BE49-F238E27FC236}">
                <a16:creationId xmlns:a16="http://schemas.microsoft.com/office/drawing/2014/main" id="{31757D92-F1F3-A964-CCA6-0706A3E6D3CA}"/>
              </a:ext>
            </a:extLst>
          </p:cNvPr>
          <p:cNvSpPr txBox="1"/>
          <p:nvPr/>
        </p:nvSpPr>
        <p:spPr>
          <a:xfrm>
            <a:off x="9630694" y="3355932"/>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51" name="文本框 130">
            <a:extLst>
              <a:ext uri="{FF2B5EF4-FFF2-40B4-BE49-F238E27FC236}">
                <a16:creationId xmlns:a16="http://schemas.microsoft.com/office/drawing/2014/main" id="{1DF98BA4-F1C3-0F2D-2D5F-D75E8BC2454B}"/>
              </a:ext>
            </a:extLst>
          </p:cNvPr>
          <p:cNvSpPr txBox="1"/>
          <p:nvPr/>
        </p:nvSpPr>
        <p:spPr>
          <a:xfrm>
            <a:off x="10107204" y="3419469"/>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52" name="文本框 131">
            <a:extLst>
              <a:ext uri="{FF2B5EF4-FFF2-40B4-BE49-F238E27FC236}">
                <a16:creationId xmlns:a16="http://schemas.microsoft.com/office/drawing/2014/main" id="{C7C5F2F3-4CD9-6BD9-6EBD-3798905A1F8F}"/>
              </a:ext>
            </a:extLst>
          </p:cNvPr>
          <p:cNvSpPr txBox="1"/>
          <p:nvPr/>
        </p:nvSpPr>
        <p:spPr>
          <a:xfrm>
            <a:off x="9660097" y="2896714"/>
            <a:ext cx="308970" cy="307777"/>
          </a:xfrm>
          <a:prstGeom prst="rect">
            <a:avLst/>
          </a:prstGeom>
          <a:noFill/>
        </p:spPr>
        <p:txBody>
          <a:bodyPr wrap="square" rtlCol="0">
            <a:spAutoFit/>
          </a:bodyPr>
          <a:lstStyle/>
          <a:p>
            <a:r>
              <a:rPr lang="en-US" altLang="zh-CN" sz="1400" b="1" dirty="0">
                <a:solidFill>
                  <a:srgbClr val="C00000"/>
                </a:solidFill>
                <a:latin typeface="Verdana (Body)"/>
              </a:rPr>
              <a:t>1</a:t>
            </a:r>
            <a:endParaRPr lang="zh-CN" altLang="en-US" sz="1400" b="1" dirty="0">
              <a:solidFill>
                <a:srgbClr val="C00000"/>
              </a:solidFill>
              <a:latin typeface="Verdana (Body)"/>
            </a:endParaRPr>
          </a:p>
        </p:txBody>
      </p:sp>
      <p:sp>
        <p:nvSpPr>
          <p:cNvPr id="53" name="文本框 132">
            <a:extLst>
              <a:ext uri="{FF2B5EF4-FFF2-40B4-BE49-F238E27FC236}">
                <a16:creationId xmlns:a16="http://schemas.microsoft.com/office/drawing/2014/main" id="{01B26702-7B32-95C5-48EE-A2874C0F3058}"/>
              </a:ext>
            </a:extLst>
          </p:cNvPr>
          <p:cNvSpPr txBox="1"/>
          <p:nvPr/>
        </p:nvSpPr>
        <p:spPr>
          <a:xfrm>
            <a:off x="10417925" y="2896714"/>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54" name="文本框 133">
            <a:extLst>
              <a:ext uri="{FF2B5EF4-FFF2-40B4-BE49-F238E27FC236}">
                <a16:creationId xmlns:a16="http://schemas.microsoft.com/office/drawing/2014/main" id="{C1EED915-6222-0CE5-CC52-24F85D010B2F}"/>
              </a:ext>
            </a:extLst>
          </p:cNvPr>
          <p:cNvSpPr txBox="1"/>
          <p:nvPr/>
        </p:nvSpPr>
        <p:spPr>
          <a:xfrm>
            <a:off x="10024309" y="2423317"/>
            <a:ext cx="308970" cy="307777"/>
          </a:xfrm>
          <a:prstGeom prst="rect">
            <a:avLst/>
          </a:prstGeom>
          <a:noFill/>
        </p:spPr>
        <p:txBody>
          <a:bodyPr wrap="square" rtlCol="0">
            <a:spAutoFit/>
          </a:bodyPr>
          <a:lstStyle/>
          <a:p>
            <a:r>
              <a:rPr lang="en-US" altLang="zh-CN" sz="1400" b="1" dirty="0">
                <a:solidFill>
                  <a:srgbClr val="C00000"/>
                </a:solidFill>
                <a:latin typeface="Verdana (Body)"/>
              </a:rPr>
              <a:t>2</a:t>
            </a:r>
            <a:endParaRPr lang="zh-CN" altLang="en-US" sz="1400" b="1" dirty="0">
              <a:solidFill>
                <a:srgbClr val="C00000"/>
              </a:solidFill>
              <a:latin typeface="Verdana (Body)"/>
            </a:endParaRPr>
          </a:p>
        </p:txBody>
      </p:sp>
      <p:sp>
        <p:nvSpPr>
          <p:cNvPr id="55" name="文本框 134">
            <a:extLst>
              <a:ext uri="{FF2B5EF4-FFF2-40B4-BE49-F238E27FC236}">
                <a16:creationId xmlns:a16="http://schemas.microsoft.com/office/drawing/2014/main" id="{C66073C3-CD56-29C4-B0D0-117793BC2F0D}"/>
              </a:ext>
            </a:extLst>
          </p:cNvPr>
          <p:cNvSpPr txBox="1"/>
          <p:nvPr/>
        </p:nvSpPr>
        <p:spPr>
          <a:xfrm>
            <a:off x="9283637" y="1912674"/>
            <a:ext cx="308970" cy="307777"/>
          </a:xfrm>
          <a:prstGeom prst="rect">
            <a:avLst/>
          </a:prstGeom>
          <a:noFill/>
        </p:spPr>
        <p:txBody>
          <a:bodyPr wrap="square" rtlCol="0">
            <a:spAutoFit/>
          </a:bodyPr>
          <a:lstStyle/>
          <a:p>
            <a:r>
              <a:rPr lang="en-US" altLang="zh-CN" sz="1400" b="1" dirty="0">
                <a:solidFill>
                  <a:srgbClr val="C00000"/>
                </a:solidFill>
                <a:latin typeface="Verdana (Body)"/>
              </a:rPr>
              <a:t>4</a:t>
            </a:r>
            <a:endParaRPr lang="zh-CN" altLang="en-US" sz="1400" b="1" dirty="0">
              <a:solidFill>
                <a:srgbClr val="C00000"/>
              </a:solidFill>
              <a:latin typeface="Verdana (Body)"/>
            </a:endParaRPr>
          </a:p>
        </p:txBody>
      </p:sp>
      <p:sp>
        <p:nvSpPr>
          <p:cNvPr id="57" name="TextBox 56">
            <a:extLst>
              <a:ext uri="{FF2B5EF4-FFF2-40B4-BE49-F238E27FC236}">
                <a16:creationId xmlns:a16="http://schemas.microsoft.com/office/drawing/2014/main" id="{A064FA4E-9A2D-639E-F503-3B2E9D282ABB}"/>
              </a:ext>
            </a:extLst>
          </p:cNvPr>
          <p:cNvSpPr txBox="1"/>
          <p:nvPr/>
        </p:nvSpPr>
        <p:spPr>
          <a:xfrm>
            <a:off x="919772" y="3101853"/>
            <a:ext cx="5009833" cy="2585323"/>
          </a:xfrm>
          <a:prstGeom prst="rect">
            <a:avLst/>
          </a:prstGeom>
          <a:noFill/>
          <a:ln>
            <a:solidFill>
              <a:schemeClr val="tx1"/>
            </a:solidFill>
          </a:ln>
        </p:spPr>
        <p:txBody>
          <a:bodyPr wrap="none" rtlCol="0">
            <a:spAutoFit/>
          </a:bodyPr>
          <a:lstStyle/>
          <a:p>
            <a:r>
              <a:rPr lang="en-US" dirty="0" err="1"/>
              <a:t>def</a:t>
            </a:r>
            <a:r>
              <a:rPr lang="en-US" dirty="0"/>
              <a:t> </a:t>
            </a:r>
            <a:r>
              <a:rPr lang="en-US" dirty="0" err="1"/>
              <a:t>calculate_height</a:t>
            </a:r>
            <a:r>
              <a:rPr lang="en-US" dirty="0"/>
              <a:t>(self, node):</a:t>
            </a:r>
          </a:p>
          <a:p>
            <a:r>
              <a:rPr lang="en-US" dirty="0"/>
              <a:t>        if node is None:</a:t>
            </a:r>
          </a:p>
          <a:p>
            <a:r>
              <a:rPr lang="en-US" b="1" dirty="0">
                <a:solidFill>
                  <a:srgbClr val="FF0000"/>
                </a:solidFill>
              </a:rPr>
              <a:t>            return </a:t>
            </a:r>
            <a:r>
              <a:rPr lang="en-US" b="1" dirty="0">
                <a:solidFill>
                  <a:srgbClr val="005684"/>
                </a:solidFill>
              </a:rPr>
              <a:t>?</a:t>
            </a:r>
            <a:r>
              <a:rPr lang="en-US" b="1" dirty="0">
                <a:solidFill>
                  <a:srgbClr val="FF0000"/>
                </a:solidFill>
              </a:rPr>
              <a:t>  </a:t>
            </a:r>
          </a:p>
          <a:p>
            <a:br>
              <a:rPr lang="en-US" dirty="0"/>
            </a:br>
            <a:r>
              <a:rPr lang="en-US" dirty="0"/>
              <a:t>        </a:t>
            </a:r>
            <a:r>
              <a:rPr lang="en-US" dirty="0" err="1"/>
              <a:t>left_height</a:t>
            </a:r>
            <a:r>
              <a:rPr lang="en-US" dirty="0"/>
              <a:t> = </a:t>
            </a:r>
            <a:r>
              <a:rPr lang="en-US" dirty="0" err="1"/>
              <a:t>self.calculate_height</a:t>
            </a:r>
            <a:r>
              <a:rPr lang="en-US" dirty="0"/>
              <a:t>(</a:t>
            </a:r>
            <a:r>
              <a:rPr lang="en-US" dirty="0" err="1"/>
              <a:t>node.left</a:t>
            </a:r>
            <a:r>
              <a:rPr lang="en-US" dirty="0"/>
              <a:t>)</a:t>
            </a:r>
          </a:p>
          <a:p>
            <a:r>
              <a:rPr lang="en-US" dirty="0"/>
              <a:t>        </a:t>
            </a:r>
            <a:r>
              <a:rPr lang="en-US" dirty="0" err="1"/>
              <a:t>right_height</a:t>
            </a:r>
            <a:r>
              <a:rPr lang="en-US" dirty="0"/>
              <a:t> = </a:t>
            </a:r>
            <a:r>
              <a:rPr lang="en-US" dirty="0" err="1"/>
              <a:t>self.calculate_height</a:t>
            </a:r>
            <a:r>
              <a:rPr lang="en-US" dirty="0"/>
              <a:t>(</a:t>
            </a:r>
            <a:r>
              <a:rPr lang="en-US" dirty="0" err="1"/>
              <a:t>node.right</a:t>
            </a:r>
            <a:r>
              <a:rPr lang="en-US" dirty="0"/>
              <a:t>)</a:t>
            </a:r>
          </a:p>
          <a:p>
            <a:r>
              <a:rPr lang="en-US" dirty="0"/>
              <a:t>        </a:t>
            </a:r>
          </a:p>
          <a:p>
            <a:r>
              <a:rPr lang="en-US" dirty="0"/>
              <a:t>        </a:t>
            </a:r>
            <a:r>
              <a:rPr lang="en-US" b="1" dirty="0">
                <a:solidFill>
                  <a:srgbClr val="FF0000"/>
                </a:solidFill>
              </a:rPr>
              <a:t>return 1 + max(</a:t>
            </a:r>
            <a:r>
              <a:rPr lang="en-US" b="1" dirty="0" err="1">
                <a:solidFill>
                  <a:srgbClr val="FF0000"/>
                </a:solidFill>
              </a:rPr>
              <a:t>left_height</a:t>
            </a:r>
            <a:r>
              <a:rPr lang="en-US" b="1" dirty="0">
                <a:solidFill>
                  <a:srgbClr val="FF0000"/>
                </a:solidFill>
              </a:rPr>
              <a:t>, </a:t>
            </a:r>
            <a:r>
              <a:rPr lang="en-US" b="1" dirty="0" err="1">
                <a:solidFill>
                  <a:srgbClr val="FF0000"/>
                </a:solidFill>
              </a:rPr>
              <a:t>right_height</a:t>
            </a:r>
            <a:r>
              <a:rPr lang="en-US" b="1" dirty="0">
                <a:solidFill>
                  <a:srgbClr val="FF0000"/>
                </a:solidFill>
              </a:rPr>
              <a:t>)</a:t>
            </a:r>
          </a:p>
          <a:p>
            <a:endParaRPr lang="en-SG" dirty="0"/>
          </a:p>
        </p:txBody>
      </p:sp>
      <p:sp>
        <p:nvSpPr>
          <p:cNvPr id="3" name="文本框 127">
            <a:extLst>
              <a:ext uri="{FF2B5EF4-FFF2-40B4-BE49-F238E27FC236}">
                <a16:creationId xmlns:a16="http://schemas.microsoft.com/office/drawing/2014/main" id="{263FFDA4-15A5-3BC3-1458-F860BA0B51A6}"/>
              </a:ext>
            </a:extLst>
          </p:cNvPr>
          <p:cNvSpPr txBox="1"/>
          <p:nvPr/>
        </p:nvSpPr>
        <p:spPr>
          <a:xfrm>
            <a:off x="8766290" y="3336031"/>
            <a:ext cx="308970" cy="307777"/>
          </a:xfrm>
          <a:prstGeom prst="rect">
            <a:avLst/>
          </a:prstGeom>
          <a:noFill/>
        </p:spPr>
        <p:txBody>
          <a:bodyPr wrap="square" rtlCol="0">
            <a:spAutoFit/>
          </a:bodyPr>
          <a:lstStyle/>
          <a:p>
            <a:r>
              <a:rPr lang="en-US" altLang="zh-CN" sz="1400" b="1" dirty="0">
                <a:solidFill>
                  <a:srgbClr val="C00000"/>
                </a:solidFill>
                <a:latin typeface="Verdana (Body)"/>
              </a:rPr>
              <a:t>1</a:t>
            </a:r>
            <a:endParaRPr lang="zh-CN" altLang="en-US" sz="1400" b="1" dirty="0">
              <a:solidFill>
                <a:srgbClr val="C00000"/>
              </a:solidFill>
              <a:latin typeface="Verdana (Body)"/>
            </a:endParaRPr>
          </a:p>
        </p:txBody>
      </p:sp>
    </p:spTree>
    <p:extLst>
      <p:ext uri="{BB962C8B-B14F-4D97-AF65-F5344CB8AC3E}">
        <p14:creationId xmlns:p14="http://schemas.microsoft.com/office/powerpoint/2010/main" val="2137143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75F0A-3085-968B-0957-420E26E14995}"/>
            </a:ext>
          </a:extLst>
        </p:cNvPr>
        <p:cNvGrpSpPr/>
        <p:nvPr/>
      </p:nvGrpSpPr>
      <p:grpSpPr>
        <a:xfrm>
          <a:off x="0" y="0"/>
          <a:ext cx="0" cy="0"/>
          <a:chOff x="0" y="0"/>
          <a:chExt cx="0" cy="0"/>
        </a:xfrm>
      </p:grpSpPr>
      <p:sp>
        <p:nvSpPr>
          <p:cNvPr id="15361" name="Rectangle 2">
            <a:extLst>
              <a:ext uri="{FF2B5EF4-FFF2-40B4-BE49-F238E27FC236}">
                <a16:creationId xmlns:a16="http://schemas.microsoft.com/office/drawing/2014/main" id="{F6FCB3CA-0004-9B92-1AAB-5E758600D286}"/>
              </a:ext>
            </a:extLst>
          </p:cNvPr>
          <p:cNvSpPr>
            <a:spLocks noGrp="1"/>
          </p:cNvSpPr>
          <p:nvPr>
            <p:ph type="title"/>
          </p:nvPr>
        </p:nvSpPr>
        <p:spPr/>
        <p:txBody>
          <a:bodyPr/>
          <a:lstStyle/>
          <a:p>
            <a:pPr eaLnBrk="1" hangingPunct="1"/>
            <a:r>
              <a:rPr lang="en-SG" dirty="0"/>
              <a:t>Height of A Node in A Binary Tree</a:t>
            </a:r>
            <a:endParaRPr lang="en-US" altLang="en-US" dirty="0"/>
          </a:p>
        </p:txBody>
      </p:sp>
      <p:sp>
        <p:nvSpPr>
          <p:cNvPr id="2" name="Content Placeholder 1">
            <a:extLst>
              <a:ext uri="{FF2B5EF4-FFF2-40B4-BE49-F238E27FC236}">
                <a16:creationId xmlns:a16="http://schemas.microsoft.com/office/drawing/2014/main" id="{5FD6071A-EE19-0BF6-A31C-3FFAD6395933}"/>
              </a:ext>
            </a:extLst>
          </p:cNvPr>
          <p:cNvSpPr>
            <a:spLocks noGrp="1"/>
          </p:cNvSpPr>
          <p:nvPr>
            <p:ph idx="1"/>
          </p:nvPr>
        </p:nvSpPr>
        <p:spPr>
          <a:xfrm>
            <a:off x="1080656" y="1332390"/>
            <a:ext cx="10819070" cy="4611210"/>
          </a:xfrm>
        </p:spPr>
        <p:txBody>
          <a:bodyPr/>
          <a:lstStyle/>
          <a:p>
            <a:r>
              <a:rPr lang="en-US" dirty="0"/>
              <a:t>The height of a tree: The number of edges on the longest path from the root to a leaf</a:t>
            </a:r>
          </a:p>
          <a:p>
            <a:pPr lvl="1"/>
            <a:r>
              <a:rPr lang="en-SG" dirty="0"/>
              <a:t>Leaf node </a:t>
            </a:r>
            <a:r>
              <a:rPr lang="en-SG" b="1" dirty="0">
                <a:solidFill>
                  <a:srgbClr val="FF0000"/>
                </a:solidFill>
              </a:rPr>
              <a:t>returns 0</a:t>
            </a:r>
          </a:p>
          <a:p>
            <a:pPr lvl="1"/>
            <a:r>
              <a:rPr lang="en-US" dirty="0"/>
              <a:t>None node (empty) </a:t>
            </a:r>
            <a:r>
              <a:rPr lang="en-US" b="1" dirty="0">
                <a:solidFill>
                  <a:srgbClr val="FF0000"/>
                </a:solidFill>
              </a:rPr>
              <a:t>returns -1</a:t>
            </a:r>
            <a:endParaRPr lang="en-SG" b="1" dirty="0">
              <a:solidFill>
                <a:srgbClr val="FF0000"/>
              </a:solidFill>
            </a:endParaRPr>
          </a:p>
          <a:p>
            <a:pPr lvl="1"/>
            <a:endParaRPr lang="en-SG" dirty="0"/>
          </a:p>
          <a:p>
            <a:endParaRPr lang="en-SG" dirty="0"/>
          </a:p>
        </p:txBody>
      </p:sp>
      <p:sp>
        <p:nvSpPr>
          <p:cNvPr id="4" name="圆角矩形 163">
            <a:extLst>
              <a:ext uri="{FF2B5EF4-FFF2-40B4-BE49-F238E27FC236}">
                <a16:creationId xmlns:a16="http://schemas.microsoft.com/office/drawing/2014/main" id="{10E39904-C6C0-67AA-CA44-69CBB2CE1FF9}"/>
              </a:ext>
            </a:extLst>
          </p:cNvPr>
          <p:cNvSpPr/>
          <p:nvPr/>
        </p:nvSpPr>
        <p:spPr>
          <a:xfrm>
            <a:off x="7806025" y="3431370"/>
            <a:ext cx="1902993" cy="1404054"/>
          </a:xfrm>
          <a:prstGeom prst="roundRect">
            <a:avLst/>
          </a:prstGeom>
          <a:solidFill>
            <a:srgbClr val="FBFB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5" name="object 8">
            <a:extLst>
              <a:ext uri="{FF2B5EF4-FFF2-40B4-BE49-F238E27FC236}">
                <a16:creationId xmlns:a16="http://schemas.microsoft.com/office/drawing/2014/main" id="{43CA23CB-8195-FECA-EB04-F2B47C95B6D7}"/>
              </a:ext>
            </a:extLst>
          </p:cNvPr>
          <p:cNvSpPr/>
          <p:nvPr/>
        </p:nvSpPr>
        <p:spPr>
          <a:xfrm>
            <a:off x="9471471" y="193145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6" name="object 9">
            <a:extLst>
              <a:ext uri="{FF2B5EF4-FFF2-40B4-BE49-F238E27FC236}">
                <a16:creationId xmlns:a16="http://schemas.microsoft.com/office/drawing/2014/main" id="{F691A423-A62B-2DCD-EF55-5CA2789DB5FB}"/>
              </a:ext>
            </a:extLst>
          </p:cNvPr>
          <p:cNvSpPr txBox="1"/>
          <p:nvPr/>
        </p:nvSpPr>
        <p:spPr>
          <a:xfrm>
            <a:off x="9592088" y="1975239"/>
            <a:ext cx="166973" cy="302955"/>
          </a:xfrm>
          <a:prstGeom prst="ellipse">
            <a:avLst/>
          </a:prstGeom>
        </p:spPr>
        <p:txBody>
          <a:bodyPr vert="horz" wrap="square" lIns="0" tIns="0" rIns="0" bIns="0" rtlCol="0">
            <a:spAutoFit/>
          </a:bodyPr>
          <a:lstStyle/>
          <a:p>
            <a:pPr marL="12700"/>
            <a:r>
              <a:rPr sz="1400" dirty="0">
                <a:latin typeface="Verdana (Body)"/>
                <a:cs typeface="Calibri"/>
              </a:rPr>
              <a:t>H</a:t>
            </a:r>
          </a:p>
        </p:txBody>
      </p:sp>
      <p:sp>
        <p:nvSpPr>
          <p:cNvPr id="7" name="object 11">
            <a:extLst>
              <a:ext uri="{FF2B5EF4-FFF2-40B4-BE49-F238E27FC236}">
                <a16:creationId xmlns:a16="http://schemas.microsoft.com/office/drawing/2014/main" id="{9576D1B6-B566-4195-9CAA-1279BCFFF048}"/>
              </a:ext>
            </a:extLst>
          </p:cNvPr>
          <p:cNvSpPr/>
          <p:nvPr/>
        </p:nvSpPr>
        <p:spPr>
          <a:xfrm>
            <a:off x="8709063" y="2411487"/>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8" name="object 12">
            <a:extLst>
              <a:ext uri="{FF2B5EF4-FFF2-40B4-BE49-F238E27FC236}">
                <a16:creationId xmlns:a16="http://schemas.microsoft.com/office/drawing/2014/main" id="{50C22C08-C12B-6641-7400-B18E502851AE}"/>
              </a:ext>
            </a:extLst>
          </p:cNvPr>
          <p:cNvSpPr txBox="1"/>
          <p:nvPr/>
        </p:nvSpPr>
        <p:spPr>
          <a:xfrm>
            <a:off x="8842916" y="2460255"/>
            <a:ext cx="136099" cy="302955"/>
          </a:xfrm>
          <a:prstGeom prst="ellipse">
            <a:avLst/>
          </a:prstGeom>
        </p:spPr>
        <p:txBody>
          <a:bodyPr vert="horz" wrap="square" lIns="0" tIns="0" rIns="0" bIns="0" rtlCol="0">
            <a:spAutoFit/>
          </a:bodyPr>
          <a:lstStyle/>
          <a:p>
            <a:pPr marL="12700"/>
            <a:r>
              <a:rPr sz="1400" dirty="0">
                <a:latin typeface="Verdana (Body)"/>
                <a:cs typeface="Calibri"/>
              </a:rPr>
              <a:t>E</a:t>
            </a:r>
          </a:p>
        </p:txBody>
      </p:sp>
      <p:sp>
        <p:nvSpPr>
          <p:cNvPr id="9" name="object 14">
            <a:extLst>
              <a:ext uri="{FF2B5EF4-FFF2-40B4-BE49-F238E27FC236}">
                <a16:creationId xmlns:a16="http://schemas.microsoft.com/office/drawing/2014/main" id="{A0127C6C-AF4E-2AC4-EF5A-43135DF0690B}"/>
              </a:ext>
            </a:extLst>
          </p:cNvPr>
          <p:cNvSpPr/>
          <p:nvPr/>
        </p:nvSpPr>
        <p:spPr>
          <a:xfrm>
            <a:off x="8327833" y="2967141"/>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0" name="object 15">
            <a:extLst>
              <a:ext uri="{FF2B5EF4-FFF2-40B4-BE49-F238E27FC236}">
                <a16:creationId xmlns:a16="http://schemas.microsoft.com/office/drawing/2014/main" id="{4B041EDC-646E-0B86-F2E9-707785BF058B}"/>
              </a:ext>
            </a:extLst>
          </p:cNvPr>
          <p:cNvSpPr txBox="1"/>
          <p:nvPr/>
        </p:nvSpPr>
        <p:spPr>
          <a:xfrm>
            <a:off x="8456230" y="3015909"/>
            <a:ext cx="148700" cy="302955"/>
          </a:xfrm>
          <a:prstGeom prst="ellipse">
            <a:avLst/>
          </a:prstGeom>
        </p:spPr>
        <p:txBody>
          <a:bodyPr vert="horz" wrap="square" lIns="0" tIns="0" rIns="0" bIns="0" rtlCol="0">
            <a:spAutoFit/>
          </a:bodyPr>
          <a:lstStyle/>
          <a:p>
            <a:pPr marL="12700"/>
            <a:r>
              <a:rPr sz="1400" spc="-10" dirty="0">
                <a:latin typeface="Verdana (Body)"/>
                <a:cs typeface="Calibri"/>
              </a:rPr>
              <a:t>B</a:t>
            </a:r>
            <a:endParaRPr sz="1400">
              <a:latin typeface="Verdana (Body)"/>
              <a:cs typeface="Calibri"/>
            </a:endParaRPr>
          </a:p>
        </p:txBody>
      </p:sp>
      <p:sp>
        <p:nvSpPr>
          <p:cNvPr id="11" name="object 17">
            <a:extLst>
              <a:ext uri="{FF2B5EF4-FFF2-40B4-BE49-F238E27FC236}">
                <a16:creationId xmlns:a16="http://schemas.microsoft.com/office/drawing/2014/main" id="{C2F7089F-A847-0B1D-8D8C-786721374D2C}"/>
              </a:ext>
            </a:extLst>
          </p:cNvPr>
          <p:cNvSpPr/>
          <p:nvPr/>
        </p:nvSpPr>
        <p:spPr>
          <a:xfrm>
            <a:off x="9090267" y="2967141"/>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2" name="object 18">
            <a:extLst>
              <a:ext uri="{FF2B5EF4-FFF2-40B4-BE49-F238E27FC236}">
                <a16:creationId xmlns:a16="http://schemas.microsoft.com/office/drawing/2014/main" id="{0824DCC6-ADA8-765C-207A-1033E14716B0}"/>
              </a:ext>
            </a:extLst>
          </p:cNvPr>
          <p:cNvSpPr txBox="1"/>
          <p:nvPr/>
        </p:nvSpPr>
        <p:spPr>
          <a:xfrm>
            <a:off x="9226963" y="3015909"/>
            <a:ext cx="129798" cy="302955"/>
          </a:xfrm>
          <a:prstGeom prst="ellipse">
            <a:avLst/>
          </a:prstGeom>
        </p:spPr>
        <p:txBody>
          <a:bodyPr vert="horz" wrap="square" lIns="0" tIns="0" rIns="0" bIns="0" rtlCol="0">
            <a:spAutoFit/>
          </a:bodyPr>
          <a:lstStyle/>
          <a:p>
            <a:pPr marL="12700"/>
            <a:r>
              <a:rPr sz="1400" dirty="0">
                <a:latin typeface="Verdana (Body)"/>
                <a:cs typeface="Calibri"/>
              </a:rPr>
              <a:t>F</a:t>
            </a:r>
            <a:endParaRPr sz="1400">
              <a:latin typeface="Verdana (Body)"/>
              <a:cs typeface="Calibri"/>
            </a:endParaRPr>
          </a:p>
        </p:txBody>
      </p:sp>
      <p:sp>
        <p:nvSpPr>
          <p:cNvPr id="13" name="object 20">
            <a:extLst>
              <a:ext uri="{FF2B5EF4-FFF2-40B4-BE49-F238E27FC236}">
                <a16:creationId xmlns:a16="http://schemas.microsoft.com/office/drawing/2014/main" id="{725FB027-4907-0B46-EBE2-72D7F4991E1B}"/>
              </a:ext>
            </a:extLst>
          </p:cNvPr>
          <p:cNvSpPr/>
          <p:nvPr/>
        </p:nvSpPr>
        <p:spPr>
          <a:xfrm>
            <a:off x="10233905" y="2411487"/>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4" name="object 21">
            <a:extLst>
              <a:ext uri="{FF2B5EF4-FFF2-40B4-BE49-F238E27FC236}">
                <a16:creationId xmlns:a16="http://schemas.microsoft.com/office/drawing/2014/main" id="{55C59D33-4B43-09F5-21BE-9980FA77E6F9}"/>
              </a:ext>
            </a:extLst>
          </p:cNvPr>
          <p:cNvSpPr txBox="1"/>
          <p:nvPr/>
        </p:nvSpPr>
        <p:spPr>
          <a:xfrm>
            <a:off x="10374444" y="2460255"/>
            <a:ext cx="120977" cy="302955"/>
          </a:xfrm>
          <a:prstGeom prst="ellipse">
            <a:avLst/>
          </a:prstGeom>
        </p:spPr>
        <p:txBody>
          <a:bodyPr vert="horz" wrap="square" lIns="0" tIns="0" rIns="0" bIns="0" rtlCol="0">
            <a:spAutoFit/>
          </a:bodyPr>
          <a:lstStyle/>
          <a:p>
            <a:pPr marL="12700"/>
            <a:r>
              <a:rPr sz="1400" dirty="0">
                <a:latin typeface="Verdana (Body)"/>
                <a:cs typeface="Calibri"/>
              </a:rPr>
              <a:t>L</a:t>
            </a:r>
            <a:endParaRPr sz="1400">
              <a:latin typeface="Verdana (Body)"/>
              <a:cs typeface="Calibri"/>
            </a:endParaRPr>
          </a:p>
        </p:txBody>
      </p:sp>
      <p:sp>
        <p:nvSpPr>
          <p:cNvPr id="15" name="object 23">
            <a:extLst>
              <a:ext uri="{FF2B5EF4-FFF2-40B4-BE49-F238E27FC236}">
                <a16:creationId xmlns:a16="http://schemas.microsoft.com/office/drawing/2014/main" id="{5C85B865-31EF-6815-44D1-2C067DC336E7}"/>
              </a:ext>
            </a:extLst>
          </p:cNvPr>
          <p:cNvSpPr/>
          <p:nvPr/>
        </p:nvSpPr>
        <p:spPr>
          <a:xfrm>
            <a:off x="9852701" y="2967141"/>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6" name="object 24">
            <a:extLst>
              <a:ext uri="{FF2B5EF4-FFF2-40B4-BE49-F238E27FC236}">
                <a16:creationId xmlns:a16="http://schemas.microsoft.com/office/drawing/2014/main" id="{2BB06242-D713-992F-FDE0-A24D658C72F4}"/>
              </a:ext>
            </a:extLst>
          </p:cNvPr>
          <p:cNvSpPr txBox="1"/>
          <p:nvPr/>
        </p:nvSpPr>
        <p:spPr>
          <a:xfrm>
            <a:off x="10003230" y="3015909"/>
            <a:ext cx="97664" cy="302955"/>
          </a:xfrm>
          <a:prstGeom prst="ellipse">
            <a:avLst/>
          </a:prstGeom>
        </p:spPr>
        <p:txBody>
          <a:bodyPr vert="horz" wrap="square" lIns="0" tIns="0" rIns="0" bIns="0" rtlCol="0">
            <a:spAutoFit/>
          </a:bodyPr>
          <a:lstStyle/>
          <a:p>
            <a:pPr marL="12700"/>
            <a:r>
              <a:rPr sz="1400" spc="-10" dirty="0">
                <a:latin typeface="Verdana (Body)"/>
                <a:cs typeface="Calibri"/>
              </a:rPr>
              <a:t>J</a:t>
            </a:r>
            <a:endParaRPr sz="1400">
              <a:latin typeface="Verdana (Body)"/>
              <a:cs typeface="Calibri"/>
            </a:endParaRPr>
          </a:p>
        </p:txBody>
      </p:sp>
      <p:sp>
        <p:nvSpPr>
          <p:cNvPr id="17" name="object 26">
            <a:extLst>
              <a:ext uri="{FF2B5EF4-FFF2-40B4-BE49-F238E27FC236}">
                <a16:creationId xmlns:a16="http://schemas.microsoft.com/office/drawing/2014/main" id="{7A60C32A-6BEE-8D6D-C99E-A534E725B707}"/>
              </a:ext>
            </a:extLst>
          </p:cNvPr>
          <p:cNvSpPr/>
          <p:nvPr/>
        </p:nvSpPr>
        <p:spPr>
          <a:xfrm>
            <a:off x="10615109" y="2967141"/>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18" name="object 27">
            <a:extLst>
              <a:ext uri="{FF2B5EF4-FFF2-40B4-BE49-F238E27FC236}">
                <a16:creationId xmlns:a16="http://schemas.microsoft.com/office/drawing/2014/main" id="{78ABBA0C-043C-6AFA-F5D9-678042974F75}"/>
              </a:ext>
            </a:extLst>
          </p:cNvPr>
          <p:cNvSpPr txBox="1"/>
          <p:nvPr/>
        </p:nvSpPr>
        <p:spPr>
          <a:xfrm>
            <a:off x="10712899" y="3015909"/>
            <a:ext cx="219269" cy="302955"/>
          </a:xfrm>
          <a:prstGeom prst="ellipse">
            <a:avLst/>
          </a:prstGeom>
        </p:spPr>
        <p:txBody>
          <a:bodyPr vert="horz" wrap="square" lIns="0" tIns="0" rIns="0" bIns="0" rtlCol="0">
            <a:spAutoFit/>
          </a:bodyPr>
          <a:lstStyle/>
          <a:p>
            <a:pPr marL="12700"/>
            <a:r>
              <a:rPr sz="1400" spc="-20" dirty="0">
                <a:latin typeface="Verdana (Body)"/>
                <a:cs typeface="Calibri"/>
              </a:rPr>
              <a:t>M</a:t>
            </a:r>
            <a:endParaRPr sz="1400">
              <a:latin typeface="Verdana (Body)"/>
              <a:cs typeface="Calibri"/>
            </a:endParaRPr>
          </a:p>
        </p:txBody>
      </p:sp>
      <p:sp>
        <p:nvSpPr>
          <p:cNvPr id="19" name="object 47">
            <a:extLst>
              <a:ext uri="{FF2B5EF4-FFF2-40B4-BE49-F238E27FC236}">
                <a16:creationId xmlns:a16="http://schemas.microsoft.com/office/drawing/2014/main" id="{A787F590-DA8D-BA42-4422-6A5EC15BD719}"/>
              </a:ext>
            </a:extLst>
          </p:cNvPr>
          <p:cNvSpPr/>
          <p:nvPr/>
        </p:nvSpPr>
        <p:spPr>
          <a:xfrm>
            <a:off x="9209061" y="3557710"/>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0" name="object 48">
            <a:extLst>
              <a:ext uri="{FF2B5EF4-FFF2-40B4-BE49-F238E27FC236}">
                <a16:creationId xmlns:a16="http://schemas.microsoft.com/office/drawing/2014/main" id="{9AAA75BC-A1E2-F51B-8DFE-24EF233C2A82}"/>
              </a:ext>
            </a:extLst>
          </p:cNvPr>
          <p:cNvSpPr txBox="1"/>
          <p:nvPr/>
        </p:nvSpPr>
        <p:spPr>
          <a:xfrm>
            <a:off x="9328898" y="3606478"/>
            <a:ext cx="168863" cy="302955"/>
          </a:xfrm>
          <a:prstGeom prst="ellipse">
            <a:avLst/>
          </a:prstGeom>
        </p:spPr>
        <p:txBody>
          <a:bodyPr vert="horz" wrap="square" lIns="0" tIns="0" rIns="0" bIns="0" rtlCol="0">
            <a:spAutoFit/>
          </a:bodyPr>
          <a:lstStyle/>
          <a:p>
            <a:pPr marL="12700"/>
            <a:r>
              <a:rPr sz="1400" spc="-15" dirty="0">
                <a:latin typeface="Verdana (Body)"/>
                <a:cs typeface="Calibri"/>
              </a:rPr>
              <a:t>G</a:t>
            </a:r>
            <a:endParaRPr sz="1400" dirty="0">
              <a:latin typeface="Verdana (Body)"/>
              <a:cs typeface="Calibri"/>
            </a:endParaRPr>
          </a:p>
        </p:txBody>
      </p:sp>
      <p:sp>
        <p:nvSpPr>
          <p:cNvPr id="21" name="object 50">
            <a:extLst>
              <a:ext uri="{FF2B5EF4-FFF2-40B4-BE49-F238E27FC236}">
                <a16:creationId xmlns:a16="http://schemas.microsoft.com/office/drawing/2014/main" id="{7A3C3A01-D94E-7271-18DB-AD28815BFD8C}"/>
              </a:ext>
            </a:extLst>
          </p:cNvPr>
          <p:cNvSpPr/>
          <p:nvPr/>
        </p:nvSpPr>
        <p:spPr>
          <a:xfrm>
            <a:off x="10238683" y="35620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2" name="object 51">
            <a:extLst>
              <a:ext uri="{FF2B5EF4-FFF2-40B4-BE49-F238E27FC236}">
                <a16:creationId xmlns:a16="http://schemas.microsoft.com/office/drawing/2014/main" id="{F4C79D19-E665-0A38-9A24-435FD6509DE4}"/>
              </a:ext>
            </a:extLst>
          </p:cNvPr>
          <p:cNvSpPr txBox="1"/>
          <p:nvPr/>
        </p:nvSpPr>
        <p:spPr>
          <a:xfrm>
            <a:off x="10369482" y="3610847"/>
            <a:ext cx="143659" cy="302955"/>
          </a:xfrm>
          <a:prstGeom prst="ellipse">
            <a:avLst/>
          </a:prstGeom>
        </p:spPr>
        <p:txBody>
          <a:bodyPr vert="horz" wrap="square" lIns="0" tIns="0" rIns="0" bIns="0" rtlCol="0">
            <a:spAutoFit/>
          </a:bodyPr>
          <a:lstStyle/>
          <a:p>
            <a:pPr marL="12700"/>
            <a:r>
              <a:rPr sz="1400" spc="-10" dirty="0">
                <a:latin typeface="Verdana (Body)"/>
                <a:cs typeface="Calibri"/>
              </a:rPr>
              <a:t>K</a:t>
            </a:r>
            <a:endParaRPr sz="1400" dirty="0">
              <a:latin typeface="Verdana (Body)"/>
              <a:cs typeface="Calibri"/>
            </a:endParaRPr>
          </a:p>
        </p:txBody>
      </p:sp>
      <p:sp>
        <p:nvSpPr>
          <p:cNvPr id="23" name="object 59">
            <a:extLst>
              <a:ext uri="{FF2B5EF4-FFF2-40B4-BE49-F238E27FC236}">
                <a16:creationId xmlns:a16="http://schemas.microsoft.com/office/drawing/2014/main" id="{D52A63AD-8EBB-0627-4DED-18696B79C3FC}"/>
              </a:ext>
            </a:extLst>
          </p:cNvPr>
          <p:cNvSpPr/>
          <p:nvPr/>
        </p:nvSpPr>
        <p:spPr>
          <a:xfrm>
            <a:off x="9714464" y="35620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4" name="object 60">
            <a:extLst>
              <a:ext uri="{FF2B5EF4-FFF2-40B4-BE49-F238E27FC236}">
                <a16:creationId xmlns:a16="http://schemas.microsoft.com/office/drawing/2014/main" id="{9CB95060-24E8-50D9-1858-0075801A7E94}"/>
              </a:ext>
            </a:extLst>
          </p:cNvPr>
          <p:cNvSpPr txBox="1"/>
          <p:nvPr/>
        </p:nvSpPr>
        <p:spPr>
          <a:xfrm>
            <a:off x="9871591" y="3610847"/>
            <a:ext cx="82541" cy="302955"/>
          </a:xfrm>
          <a:prstGeom prst="ellipse">
            <a:avLst/>
          </a:prstGeom>
        </p:spPr>
        <p:txBody>
          <a:bodyPr vert="horz" wrap="square" lIns="0" tIns="0" rIns="0" bIns="0" rtlCol="0">
            <a:spAutoFit/>
          </a:bodyPr>
          <a:lstStyle/>
          <a:p>
            <a:pPr marL="12700"/>
            <a:r>
              <a:rPr sz="1400" spc="-5" dirty="0">
                <a:latin typeface="Verdana (Body)"/>
                <a:cs typeface="Calibri"/>
              </a:rPr>
              <a:t>I</a:t>
            </a:r>
            <a:endParaRPr sz="1400" dirty="0">
              <a:latin typeface="Verdana (Body)"/>
              <a:cs typeface="Calibri"/>
            </a:endParaRPr>
          </a:p>
        </p:txBody>
      </p:sp>
      <p:sp>
        <p:nvSpPr>
          <p:cNvPr id="25" name="object 65">
            <a:extLst>
              <a:ext uri="{FF2B5EF4-FFF2-40B4-BE49-F238E27FC236}">
                <a16:creationId xmlns:a16="http://schemas.microsoft.com/office/drawing/2014/main" id="{70F0E8DE-CEBF-2972-DBE4-154C3A6A9DE7}"/>
              </a:ext>
            </a:extLst>
          </p:cNvPr>
          <p:cNvSpPr/>
          <p:nvPr/>
        </p:nvSpPr>
        <p:spPr>
          <a:xfrm>
            <a:off x="8585809" y="35620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6" name="object 66">
            <a:extLst>
              <a:ext uri="{FF2B5EF4-FFF2-40B4-BE49-F238E27FC236}">
                <a16:creationId xmlns:a16="http://schemas.microsoft.com/office/drawing/2014/main" id="{10DCD69F-5AF0-3DE4-A4C8-2F0413D5E92A}"/>
              </a:ext>
            </a:extLst>
          </p:cNvPr>
          <p:cNvSpPr txBox="1"/>
          <p:nvPr/>
        </p:nvSpPr>
        <p:spPr>
          <a:xfrm>
            <a:off x="8715252" y="3610847"/>
            <a:ext cx="146180" cy="302955"/>
          </a:xfrm>
          <a:prstGeom prst="ellipse">
            <a:avLst/>
          </a:prstGeom>
        </p:spPr>
        <p:txBody>
          <a:bodyPr vert="horz" wrap="square" lIns="0" tIns="0" rIns="0" bIns="0" rtlCol="0">
            <a:spAutoFit/>
          </a:bodyPr>
          <a:lstStyle/>
          <a:p>
            <a:pPr marL="12700"/>
            <a:r>
              <a:rPr sz="1400" dirty="0">
                <a:latin typeface="Verdana (Body)"/>
                <a:cs typeface="Calibri"/>
              </a:rPr>
              <a:t>C</a:t>
            </a:r>
            <a:endParaRPr sz="1400">
              <a:latin typeface="Verdana (Body)"/>
              <a:cs typeface="Calibri"/>
            </a:endParaRPr>
          </a:p>
        </p:txBody>
      </p:sp>
      <p:sp>
        <p:nvSpPr>
          <p:cNvPr id="27" name="object 71">
            <a:extLst>
              <a:ext uri="{FF2B5EF4-FFF2-40B4-BE49-F238E27FC236}">
                <a16:creationId xmlns:a16="http://schemas.microsoft.com/office/drawing/2014/main" id="{15C36986-014D-F6B2-CBFE-5647470E0EDE}"/>
              </a:ext>
            </a:extLst>
          </p:cNvPr>
          <p:cNvSpPr/>
          <p:nvPr/>
        </p:nvSpPr>
        <p:spPr>
          <a:xfrm>
            <a:off x="8061591" y="35620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28" name="object 72">
            <a:extLst>
              <a:ext uri="{FF2B5EF4-FFF2-40B4-BE49-F238E27FC236}">
                <a16:creationId xmlns:a16="http://schemas.microsoft.com/office/drawing/2014/main" id="{25B84B6B-0A22-E5A2-FB7F-41DB017E6BA8}"/>
              </a:ext>
            </a:extLst>
          </p:cNvPr>
          <p:cNvSpPr txBox="1"/>
          <p:nvPr/>
        </p:nvSpPr>
        <p:spPr>
          <a:xfrm>
            <a:off x="8186561" y="3610847"/>
            <a:ext cx="156892" cy="302955"/>
          </a:xfrm>
          <a:prstGeom prst="ellipse">
            <a:avLst/>
          </a:prstGeom>
        </p:spPr>
        <p:txBody>
          <a:bodyPr vert="horz" wrap="square" lIns="0" tIns="0" rIns="0" bIns="0" rtlCol="0">
            <a:spAutoFit/>
          </a:bodyPr>
          <a:lstStyle/>
          <a:p>
            <a:pPr marL="12700"/>
            <a:r>
              <a:rPr sz="1400" spc="-15" dirty="0">
                <a:latin typeface="Verdana (Body)"/>
                <a:cs typeface="Calibri"/>
              </a:rPr>
              <a:t>A</a:t>
            </a:r>
            <a:endParaRPr sz="1400">
              <a:latin typeface="Verdana (Body)"/>
              <a:cs typeface="Calibri"/>
            </a:endParaRPr>
          </a:p>
        </p:txBody>
      </p:sp>
      <p:sp>
        <p:nvSpPr>
          <p:cNvPr id="29" name="object 77">
            <a:extLst>
              <a:ext uri="{FF2B5EF4-FFF2-40B4-BE49-F238E27FC236}">
                <a16:creationId xmlns:a16="http://schemas.microsoft.com/office/drawing/2014/main" id="{BEE135E4-2F03-CEB0-3518-5B4862B6105C}"/>
              </a:ext>
            </a:extLst>
          </p:cNvPr>
          <p:cNvSpPr/>
          <p:nvPr/>
        </p:nvSpPr>
        <p:spPr>
          <a:xfrm>
            <a:off x="8776424" y="4156979"/>
            <a:ext cx="439800" cy="379801"/>
          </a:xfrm>
          <a:prstGeom prst="ellipse">
            <a:avLst/>
          </a:prstGeom>
          <a:ln w="25399">
            <a:solidFill>
              <a:srgbClr val="BD0000"/>
            </a:solidFill>
          </a:ln>
        </p:spPr>
        <p:txBody>
          <a:bodyPr wrap="square" lIns="0" tIns="0" rIns="0" bIns="0" rtlCol="0"/>
          <a:lstStyle/>
          <a:p>
            <a:endParaRPr sz="1400">
              <a:latin typeface="Verdana (Body)"/>
            </a:endParaRPr>
          </a:p>
        </p:txBody>
      </p:sp>
      <p:sp>
        <p:nvSpPr>
          <p:cNvPr id="30" name="object 78">
            <a:extLst>
              <a:ext uri="{FF2B5EF4-FFF2-40B4-BE49-F238E27FC236}">
                <a16:creationId xmlns:a16="http://schemas.microsoft.com/office/drawing/2014/main" id="{F4F09B6A-AE1A-2A34-C4E2-EF0D7CC92839}"/>
              </a:ext>
            </a:extLst>
          </p:cNvPr>
          <p:cNvSpPr txBox="1"/>
          <p:nvPr/>
        </p:nvSpPr>
        <p:spPr>
          <a:xfrm>
            <a:off x="8897793" y="4200757"/>
            <a:ext cx="165083" cy="302955"/>
          </a:xfrm>
          <a:prstGeom prst="ellipse">
            <a:avLst/>
          </a:prstGeom>
        </p:spPr>
        <p:txBody>
          <a:bodyPr vert="horz" wrap="square" lIns="0" tIns="0" rIns="0" bIns="0" rtlCol="0">
            <a:spAutoFit/>
          </a:bodyPr>
          <a:lstStyle/>
          <a:p>
            <a:pPr marL="12700"/>
            <a:r>
              <a:rPr sz="1400" dirty="0">
                <a:latin typeface="Verdana (Body)"/>
                <a:cs typeface="Calibri"/>
              </a:rPr>
              <a:t>D</a:t>
            </a:r>
            <a:endParaRPr sz="1400">
              <a:latin typeface="Verdana (Body)"/>
              <a:cs typeface="Calibri"/>
            </a:endParaRPr>
          </a:p>
        </p:txBody>
      </p:sp>
      <p:cxnSp>
        <p:nvCxnSpPr>
          <p:cNvPr id="31" name="直接箭头连接符 110">
            <a:extLst>
              <a:ext uri="{FF2B5EF4-FFF2-40B4-BE49-F238E27FC236}">
                <a16:creationId xmlns:a16="http://schemas.microsoft.com/office/drawing/2014/main" id="{E53E4458-4300-A6C2-F276-ACE6A1D42286}"/>
              </a:ext>
            </a:extLst>
          </p:cNvPr>
          <p:cNvCxnSpPr>
            <a:stCxn id="5" idx="5"/>
            <a:endCxn id="13" idx="1"/>
          </p:cNvCxnSpPr>
          <p:nvPr/>
        </p:nvCxnSpPr>
        <p:spPr>
          <a:xfrm>
            <a:off x="9846865" y="2255639"/>
            <a:ext cx="451449" cy="2114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111">
            <a:extLst>
              <a:ext uri="{FF2B5EF4-FFF2-40B4-BE49-F238E27FC236}">
                <a16:creationId xmlns:a16="http://schemas.microsoft.com/office/drawing/2014/main" id="{8B3E4224-8D70-24F5-B37F-D340F8EB9ABC}"/>
              </a:ext>
            </a:extLst>
          </p:cNvPr>
          <p:cNvCxnSpPr>
            <a:stCxn id="5" idx="3"/>
            <a:endCxn id="7" idx="7"/>
          </p:cNvCxnSpPr>
          <p:nvPr/>
        </p:nvCxnSpPr>
        <p:spPr>
          <a:xfrm flipH="1">
            <a:off x="9084457" y="2255639"/>
            <a:ext cx="451423" cy="2114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112">
            <a:extLst>
              <a:ext uri="{FF2B5EF4-FFF2-40B4-BE49-F238E27FC236}">
                <a16:creationId xmlns:a16="http://schemas.microsoft.com/office/drawing/2014/main" id="{A0524583-BEFE-6F31-42D4-C65D73055BFA}"/>
              </a:ext>
            </a:extLst>
          </p:cNvPr>
          <p:cNvCxnSpPr>
            <a:stCxn id="7" idx="4"/>
            <a:endCxn id="9" idx="7"/>
          </p:cNvCxnSpPr>
          <p:nvPr/>
        </p:nvCxnSpPr>
        <p:spPr>
          <a:xfrm flipH="1">
            <a:off x="8703226" y="2791287"/>
            <a:ext cx="225739" cy="2314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113">
            <a:extLst>
              <a:ext uri="{FF2B5EF4-FFF2-40B4-BE49-F238E27FC236}">
                <a16:creationId xmlns:a16="http://schemas.microsoft.com/office/drawing/2014/main" id="{4E879466-B051-E8E1-8395-74094E4CE598}"/>
              </a:ext>
            </a:extLst>
          </p:cNvPr>
          <p:cNvCxnSpPr>
            <a:stCxn id="13" idx="3"/>
            <a:endCxn id="15" idx="0"/>
          </p:cNvCxnSpPr>
          <p:nvPr/>
        </p:nvCxnSpPr>
        <p:spPr>
          <a:xfrm flipH="1">
            <a:off x="10072602" y="2735666"/>
            <a:ext cx="225711" cy="2314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114">
            <a:extLst>
              <a:ext uri="{FF2B5EF4-FFF2-40B4-BE49-F238E27FC236}">
                <a16:creationId xmlns:a16="http://schemas.microsoft.com/office/drawing/2014/main" id="{56C702C0-BCC0-4CF9-49DF-08E851B35034}"/>
              </a:ext>
            </a:extLst>
          </p:cNvPr>
          <p:cNvCxnSpPr>
            <a:stCxn id="7" idx="4"/>
            <a:endCxn id="11" idx="1"/>
          </p:cNvCxnSpPr>
          <p:nvPr/>
        </p:nvCxnSpPr>
        <p:spPr>
          <a:xfrm>
            <a:off x="8928965" y="2791287"/>
            <a:ext cx="225711" cy="2314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115">
            <a:extLst>
              <a:ext uri="{FF2B5EF4-FFF2-40B4-BE49-F238E27FC236}">
                <a16:creationId xmlns:a16="http://schemas.microsoft.com/office/drawing/2014/main" id="{B1B0B85E-EE39-9757-D6B3-7D0FC1EB172E}"/>
              </a:ext>
            </a:extLst>
          </p:cNvPr>
          <p:cNvCxnSpPr>
            <a:stCxn id="13" idx="5"/>
            <a:endCxn id="17" idx="0"/>
          </p:cNvCxnSpPr>
          <p:nvPr/>
        </p:nvCxnSpPr>
        <p:spPr>
          <a:xfrm>
            <a:off x="10609297" y="2735666"/>
            <a:ext cx="225712" cy="2314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116">
            <a:extLst>
              <a:ext uri="{FF2B5EF4-FFF2-40B4-BE49-F238E27FC236}">
                <a16:creationId xmlns:a16="http://schemas.microsoft.com/office/drawing/2014/main" id="{35C93651-7C63-3152-E5DD-DF28B7060CBD}"/>
              </a:ext>
            </a:extLst>
          </p:cNvPr>
          <p:cNvCxnSpPr>
            <a:stCxn id="9" idx="4"/>
            <a:endCxn id="25" idx="0"/>
          </p:cNvCxnSpPr>
          <p:nvPr/>
        </p:nvCxnSpPr>
        <p:spPr>
          <a:xfrm>
            <a:off x="8547733" y="3346941"/>
            <a:ext cx="257976" cy="2151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117">
            <a:extLst>
              <a:ext uri="{FF2B5EF4-FFF2-40B4-BE49-F238E27FC236}">
                <a16:creationId xmlns:a16="http://schemas.microsoft.com/office/drawing/2014/main" id="{36E2831C-8836-40F9-0F96-F453BC9ED397}"/>
              </a:ext>
            </a:extLst>
          </p:cNvPr>
          <p:cNvCxnSpPr>
            <a:stCxn id="9" idx="4"/>
            <a:endCxn id="27" idx="0"/>
          </p:cNvCxnSpPr>
          <p:nvPr/>
        </p:nvCxnSpPr>
        <p:spPr>
          <a:xfrm flipH="1">
            <a:off x="8281492" y="3346941"/>
            <a:ext cx="266242" cy="2151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118">
            <a:extLst>
              <a:ext uri="{FF2B5EF4-FFF2-40B4-BE49-F238E27FC236}">
                <a16:creationId xmlns:a16="http://schemas.microsoft.com/office/drawing/2014/main" id="{251DBAF7-2D21-0282-720A-AE4E75312438}"/>
              </a:ext>
            </a:extLst>
          </p:cNvPr>
          <p:cNvCxnSpPr>
            <a:stCxn id="15" idx="4"/>
            <a:endCxn id="23" idx="0"/>
          </p:cNvCxnSpPr>
          <p:nvPr/>
        </p:nvCxnSpPr>
        <p:spPr>
          <a:xfrm flipH="1">
            <a:off x="9934365" y="3346941"/>
            <a:ext cx="138236" cy="2151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119">
            <a:extLst>
              <a:ext uri="{FF2B5EF4-FFF2-40B4-BE49-F238E27FC236}">
                <a16:creationId xmlns:a16="http://schemas.microsoft.com/office/drawing/2014/main" id="{5909683B-C32C-3AAF-225B-5A35B086E3C8}"/>
              </a:ext>
            </a:extLst>
          </p:cNvPr>
          <p:cNvCxnSpPr>
            <a:stCxn id="11" idx="4"/>
            <a:endCxn id="19" idx="0"/>
          </p:cNvCxnSpPr>
          <p:nvPr/>
        </p:nvCxnSpPr>
        <p:spPr>
          <a:xfrm>
            <a:off x="9310168" y="3346941"/>
            <a:ext cx="118794" cy="2107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120">
            <a:extLst>
              <a:ext uri="{FF2B5EF4-FFF2-40B4-BE49-F238E27FC236}">
                <a16:creationId xmlns:a16="http://schemas.microsoft.com/office/drawing/2014/main" id="{1097D733-BECA-0082-005D-01A4C4F471A1}"/>
              </a:ext>
            </a:extLst>
          </p:cNvPr>
          <p:cNvCxnSpPr>
            <a:stCxn id="15" idx="4"/>
            <a:endCxn id="21" idx="0"/>
          </p:cNvCxnSpPr>
          <p:nvPr/>
        </p:nvCxnSpPr>
        <p:spPr>
          <a:xfrm>
            <a:off x="10072601" y="3346941"/>
            <a:ext cx="385982" cy="2151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121">
            <a:extLst>
              <a:ext uri="{FF2B5EF4-FFF2-40B4-BE49-F238E27FC236}">
                <a16:creationId xmlns:a16="http://schemas.microsoft.com/office/drawing/2014/main" id="{9D65B164-345E-6B87-20D8-875DEB77D420}"/>
              </a:ext>
            </a:extLst>
          </p:cNvPr>
          <p:cNvCxnSpPr>
            <a:stCxn id="25" idx="4"/>
            <a:endCxn id="29" idx="0"/>
          </p:cNvCxnSpPr>
          <p:nvPr/>
        </p:nvCxnSpPr>
        <p:spPr>
          <a:xfrm>
            <a:off x="8805710" y="3941879"/>
            <a:ext cx="190615" cy="2150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文本框 122">
            <a:extLst>
              <a:ext uri="{FF2B5EF4-FFF2-40B4-BE49-F238E27FC236}">
                <a16:creationId xmlns:a16="http://schemas.microsoft.com/office/drawing/2014/main" id="{5F029A49-0BF9-16C2-C117-901F4EAA3E9F}"/>
              </a:ext>
            </a:extLst>
          </p:cNvPr>
          <p:cNvSpPr txBox="1"/>
          <p:nvPr/>
        </p:nvSpPr>
        <p:spPr>
          <a:xfrm>
            <a:off x="7859422" y="3618343"/>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44" name="文本框 123">
            <a:extLst>
              <a:ext uri="{FF2B5EF4-FFF2-40B4-BE49-F238E27FC236}">
                <a16:creationId xmlns:a16="http://schemas.microsoft.com/office/drawing/2014/main" id="{311BF73A-D802-E845-B8CA-F57A2FC69348}"/>
              </a:ext>
            </a:extLst>
          </p:cNvPr>
          <p:cNvSpPr txBox="1"/>
          <p:nvPr/>
        </p:nvSpPr>
        <p:spPr>
          <a:xfrm>
            <a:off x="8557840" y="4218812"/>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45" name="文本框 124">
            <a:extLst>
              <a:ext uri="{FF2B5EF4-FFF2-40B4-BE49-F238E27FC236}">
                <a16:creationId xmlns:a16="http://schemas.microsoft.com/office/drawing/2014/main" id="{B9520172-869D-2553-CE48-B5E7E768FC01}"/>
              </a:ext>
            </a:extLst>
          </p:cNvPr>
          <p:cNvSpPr txBox="1"/>
          <p:nvPr/>
        </p:nvSpPr>
        <p:spPr>
          <a:xfrm>
            <a:off x="7500160" y="4258984"/>
            <a:ext cx="426038" cy="307777"/>
          </a:xfrm>
          <a:prstGeom prst="rect">
            <a:avLst/>
          </a:prstGeom>
          <a:noFill/>
        </p:spPr>
        <p:txBody>
          <a:bodyPr wrap="square" rtlCol="0">
            <a:spAutoFit/>
          </a:bodyPr>
          <a:lstStyle/>
          <a:p>
            <a:r>
              <a:rPr lang="en-US" altLang="zh-CN" sz="1400" b="1" dirty="0">
                <a:solidFill>
                  <a:srgbClr val="C00000"/>
                </a:solidFill>
                <a:latin typeface="Verdana (Body)"/>
              </a:rPr>
              <a:t>-1</a:t>
            </a:r>
            <a:endParaRPr lang="zh-CN" altLang="en-US" sz="1400" b="1" dirty="0">
              <a:solidFill>
                <a:srgbClr val="C00000"/>
              </a:solidFill>
              <a:latin typeface="Verdana (Body)"/>
            </a:endParaRPr>
          </a:p>
        </p:txBody>
      </p:sp>
      <p:sp>
        <p:nvSpPr>
          <p:cNvPr id="46" name="文本框 125">
            <a:extLst>
              <a:ext uri="{FF2B5EF4-FFF2-40B4-BE49-F238E27FC236}">
                <a16:creationId xmlns:a16="http://schemas.microsoft.com/office/drawing/2014/main" id="{DC1B533F-64E8-979E-7891-FBC1A1D3F525}"/>
              </a:ext>
            </a:extLst>
          </p:cNvPr>
          <p:cNvSpPr txBox="1"/>
          <p:nvPr/>
        </p:nvSpPr>
        <p:spPr>
          <a:xfrm>
            <a:off x="8096925" y="2947965"/>
            <a:ext cx="308970" cy="307777"/>
          </a:xfrm>
          <a:prstGeom prst="rect">
            <a:avLst/>
          </a:prstGeom>
          <a:noFill/>
        </p:spPr>
        <p:txBody>
          <a:bodyPr wrap="square" rtlCol="0">
            <a:spAutoFit/>
          </a:bodyPr>
          <a:lstStyle/>
          <a:p>
            <a:r>
              <a:rPr lang="en-US" altLang="zh-CN" sz="1400" b="1" dirty="0">
                <a:solidFill>
                  <a:srgbClr val="C00000"/>
                </a:solidFill>
                <a:latin typeface="Verdana (Body)"/>
              </a:rPr>
              <a:t>2</a:t>
            </a:r>
            <a:endParaRPr lang="zh-CN" altLang="en-US" sz="1400" b="1" dirty="0">
              <a:solidFill>
                <a:srgbClr val="C00000"/>
              </a:solidFill>
              <a:latin typeface="Verdana (Body)"/>
            </a:endParaRPr>
          </a:p>
        </p:txBody>
      </p:sp>
      <p:sp>
        <p:nvSpPr>
          <p:cNvPr id="47" name="文本框 126">
            <a:extLst>
              <a:ext uri="{FF2B5EF4-FFF2-40B4-BE49-F238E27FC236}">
                <a16:creationId xmlns:a16="http://schemas.microsoft.com/office/drawing/2014/main" id="{DDD60C1A-F9F4-DDBA-6B65-2D47B96F9741}"/>
              </a:ext>
            </a:extLst>
          </p:cNvPr>
          <p:cNvSpPr txBox="1"/>
          <p:nvPr/>
        </p:nvSpPr>
        <p:spPr>
          <a:xfrm>
            <a:off x="9035523" y="3459209"/>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48" name="文本框 127">
            <a:extLst>
              <a:ext uri="{FF2B5EF4-FFF2-40B4-BE49-F238E27FC236}">
                <a16:creationId xmlns:a16="http://schemas.microsoft.com/office/drawing/2014/main" id="{499E41BB-3BD9-56C4-0272-B1799F15C8AC}"/>
              </a:ext>
            </a:extLst>
          </p:cNvPr>
          <p:cNvSpPr txBox="1"/>
          <p:nvPr/>
        </p:nvSpPr>
        <p:spPr>
          <a:xfrm>
            <a:off x="8884841" y="2974428"/>
            <a:ext cx="308970" cy="307777"/>
          </a:xfrm>
          <a:prstGeom prst="rect">
            <a:avLst/>
          </a:prstGeom>
          <a:noFill/>
        </p:spPr>
        <p:txBody>
          <a:bodyPr wrap="square" rtlCol="0">
            <a:spAutoFit/>
          </a:bodyPr>
          <a:lstStyle/>
          <a:p>
            <a:r>
              <a:rPr lang="en-US" altLang="zh-CN" sz="1400" b="1" dirty="0">
                <a:solidFill>
                  <a:srgbClr val="C00000"/>
                </a:solidFill>
                <a:latin typeface="Verdana (Body)"/>
              </a:rPr>
              <a:t>1</a:t>
            </a:r>
            <a:endParaRPr lang="zh-CN" altLang="en-US" sz="1400" b="1" dirty="0">
              <a:solidFill>
                <a:srgbClr val="C00000"/>
              </a:solidFill>
              <a:latin typeface="Verdana (Body)"/>
            </a:endParaRPr>
          </a:p>
        </p:txBody>
      </p:sp>
      <p:sp>
        <p:nvSpPr>
          <p:cNvPr id="49" name="文本框 128">
            <a:extLst>
              <a:ext uri="{FF2B5EF4-FFF2-40B4-BE49-F238E27FC236}">
                <a16:creationId xmlns:a16="http://schemas.microsoft.com/office/drawing/2014/main" id="{5E46AA34-2040-865A-F35F-0BCA66439778}"/>
              </a:ext>
            </a:extLst>
          </p:cNvPr>
          <p:cNvSpPr txBox="1"/>
          <p:nvPr/>
        </p:nvSpPr>
        <p:spPr>
          <a:xfrm>
            <a:off x="8496406" y="2371893"/>
            <a:ext cx="308970" cy="307777"/>
          </a:xfrm>
          <a:prstGeom prst="rect">
            <a:avLst/>
          </a:prstGeom>
          <a:noFill/>
        </p:spPr>
        <p:txBody>
          <a:bodyPr wrap="square" rtlCol="0">
            <a:spAutoFit/>
          </a:bodyPr>
          <a:lstStyle/>
          <a:p>
            <a:r>
              <a:rPr lang="en-US" altLang="zh-CN" sz="1400" b="1" dirty="0">
                <a:solidFill>
                  <a:srgbClr val="C00000"/>
                </a:solidFill>
                <a:latin typeface="Verdana (Body)"/>
              </a:rPr>
              <a:t>3</a:t>
            </a:r>
            <a:endParaRPr lang="zh-CN" altLang="en-US" sz="1400" b="1" dirty="0">
              <a:solidFill>
                <a:srgbClr val="C00000"/>
              </a:solidFill>
              <a:latin typeface="Verdana (Body)"/>
            </a:endParaRPr>
          </a:p>
        </p:txBody>
      </p:sp>
      <p:sp>
        <p:nvSpPr>
          <p:cNvPr id="50" name="文本框 129">
            <a:extLst>
              <a:ext uri="{FF2B5EF4-FFF2-40B4-BE49-F238E27FC236}">
                <a16:creationId xmlns:a16="http://schemas.microsoft.com/office/drawing/2014/main" id="{8EC2DFE5-4D45-35AF-5C7C-8C0840F3A585}"/>
              </a:ext>
            </a:extLst>
          </p:cNvPr>
          <p:cNvSpPr txBox="1"/>
          <p:nvPr/>
        </p:nvSpPr>
        <p:spPr>
          <a:xfrm>
            <a:off x="9630694" y="3355932"/>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51" name="文本框 130">
            <a:extLst>
              <a:ext uri="{FF2B5EF4-FFF2-40B4-BE49-F238E27FC236}">
                <a16:creationId xmlns:a16="http://schemas.microsoft.com/office/drawing/2014/main" id="{8913DA31-D17D-EAEE-3649-BF00AABB340E}"/>
              </a:ext>
            </a:extLst>
          </p:cNvPr>
          <p:cNvSpPr txBox="1"/>
          <p:nvPr/>
        </p:nvSpPr>
        <p:spPr>
          <a:xfrm>
            <a:off x="10107204" y="3419469"/>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52" name="文本框 131">
            <a:extLst>
              <a:ext uri="{FF2B5EF4-FFF2-40B4-BE49-F238E27FC236}">
                <a16:creationId xmlns:a16="http://schemas.microsoft.com/office/drawing/2014/main" id="{BCFA5946-E66F-CADF-DA56-B8E61822D253}"/>
              </a:ext>
            </a:extLst>
          </p:cNvPr>
          <p:cNvSpPr txBox="1"/>
          <p:nvPr/>
        </p:nvSpPr>
        <p:spPr>
          <a:xfrm>
            <a:off x="9660097" y="2896714"/>
            <a:ext cx="308970" cy="307777"/>
          </a:xfrm>
          <a:prstGeom prst="rect">
            <a:avLst/>
          </a:prstGeom>
          <a:noFill/>
        </p:spPr>
        <p:txBody>
          <a:bodyPr wrap="square" rtlCol="0">
            <a:spAutoFit/>
          </a:bodyPr>
          <a:lstStyle/>
          <a:p>
            <a:r>
              <a:rPr lang="en-US" altLang="zh-CN" sz="1400" b="1" dirty="0">
                <a:solidFill>
                  <a:srgbClr val="C00000"/>
                </a:solidFill>
                <a:latin typeface="Verdana (Body)"/>
              </a:rPr>
              <a:t>1</a:t>
            </a:r>
            <a:endParaRPr lang="zh-CN" altLang="en-US" sz="1400" b="1" dirty="0">
              <a:solidFill>
                <a:srgbClr val="C00000"/>
              </a:solidFill>
              <a:latin typeface="Verdana (Body)"/>
            </a:endParaRPr>
          </a:p>
        </p:txBody>
      </p:sp>
      <p:sp>
        <p:nvSpPr>
          <p:cNvPr id="53" name="文本框 132">
            <a:extLst>
              <a:ext uri="{FF2B5EF4-FFF2-40B4-BE49-F238E27FC236}">
                <a16:creationId xmlns:a16="http://schemas.microsoft.com/office/drawing/2014/main" id="{193280E3-772E-7B8E-3025-E5FB6D4F1D29}"/>
              </a:ext>
            </a:extLst>
          </p:cNvPr>
          <p:cNvSpPr txBox="1"/>
          <p:nvPr/>
        </p:nvSpPr>
        <p:spPr>
          <a:xfrm>
            <a:off x="10417925" y="2896714"/>
            <a:ext cx="308970" cy="307777"/>
          </a:xfrm>
          <a:prstGeom prst="rect">
            <a:avLst/>
          </a:prstGeom>
          <a:noFill/>
        </p:spPr>
        <p:txBody>
          <a:bodyPr wrap="square" rtlCol="0">
            <a:spAutoFit/>
          </a:bodyPr>
          <a:lstStyle/>
          <a:p>
            <a:r>
              <a:rPr lang="en-US" altLang="zh-CN" sz="1400" b="1" dirty="0">
                <a:solidFill>
                  <a:srgbClr val="C00000"/>
                </a:solidFill>
                <a:latin typeface="Verdana (Body)"/>
              </a:rPr>
              <a:t>0</a:t>
            </a:r>
            <a:endParaRPr lang="zh-CN" altLang="en-US" sz="1400" b="1" dirty="0">
              <a:solidFill>
                <a:srgbClr val="C00000"/>
              </a:solidFill>
              <a:latin typeface="Verdana (Body)"/>
            </a:endParaRPr>
          </a:p>
        </p:txBody>
      </p:sp>
      <p:sp>
        <p:nvSpPr>
          <p:cNvPr id="54" name="文本框 133">
            <a:extLst>
              <a:ext uri="{FF2B5EF4-FFF2-40B4-BE49-F238E27FC236}">
                <a16:creationId xmlns:a16="http://schemas.microsoft.com/office/drawing/2014/main" id="{C6A00649-4219-5FEA-E346-58751275809C}"/>
              </a:ext>
            </a:extLst>
          </p:cNvPr>
          <p:cNvSpPr txBox="1"/>
          <p:nvPr/>
        </p:nvSpPr>
        <p:spPr>
          <a:xfrm>
            <a:off x="10024309" y="2423317"/>
            <a:ext cx="308970" cy="307777"/>
          </a:xfrm>
          <a:prstGeom prst="rect">
            <a:avLst/>
          </a:prstGeom>
          <a:noFill/>
        </p:spPr>
        <p:txBody>
          <a:bodyPr wrap="square" rtlCol="0">
            <a:spAutoFit/>
          </a:bodyPr>
          <a:lstStyle/>
          <a:p>
            <a:r>
              <a:rPr lang="en-US" altLang="zh-CN" sz="1400" b="1" dirty="0">
                <a:solidFill>
                  <a:srgbClr val="C00000"/>
                </a:solidFill>
                <a:latin typeface="Verdana (Body)"/>
              </a:rPr>
              <a:t>2</a:t>
            </a:r>
            <a:endParaRPr lang="zh-CN" altLang="en-US" sz="1400" b="1" dirty="0">
              <a:solidFill>
                <a:srgbClr val="C00000"/>
              </a:solidFill>
              <a:latin typeface="Verdana (Body)"/>
            </a:endParaRPr>
          </a:p>
        </p:txBody>
      </p:sp>
      <p:sp>
        <p:nvSpPr>
          <p:cNvPr id="55" name="文本框 134">
            <a:extLst>
              <a:ext uri="{FF2B5EF4-FFF2-40B4-BE49-F238E27FC236}">
                <a16:creationId xmlns:a16="http://schemas.microsoft.com/office/drawing/2014/main" id="{B8D064E8-A8A8-7B57-D6BC-A7C6A5FFAE96}"/>
              </a:ext>
            </a:extLst>
          </p:cNvPr>
          <p:cNvSpPr txBox="1"/>
          <p:nvPr/>
        </p:nvSpPr>
        <p:spPr>
          <a:xfrm>
            <a:off x="9283637" y="1912674"/>
            <a:ext cx="308970" cy="307777"/>
          </a:xfrm>
          <a:prstGeom prst="rect">
            <a:avLst/>
          </a:prstGeom>
          <a:noFill/>
        </p:spPr>
        <p:txBody>
          <a:bodyPr wrap="square" rtlCol="0">
            <a:spAutoFit/>
          </a:bodyPr>
          <a:lstStyle/>
          <a:p>
            <a:r>
              <a:rPr lang="en-US" altLang="zh-CN" sz="1400" b="1" dirty="0">
                <a:solidFill>
                  <a:srgbClr val="C00000"/>
                </a:solidFill>
                <a:latin typeface="Verdana (Body)"/>
              </a:rPr>
              <a:t>4</a:t>
            </a:r>
            <a:endParaRPr lang="zh-CN" altLang="en-US" sz="1400" b="1" dirty="0">
              <a:solidFill>
                <a:srgbClr val="C00000"/>
              </a:solidFill>
              <a:latin typeface="Verdana (Body)"/>
            </a:endParaRPr>
          </a:p>
        </p:txBody>
      </p:sp>
      <p:sp>
        <p:nvSpPr>
          <p:cNvPr id="56" name="object 77">
            <a:extLst>
              <a:ext uri="{FF2B5EF4-FFF2-40B4-BE49-F238E27FC236}">
                <a16:creationId xmlns:a16="http://schemas.microsoft.com/office/drawing/2014/main" id="{E7D1B1DA-B0F5-F4F5-D0B4-3708856FF127}"/>
              </a:ext>
            </a:extLst>
          </p:cNvPr>
          <p:cNvSpPr/>
          <p:nvPr/>
        </p:nvSpPr>
        <p:spPr>
          <a:xfrm>
            <a:off x="7822471" y="4128255"/>
            <a:ext cx="426039" cy="408525"/>
          </a:xfrm>
          <a:prstGeom prst="ellipse">
            <a:avLst/>
          </a:prstGeom>
          <a:ln w="19050">
            <a:solidFill>
              <a:srgbClr val="C00000"/>
            </a:solidFill>
            <a:prstDash val="sysDash"/>
          </a:ln>
        </p:spPr>
        <p:txBody>
          <a:bodyPr wrap="square" lIns="0" tIns="0" rIns="0" bIns="0" rtlCol="0"/>
          <a:lstStyle/>
          <a:p>
            <a:endParaRPr/>
          </a:p>
        </p:txBody>
      </p:sp>
      <p:sp>
        <p:nvSpPr>
          <p:cNvPr id="57" name="TextBox 56">
            <a:extLst>
              <a:ext uri="{FF2B5EF4-FFF2-40B4-BE49-F238E27FC236}">
                <a16:creationId xmlns:a16="http://schemas.microsoft.com/office/drawing/2014/main" id="{C4D26B35-A112-23CA-6CC8-A27B9423ABE5}"/>
              </a:ext>
            </a:extLst>
          </p:cNvPr>
          <p:cNvSpPr txBox="1"/>
          <p:nvPr/>
        </p:nvSpPr>
        <p:spPr>
          <a:xfrm>
            <a:off x="919772" y="3101853"/>
            <a:ext cx="5009833" cy="2585323"/>
          </a:xfrm>
          <a:prstGeom prst="rect">
            <a:avLst/>
          </a:prstGeom>
          <a:noFill/>
          <a:ln>
            <a:solidFill>
              <a:schemeClr val="tx1"/>
            </a:solidFill>
          </a:ln>
        </p:spPr>
        <p:txBody>
          <a:bodyPr wrap="none" rtlCol="0">
            <a:spAutoFit/>
          </a:bodyPr>
          <a:lstStyle/>
          <a:p>
            <a:r>
              <a:rPr lang="en-US" dirty="0" err="1"/>
              <a:t>def</a:t>
            </a:r>
            <a:r>
              <a:rPr lang="en-US" dirty="0"/>
              <a:t> </a:t>
            </a:r>
            <a:r>
              <a:rPr lang="en-US" dirty="0" err="1"/>
              <a:t>calculate_height</a:t>
            </a:r>
            <a:r>
              <a:rPr lang="en-US" dirty="0"/>
              <a:t>(self, node):</a:t>
            </a:r>
          </a:p>
          <a:p>
            <a:r>
              <a:rPr lang="en-US" dirty="0"/>
              <a:t>        if node is None:</a:t>
            </a:r>
          </a:p>
          <a:p>
            <a:r>
              <a:rPr lang="en-US" b="1" dirty="0">
                <a:solidFill>
                  <a:srgbClr val="FF0000"/>
                </a:solidFill>
              </a:rPr>
              <a:t>            return -1  </a:t>
            </a:r>
          </a:p>
          <a:p>
            <a:br>
              <a:rPr lang="en-US" dirty="0"/>
            </a:br>
            <a:r>
              <a:rPr lang="en-US" dirty="0"/>
              <a:t>        </a:t>
            </a:r>
            <a:r>
              <a:rPr lang="en-US" dirty="0" err="1"/>
              <a:t>left_height</a:t>
            </a:r>
            <a:r>
              <a:rPr lang="en-US" dirty="0"/>
              <a:t> = </a:t>
            </a:r>
            <a:r>
              <a:rPr lang="en-US" dirty="0" err="1"/>
              <a:t>self.calculate_height</a:t>
            </a:r>
            <a:r>
              <a:rPr lang="en-US" dirty="0"/>
              <a:t>(</a:t>
            </a:r>
            <a:r>
              <a:rPr lang="en-US" dirty="0" err="1"/>
              <a:t>node.left</a:t>
            </a:r>
            <a:r>
              <a:rPr lang="en-US" dirty="0"/>
              <a:t>)</a:t>
            </a:r>
          </a:p>
          <a:p>
            <a:r>
              <a:rPr lang="en-US" dirty="0"/>
              <a:t>        </a:t>
            </a:r>
            <a:r>
              <a:rPr lang="en-US" dirty="0" err="1"/>
              <a:t>right_height</a:t>
            </a:r>
            <a:r>
              <a:rPr lang="en-US" dirty="0"/>
              <a:t> = </a:t>
            </a:r>
            <a:r>
              <a:rPr lang="en-US" dirty="0" err="1"/>
              <a:t>self.calculate_height</a:t>
            </a:r>
            <a:r>
              <a:rPr lang="en-US" dirty="0"/>
              <a:t>(</a:t>
            </a:r>
            <a:r>
              <a:rPr lang="en-US" dirty="0" err="1"/>
              <a:t>node.right</a:t>
            </a:r>
            <a:r>
              <a:rPr lang="en-US" dirty="0"/>
              <a:t>)</a:t>
            </a:r>
          </a:p>
          <a:p>
            <a:r>
              <a:rPr lang="en-US" dirty="0"/>
              <a:t>        </a:t>
            </a:r>
          </a:p>
          <a:p>
            <a:r>
              <a:rPr lang="en-US" dirty="0"/>
              <a:t>        </a:t>
            </a:r>
            <a:r>
              <a:rPr lang="en-US" b="1" dirty="0">
                <a:solidFill>
                  <a:srgbClr val="FF0000"/>
                </a:solidFill>
              </a:rPr>
              <a:t>return 1 + max(</a:t>
            </a:r>
            <a:r>
              <a:rPr lang="en-US" b="1" dirty="0" err="1">
                <a:solidFill>
                  <a:srgbClr val="FF0000"/>
                </a:solidFill>
              </a:rPr>
              <a:t>left_height</a:t>
            </a:r>
            <a:r>
              <a:rPr lang="en-US" b="1" dirty="0">
                <a:solidFill>
                  <a:srgbClr val="FF0000"/>
                </a:solidFill>
              </a:rPr>
              <a:t>, </a:t>
            </a:r>
            <a:r>
              <a:rPr lang="en-US" b="1" dirty="0" err="1">
                <a:solidFill>
                  <a:srgbClr val="FF0000"/>
                </a:solidFill>
              </a:rPr>
              <a:t>right_height</a:t>
            </a:r>
            <a:r>
              <a:rPr lang="en-US" b="1" dirty="0">
                <a:solidFill>
                  <a:srgbClr val="FF0000"/>
                </a:solidFill>
              </a:rPr>
              <a:t>)</a:t>
            </a:r>
          </a:p>
          <a:p>
            <a:endParaRPr lang="en-SG" dirty="0"/>
          </a:p>
        </p:txBody>
      </p:sp>
      <p:sp>
        <p:nvSpPr>
          <p:cNvPr id="3" name="文本框 127">
            <a:extLst>
              <a:ext uri="{FF2B5EF4-FFF2-40B4-BE49-F238E27FC236}">
                <a16:creationId xmlns:a16="http://schemas.microsoft.com/office/drawing/2014/main" id="{D45CB694-810C-ECF6-AE30-874987DD6D13}"/>
              </a:ext>
            </a:extLst>
          </p:cNvPr>
          <p:cNvSpPr txBox="1"/>
          <p:nvPr/>
        </p:nvSpPr>
        <p:spPr>
          <a:xfrm>
            <a:off x="8766290" y="3336031"/>
            <a:ext cx="308970" cy="307777"/>
          </a:xfrm>
          <a:prstGeom prst="rect">
            <a:avLst/>
          </a:prstGeom>
          <a:noFill/>
        </p:spPr>
        <p:txBody>
          <a:bodyPr wrap="square" rtlCol="0">
            <a:spAutoFit/>
          </a:bodyPr>
          <a:lstStyle/>
          <a:p>
            <a:r>
              <a:rPr lang="en-US" altLang="zh-CN" sz="1400" b="1" dirty="0">
                <a:solidFill>
                  <a:srgbClr val="C00000"/>
                </a:solidFill>
                <a:latin typeface="Verdana (Body)"/>
              </a:rPr>
              <a:t>1</a:t>
            </a:r>
            <a:endParaRPr lang="zh-CN" altLang="en-US" sz="1400" b="1" dirty="0">
              <a:solidFill>
                <a:srgbClr val="C00000"/>
              </a:solidFill>
              <a:latin typeface="Verdana (Body)"/>
            </a:endParaRPr>
          </a:p>
        </p:txBody>
      </p:sp>
    </p:spTree>
    <p:extLst>
      <p:ext uri="{BB962C8B-B14F-4D97-AF65-F5344CB8AC3E}">
        <p14:creationId xmlns:p14="http://schemas.microsoft.com/office/powerpoint/2010/main" val="6224932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p:txBody>
          <a:bodyPr/>
          <a:lstStyle/>
          <a:p>
            <a:r>
              <a:rPr lang="en-US" dirty="0"/>
              <a:t>Summary</a:t>
            </a:r>
            <a:endParaRPr lang="en-US" altLang="en-US" b="1" dirty="0">
              <a:cs typeface="Arial" panose="020B0604020202020204" pitchFamily="34" charset="0"/>
            </a:endParaRPr>
          </a:p>
        </p:txBody>
      </p:sp>
      <p:sp>
        <p:nvSpPr>
          <p:cNvPr id="6" name="Rounded Rectangle 3"/>
          <p:cNvSpPr/>
          <p:nvPr/>
        </p:nvSpPr>
        <p:spPr>
          <a:xfrm>
            <a:off x="2417928" y="1241417"/>
            <a:ext cx="7356144" cy="4872250"/>
          </a:xfrm>
          <a:prstGeom prst="roundRect">
            <a:avLst>
              <a:gd name="adj" fmla="val 6480"/>
            </a:avLst>
          </a:prstGeom>
          <a:gradFill flip="none" rotWithShape="1">
            <a:gsLst>
              <a:gs pos="0">
                <a:schemeClr val="bg1">
                  <a:lumMod val="95000"/>
                </a:schemeClr>
              </a:gs>
              <a:gs pos="100000">
                <a:schemeClr val="bg1">
                  <a:shade val="100000"/>
                  <a:satMod val="115000"/>
                </a:schemeClr>
              </a:gs>
            </a:gsLst>
            <a:lin ang="2700000" scaled="1"/>
            <a:tileRect/>
          </a:gradFill>
          <a:ln w="19050">
            <a:solidFill>
              <a:schemeClr val="bg1"/>
            </a:solidFill>
          </a:ln>
          <a:effectLst>
            <a:outerShdw blurRad="190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b="1" kern="1200">
                <a:solidFill>
                  <a:schemeClr val="lt1"/>
                </a:solidFill>
                <a:latin typeface="+mn-lt"/>
                <a:ea typeface="+mn-ea"/>
                <a:cs typeface="+mn-cs"/>
              </a:defRPr>
            </a:lvl1pPr>
            <a:lvl2pPr marL="457200" algn="l" rtl="0" eaLnBrk="0" fontAlgn="base" hangingPunct="0">
              <a:spcBef>
                <a:spcPct val="0"/>
              </a:spcBef>
              <a:spcAft>
                <a:spcPct val="0"/>
              </a:spcAft>
              <a:defRPr sz="2400" b="1" kern="1200">
                <a:solidFill>
                  <a:schemeClr val="lt1"/>
                </a:solidFill>
                <a:latin typeface="+mn-lt"/>
                <a:ea typeface="+mn-ea"/>
                <a:cs typeface="+mn-cs"/>
              </a:defRPr>
            </a:lvl2pPr>
            <a:lvl3pPr marL="914400" algn="l" rtl="0" eaLnBrk="0" fontAlgn="base" hangingPunct="0">
              <a:spcBef>
                <a:spcPct val="0"/>
              </a:spcBef>
              <a:spcAft>
                <a:spcPct val="0"/>
              </a:spcAft>
              <a:defRPr sz="2400" b="1" kern="1200">
                <a:solidFill>
                  <a:schemeClr val="lt1"/>
                </a:solidFill>
                <a:latin typeface="+mn-lt"/>
                <a:ea typeface="+mn-ea"/>
                <a:cs typeface="+mn-cs"/>
              </a:defRPr>
            </a:lvl3pPr>
            <a:lvl4pPr marL="1371600" algn="l" rtl="0" eaLnBrk="0" fontAlgn="base" hangingPunct="0">
              <a:spcBef>
                <a:spcPct val="0"/>
              </a:spcBef>
              <a:spcAft>
                <a:spcPct val="0"/>
              </a:spcAft>
              <a:defRPr sz="2400" b="1" kern="1200">
                <a:solidFill>
                  <a:schemeClr val="lt1"/>
                </a:solidFill>
                <a:latin typeface="+mn-lt"/>
                <a:ea typeface="+mn-ea"/>
                <a:cs typeface="+mn-cs"/>
              </a:defRPr>
            </a:lvl4pPr>
            <a:lvl5pPr marL="1828800" algn="l" rtl="0" eaLnBrk="0" fontAlgn="base" hangingPunct="0">
              <a:spcBef>
                <a:spcPct val="0"/>
              </a:spcBef>
              <a:spcAft>
                <a:spcPct val="0"/>
              </a:spcAft>
              <a:defRPr sz="2400" b="1" kern="1200">
                <a:solidFill>
                  <a:schemeClr val="lt1"/>
                </a:solidFill>
                <a:latin typeface="+mn-lt"/>
                <a:ea typeface="+mn-ea"/>
                <a:cs typeface="+mn-cs"/>
              </a:defRPr>
            </a:lvl5pPr>
            <a:lvl6pPr marL="2286000" algn="l" defTabSz="914400" rtl="0" eaLnBrk="1" latinLnBrk="0" hangingPunct="1">
              <a:defRPr sz="2400" b="1" kern="1200">
                <a:solidFill>
                  <a:schemeClr val="lt1"/>
                </a:solidFill>
                <a:latin typeface="+mn-lt"/>
                <a:ea typeface="+mn-ea"/>
                <a:cs typeface="+mn-cs"/>
              </a:defRPr>
            </a:lvl6pPr>
            <a:lvl7pPr marL="2743200" algn="l" defTabSz="914400" rtl="0" eaLnBrk="1" latinLnBrk="0" hangingPunct="1">
              <a:defRPr sz="2400" b="1" kern="1200">
                <a:solidFill>
                  <a:schemeClr val="lt1"/>
                </a:solidFill>
                <a:latin typeface="+mn-lt"/>
                <a:ea typeface="+mn-ea"/>
                <a:cs typeface="+mn-cs"/>
              </a:defRPr>
            </a:lvl7pPr>
            <a:lvl8pPr marL="3200400" algn="l" defTabSz="914400" rtl="0" eaLnBrk="1" latinLnBrk="0" hangingPunct="1">
              <a:defRPr sz="2400" b="1" kern="1200">
                <a:solidFill>
                  <a:schemeClr val="lt1"/>
                </a:solidFill>
                <a:latin typeface="+mn-lt"/>
                <a:ea typeface="+mn-ea"/>
                <a:cs typeface="+mn-cs"/>
              </a:defRPr>
            </a:lvl8pPr>
            <a:lvl9pPr marL="3657600" algn="l" defTabSz="914400" rtl="0" eaLnBrk="1" latinLnBrk="0" hangingPunct="1">
              <a:defRPr sz="2400" b="1" kern="1200">
                <a:solidFill>
                  <a:schemeClr val="lt1"/>
                </a:solidFill>
                <a:latin typeface="+mn-lt"/>
                <a:ea typeface="+mn-ea"/>
                <a:cs typeface="+mn-cs"/>
              </a:defRPr>
            </a:lvl9pPr>
          </a:lstStyle>
          <a:p>
            <a:pPr algn="ctr"/>
            <a:endParaRPr lang="en-US">
              <a:latin typeface="+mj-lt"/>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5262" y="5754958"/>
            <a:ext cx="3960189" cy="304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Content Placeholder 1"/>
          <p:cNvSpPr txBox="1">
            <a:spLocks/>
          </p:cNvSpPr>
          <p:nvPr/>
        </p:nvSpPr>
        <p:spPr>
          <a:xfrm>
            <a:off x="2481796" y="117876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sz="1600" dirty="0">
                <a:ea typeface="Cambria Math" panose="02040503050406030204" pitchFamily="18" charset="0"/>
                <a:cs typeface="Times New Roman" pitchFamily="18" charset="0"/>
              </a:rPr>
              <a:t>Non-linear data structures</a:t>
            </a:r>
          </a:p>
          <a:p>
            <a:pPr algn="just">
              <a:lnSpc>
                <a:spcPct val="100000"/>
              </a:lnSpc>
            </a:pPr>
            <a:r>
              <a:rPr lang="en-US" sz="1600" dirty="0">
                <a:ea typeface="Cambria Math" panose="02040503050406030204" pitchFamily="18" charset="0"/>
                <a:cs typeface="Times New Roman" pitchFamily="18" charset="0"/>
              </a:rPr>
              <a:t>Tree data structure</a:t>
            </a:r>
          </a:p>
          <a:p>
            <a:pPr lvl="1" algn="just">
              <a:lnSpc>
                <a:spcPct val="100000"/>
              </a:lnSpc>
              <a:buFont typeface=".AppleSystemUIFont" charset="-120"/>
              <a:buChar char="-"/>
            </a:pPr>
            <a:r>
              <a:rPr lang="en-US" sz="1400" dirty="0">
                <a:ea typeface="Cambria Math" panose="02040503050406030204" pitchFamily="18" charset="0"/>
                <a:cs typeface="Times New Roman" pitchFamily="18" charset="0"/>
              </a:rPr>
              <a:t>Binary trees</a:t>
            </a:r>
            <a:endParaRPr lang="en-US" sz="1600" dirty="0">
              <a:ea typeface="Cambria Math" panose="02040503050406030204" pitchFamily="18" charset="0"/>
              <a:cs typeface="Times New Roman" pitchFamily="18" charset="0"/>
            </a:endParaRPr>
          </a:p>
          <a:p>
            <a:pPr algn="just">
              <a:lnSpc>
                <a:spcPct val="100000"/>
              </a:lnSpc>
            </a:pPr>
            <a:r>
              <a:rPr lang="en-US" sz="1600" dirty="0">
                <a:ea typeface="Cambria Math" panose="02040503050406030204" pitchFamily="18" charset="0"/>
                <a:cs typeface="Times New Roman" pitchFamily="18" charset="0"/>
              </a:rPr>
              <a:t>Implement binary tree nodes in C</a:t>
            </a:r>
          </a:p>
          <a:p>
            <a:pPr>
              <a:lnSpc>
                <a:spcPct val="100000"/>
              </a:lnSpc>
            </a:pPr>
            <a:r>
              <a:rPr lang="en-SG" sz="1600" dirty="0"/>
              <a:t>Binary Tree Traversal</a:t>
            </a:r>
          </a:p>
          <a:p>
            <a:pPr>
              <a:lnSpc>
                <a:spcPct val="100000"/>
              </a:lnSpc>
            </a:pPr>
            <a:r>
              <a:rPr lang="en-SG" sz="1600" dirty="0"/>
              <a:t>Tree traversal order</a:t>
            </a:r>
          </a:p>
          <a:p>
            <a:pPr lvl="1">
              <a:lnSpc>
                <a:spcPct val="100000"/>
              </a:lnSpc>
              <a:buFont typeface="Verdana" panose="020B0604030504040204" pitchFamily="34" charset="0"/>
              <a:buChar char="-"/>
            </a:pPr>
            <a:r>
              <a:rPr lang="en-SG" sz="1400" dirty="0"/>
              <a:t>Pre-order</a:t>
            </a:r>
          </a:p>
          <a:p>
            <a:pPr lvl="1">
              <a:lnSpc>
                <a:spcPct val="100000"/>
              </a:lnSpc>
              <a:buFont typeface="Verdana" panose="020B0604030504040204" pitchFamily="34" charset="0"/>
              <a:buChar char="-"/>
            </a:pPr>
            <a:r>
              <a:rPr lang="en-SG" sz="1400" dirty="0"/>
              <a:t>In-order</a:t>
            </a:r>
          </a:p>
          <a:p>
            <a:pPr lvl="1">
              <a:lnSpc>
                <a:spcPct val="100000"/>
              </a:lnSpc>
              <a:buFont typeface="Verdana" panose="020B0604030504040204" pitchFamily="34" charset="0"/>
              <a:buChar char="-"/>
            </a:pPr>
            <a:r>
              <a:rPr lang="en-SG" sz="1400" dirty="0"/>
              <a:t>Post-order</a:t>
            </a:r>
          </a:p>
          <a:p>
            <a:pPr>
              <a:lnSpc>
                <a:spcPct val="100000"/>
              </a:lnSpc>
            </a:pPr>
            <a:r>
              <a:rPr lang="en-SG" sz="1600" dirty="0"/>
              <a:t>Application examples</a:t>
            </a:r>
          </a:p>
          <a:p>
            <a:pPr lvl="1">
              <a:lnSpc>
                <a:spcPct val="100000"/>
              </a:lnSpc>
              <a:buFont typeface="Verdana" panose="020B0604030504040204" pitchFamily="34" charset="0"/>
              <a:buChar char="-"/>
            </a:pPr>
            <a:r>
              <a:rPr lang="en-SG" sz="1400" dirty="0"/>
              <a:t>Count nodes in a binary tree</a:t>
            </a:r>
          </a:p>
          <a:p>
            <a:pPr lvl="1">
              <a:lnSpc>
                <a:spcPct val="100000"/>
              </a:lnSpc>
              <a:buFont typeface="Verdana" panose="020B0604030504040204" pitchFamily="34" charset="0"/>
              <a:buChar char="-"/>
            </a:pPr>
            <a:r>
              <a:rPr lang="en-SG" sz="1400" dirty="0"/>
              <a:t>Find grandchild nodes</a:t>
            </a:r>
          </a:p>
          <a:p>
            <a:pPr lvl="1">
              <a:lnSpc>
                <a:spcPct val="100000"/>
              </a:lnSpc>
              <a:buFont typeface="Verdana" panose="020B0604030504040204" pitchFamily="34" charset="0"/>
              <a:buChar char="-"/>
            </a:pPr>
            <a:r>
              <a:rPr lang="en-SG" sz="1400" dirty="0"/>
              <a:t>Calculate height of every node</a:t>
            </a:r>
          </a:p>
          <a:p>
            <a:pPr>
              <a:lnSpc>
                <a:spcPct val="100000"/>
              </a:lnSpc>
            </a:pPr>
            <a:r>
              <a:rPr lang="en-SG" sz="1600" dirty="0"/>
              <a:t>Level-by-level traversal</a:t>
            </a:r>
          </a:p>
          <a:p>
            <a:pPr>
              <a:lnSpc>
                <a:spcPct val="100000"/>
              </a:lnSpc>
            </a:pPr>
            <a:r>
              <a:rPr lang="en-SG" sz="1600" b="1" dirty="0" err="1"/>
              <a:t>Preorder</a:t>
            </a:r>
            <a:r>
              <a:rPr lang="en-SG" sz="1600" b="1" dirty="0"/>
              <a:t> traversal with a stack</a:t>
            </a:r>
          </a:p>
        </p:txBody>
      </p:sp>
    </p:spTree>
    <p:extLst>
      <p:ext uri="{BB962C8B-B14F-4D97-AF65-F5344CB8AC3E}">
        <p14:creationId xmlns:p14="http://schemas.microsoft.com/office/powerpoint/2010/main" val="2678761711"/>
      </p:ext>
    </p:extLst>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5593"/>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defRPr/>
              </a:pPr>
              <a:r>
                <a:rPr kumimoji="0" lang="en-US" altLang="en-US" sz="1400" b="1" kern="0">
                  <a:solidFill>
                    <a:srgbClr val="000000"/>
                  </a:solidFill>
                  <a:latin typeface="Courier New" charset="0"/>
                </a:rPr>
                <a:t>14</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solidFill>
                    <a:srgbClr val="C0C0C0"/>
                  </a:solidFill>
                  <a:latin typeface="Courier New" charset="0"/>
                </a:rPr>
                <a:t>14 84 13 53 06 99 72 43 33 64 97 51 25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3338385583"/>
      </p:ext>
    </p:extLst>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r>
                <a:rPr kumimoji="0" lang="en-US" altLang="en-US" sz="1400" b="1" kern="0">
                  <a:solidFill>
                    <a:srgbClr val="000000"/>
                  </a:solidFill>
                  <a:latin typeface="Courier New" charset="0"/>
                </a:rPr>
                <a:t>84</a:t>
              </a:r>
            </a:p>
            <a:p>
              <a:pPr algn="ctr" eaLnBrk="0" fontAlgn="base" hangingPunct="0">
                <a:spcBef>
                  <a:spcPct val="0"/>
                </a:spcBef>
                <a:defRPr/>
              </a:pPr>
              <a:r>
                <a:rPr kumimoji="0" lang="en-US" altLang="en-US" sz="1400" b="1" kern="0">
                  <a:solidFill>
                    <a:srgbClr val="000000"/>
                  </a:solidFill>
                  <a:latin typeface="Courier New" charset="0"/>
                </a:rPr>
                <a:t>43</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84 13 53 06 99 72 43 33 64 97 51 25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3631598683"/>
      </p:ext>
    </p:extLst>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1732"/>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r>
                <a:rPr kumimoji="0" lang="en-US" altLang="en-US" sz="1400" b="1" kern="0">
                  <a:solidFill>
                    <a:srgbClr val="000000"/>
                  </a:solidFill>
                  <a:latin typeface="Courier New" charset="0"/>
                </a:rPr>
                <a:t>13</a:t>
              </a:r>
            </a:p>
            <a:p>
              <a:pPr algn="ctr" eaLnBrk="0" fontAlgn="base" hangingPunct="0">
                <a:spcBef>
                  <a:spcPct val="0"/>
                </a:spcBef>
                <a:spcAft>
                  <a:spcPct val="0"/>
                </a:spcAft>
                <a:defRPr/>
              </a:pPr>
              <a:r>
                <a:rPr kumimoji="0" lang="en-US" altLang="en-US" sz="1400" b="1" kern="0">
                  <a:solidFill>
                    <a:srgbClr val="000000"/>
                  </a:solidFill>
                  <a:latin typeface="Courier New" charset="0"/>
                </a:rPr>
                <a:t>16</a:t>
              </a:r>
            </a:p>
            <a:p>
              <a:pPr algn="ctr" eaLnBrk="0" fontAlgn="base" hangingPunct="0">
                <a:spcBef>
                  <a:spcPct val="0"/>
                </a:spcBef>
                <a:defRPr/>
              </a:pPr>
              <a:r>
                <a:rPr kumimoji="0" lang="en-US" altLang="en-US" sz="1400" b="1" kern="0">
                  <a:solidFill>
                    <a:srgbClr val="000000"/>
                  </a:solidFill>
                  <a:latin typeface="Courier New" charset="0"/>
                </a:rPr>
                <a:t>43</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13 53 06 99 72 43 33 64 97 51 25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786428719"/>
      </p:ext>
    </p:extLst>
  </p:cSld>
  <p:clrMapOvr>
    <a:masterClrMapping/>
  </p:clrMapOvr>
  <p:transition>
    <p:wipe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6299"/>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r>
                <a:rPr kumimoji="0" lang="en-US" altLang="en-US" sz="1400" b="1" kern="0">
                  <a:solidFill>
                    <a:srgbClr val="000000"/>
                  </a:solidFill>
                  <a:latin typeface="Courier New" charset="0"/>
                </a:rPr>
                <a:t>53</a:t>
              </a:r>
            </a:p>
            <a:p>
              <a:pPr algn="ctr" eaLnBrk="0" fontAlgn="base" hangingPunct="0">
                <a:spcBef>
                  <a:spcPct val="0"/>
                </a:spcBef>
                <a:spcAft>
                  <a:spcPct val="0"/>
                </a:spcAft>
                <a:defRPr/>
              </a:pPr>
              <a:r>
                <a:rPr kumimoji="0" lang="en-US" altLang="en-US" sz="1400" b="1" kern="0">
                  <a:solidFill>
                    <a:srgbClr val="000000"/>
                  </a:solidFill>
                  <a:latin typeface="Courier New" charset="0"/>
                </a:rPr>
                <a:t>16</a:t>
              </a:r>
            </a:p>
            <a:p>
              <a:pPr algn="ctr" eaLnBrk="0" fontAlgn="base" hangingPunct="0">
                <a:spcBef>
                  <a:spcPct val="0"/>
                </a:spcBef>
                <a:defRPr/>
              </a:pPr>
              <a:r>
                <a:rPr kumimoji="0" lang="en-US" altLang="en-US" sz="1400" b="1" kern="0">
                  <a:solidFill>
                    <a:srgbClr val="000000"/>
                  </a:solidFill>
                  <a:latin typeface="Courier New" charset="0"/>
                </a:rPr>
                <a:t>43</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53 06 99 72 43 33 64 97 51 25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3642895973"/>
      </p:ext>
    </p:extLst>
  </p:cSld>
  <p:clrMapOvr>
    <a:masterClrMapping/>
  </p:clrMapOvr>
  <p:transition>
    <p:wipe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90" y="75395"/>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r>
                <a:rPr kumimoji="0" lang="en-US" altLang="en-US" sz="1400" b="1" kern="0">
                  <a:solidFill>
                    <a:srgbClr val="000000"/>
                  </a:solidFill>
                  <a:latin typeface="Courier New" charset="0"/>
                </a:rPr>
                <a:t>16</a:t>
              </a:r>
            </a:p>
            <a:p>
              <a:pPr algn="ctr" eaLnBrk="0" fontAlgn="base" hangingPunct="0">
                <a:spcBef>
                  <a:spcPct val="0"/>
                </a:spcBef>
                <a:defRPr/>
              </a:pPr>
              <a:r>
                <a:rPr kumimoji="0" lang="en-US" altLang="en-US" sz="1400" b="1" kern="0">
                  <a:solidFill>
                    <a:srgbClr val="000000"/>
                  </a:solidFill>
                  <a:latin typeface="Courier New" charset="0"/>
                </a:rPr>
                <a:t>43</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06 99 72 43 33 64 97 51 25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3341825706"/>
      </p:ext>
    </p:extLst>
  </p:cSld>
  <p:clrMapOvr>
    <a:masterClrMapping/>
  </p:clrMapOvr>
  <p:transition>
    <p:wipe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9476"/>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r>
                <a:rPr kumimoji="0" lang="en-US" altLang="en-US" sz="1400" b="1" kern="0">
                  <a:solidFill>
                    <a:srgbClr val="000000"/>
                  </a:solidFill>
                  <a:latin typeface="Courier New" charset="0"/>
                </a:rPr>
                <a:t>99</a:t>
              </a:r>
            </a:p>
            <a:p>
              <a:pPr algn="ctr" eaLnBrk="0" fontAlgn="base" hangingPunct="0">
                <a:spcBef>
                  <a:spcPct val="0"/>
                </a:spcBef>
                <a:spcAft>
                  <a:spcPct val="0"/>
                </a:spcAft>
                <a:defRPr/>
              </a:pPr>
              <a:r>
                <a:rPr kumimoji="0" lang="en-US" altLang="en-US" sz="1400" b="1" kern="0">
                  <a:solidFill>
                    <a:srgbClr val="000000"/>
                  </a:solidFill>
                  <a:latin typeface="Courier New" charset="0"/>
                </a:rPr>
                <a:t>72</a:t>
              </a:r>
            </a:p>
            <a:p>
              <a:pPr algn="ctr" eaLnBrk="0" fontAlgn="base" hangingPunct="0">
                <a:spcBef>
                  <a:spcPct val="0"/>
                </a:spcBef>
                <a:defRPr/>
              </a:pPr>
              <a:r>
                <a:rPr kumimoji="0" lang="en-US" altLang="en-US" sz="1400" b="1" kern="0">
                  <a:solidFill>
                    <a:srgbClr val="000000"/>
                  </a:solidFill>
                  <a:latin typeface="Courier New" charset="0"/>
                </a:rPr>
                <a:t>43</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a:t>
              </a:r>
              <a:r>
                <a:rPr kumimoji="0" lang="en-US" altLang="en-US" sz="1600" b="1" kern="0">
                  <a:latin typeface="Courier New" charset="0"/>
                </a:rPr>
                <a:t>16</a:t>
              </a:r>
              <a:r>
                <a:rPr kumimoji="0" lang="en-US" altLang="en-US" sz="1600" b="1" kern="0">
                  <a:solidFill>
                    <a:srgbClr val="C0C0C0"/>
                  </a:solidFill>
                  <a:latin typeface="Courier New" charset="0"/>
                </a:rPr>
                <a:t> 99 72 43 33 64 97 51 25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3669924450"/>
      </p:ext>
    </p:extLst>
  </p:cSld>
  <p:clrMapOvr>
    <a:masterClrMapping/>
  </p:clrMapOvr>
  <p:transition>
    <p:wipe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1286"/>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r>
                <a:rPr kumimoji="0" lang="en-US" altLang="en-US" sz="1400" b="1" kern="0">
                  <a:solidFill>
                    <a:srgbClr val="000000"/>
                  </a:solidFill>
                  <a:latin typeface="Courier New" charset="0"/>
                </a:rPr>
                <a:t>72</a:t>
              </a:r>
            </a:p>
            <a:p>
              <a:pPr algn="ctr" eaLnBrk="0" fontAlgn="base" hangingPunct="0">
                <a:spcBef>
                  <a:spcPct val="0"/>
                </a:spcBef>
                <a:defRPr/>
              </a:pPr>
              <a:r>
                <a:rPr kumimoji="0" lang="en-US" altLang="en-US" sz="1400" b="1" kern="0">
                  <a:solidFill>
                    <a:srgbClr val="000000"/>
                  </a:solidFill>
                  <a:latin typeface="Courier New" charset="0"/>
                </a:rPr>
                <a:t>43</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a:t>
              </a:r>
              <a:r>
                <a:rPr kumimoji="0" lang="en-US" altLang="en-US" sz="1600" b="1" kern="0">
                  <a:latin typeface="Courier New" charset="0"/>
                </a:rPr>
                <a:t>16</a:t>
              </a:r>
              <a:r>
                <a:rPr kumimoji="0" lang="en-US" altLang="en-US" sz="1600" b="1" kern="0">
                  <a:solidFill>
                    <a:srgbClr val="C0C0C0"/>
                  </a:solidFill>
                  <a:latin typeface="Courier New" charset="0"/>
                </a:rPr>
                <a:t> </a:t>
              </a:r>
              <a:r>
                <a:rPr kumimoji="0" lang="en-US" altLang="en-US" sz="1600" b="1" kern="0">
                  <a:latin typeface="Courier New" charset="0"/>
                </a:rPr>
                <a:t>99</a:t>
              </a:r>
              <a:r>
                <a:rPr kumimoji="0" lang="en-US" altLang="en-US" sz="1600" b="1" kern="0">
                  <a:solidFill>
                    <a:srgbClr val="C0C0C0"/>
                  </a:solidFill>
                  <a:latin typeface="Courier New" charset="0"/>
                </a:rPr>
                <a:t> 72 43 33 64 97 51 25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1381556210"/>
      </p:ext>
    </p:extLst>
  </p:cSld>
  <p:clrMapOvr>
    <a:masterClrMapping/>
  </p:clrMapOvr>
  <p:transition>
    <p:wipe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0" y="105593"/>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defRPr/>
              </a:pPr>
              <a:r>
                <a:rPr kumimoji="0" lang="en-US" altLang="en-US" sz="1400" b="1" kern="0">
                  <a:solidFill>
                    <a:srgbClr val="000000"/>
                  </a:solidFill>
                  <a:latin typeface="Courier New" charset="0"/>
                </a:rPr>
                <a:t>43</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a:t>
              </a:r>
              <a:r>
                <a:rPr kumimoji="0" lang="en-US" altLang="en-US" sz="1600" b="1" kern="0">
                  <a:latin typeface="Courier New" charset="0"/>
                </a:rPr>
                <a:t>16</a:t>
              </a:r>
              <a:r>
                <a:rPr kumimoji="0" lang="en-US" altLang="en-US" sz="1600" b="1" kern="0">
                  <a:solidFill>
                    <a:srgbClr val="C0C0C0"/>
                  </a:solidFill>
                  <a:latin typeface="Courier New" charset="0"/>
                </a:rPr>
                <a:t> </a:t>
              </a:r>
              <a:r>
                <a:rPr kumimoji="0" lang="en-US" altLang="en-US" sz="1600" b="1" kern="0">
                  <a:latin typeface="Courier New" charset="0"/>
                </a:rPr>
                <a:t>99</a:t>
              </a:r>
              <a:r>
                <a:rPr kumimoji="0" lang="en-US" altLang="en-US" sz="1600" b="1" kern="0">
                  <a:solidFill>
                    <a:srgbClr val="C0C0C0"/>
                  </a:solidFill>
                  <a:latin typeface="Courier New" charset="0"/>
                </a:rPr>
                <a:t> </a:t>
              </a:r>
              <a:r>
                <a:rPr kumimoji="0" lang="en-US" altLang="en-US" sz="1600" b="1" kern="0">
                  <a:latin typeface="Courier New" charset="0"/>
                </a:rPr>
                <a:t>72</a:t>
              </a:r>
              <a:r>
                <a:rPr kumimoji="0" lang="en-US" altLang="en-US" sz="1600" b="1" kern="0">
                  <a:solidFill>
                    <a:srgbClr val="C0C0C0"/>
                  </a:solidFill>
                  <a:latin typeface="Courier New" charset="0"/>
                </a:rPr>
                <a:t> 43 33 64 97 51 25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2728269936"/>
      </p:ext>
    </p:extLst>
  </p:cSld>
  <p:clrMapOvr>
    <a:masterClrMapping/>
  </p:clrMapOvr>
  <p:transition>
    <p:wipe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5395"/>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r>
                <a:rPr kumimoji="0" lang="en-US" altLang="en-US" sz="1400" b="1" kern="0">
                  <a:solidFill>
                    <a:srgbClr val="000000"/>
                  </a:solidFill>
                  <a:latin typeface="Courier New" charset="0"/>
                </a:rPr>
                <a:t>33</a:t>
              </a:r>
            </a:p>
            <a:p>
              <a:pPr algn="ctr" eaLnBrk="0" fontAlgn="base" hangingPunct="0">
                <a:spcBef>
                  <a:spcPct val="0"/>
                </a:spcBef>
                <a:defRPr/>
              </a:pPr>
              <a:r>
                <a:rPr kumimoji="0" lang="en-US" altLang="en-US" sz="1400" b="1" kern="0">
                  <a:solidFill>
                    <a:srgbClr val="000000"/>
                  </a:solidFill>
                  <a:latin typeface="Courier New" charset="0"/>
                </a:rPr>
                <a:t>97</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a:t>
              </a:r>
              <a:r>
                <a:rPr kumimoji="0" lang="en-US" altLang="en-US" sz="1600" b="1" kern="0">
                  <a:latin typeface="Courier New" charset="0"/>
                </a:rPr>
                <a:t>16</a:t>
              </a:r>
              <a:r>
                <a:rPr kumimoji="0" lang="en-US" altLang="en-US" sz="1600" b="1" kern="0">
                  <a:solidFill>
                    <a:srgbClr val="C0C0C0"/>
                  </a:solidFill>
                  <a:latin typeface="Courier New" charset="0"/>
                </a:rPr>
                <a:t> </a:t>
              </a:r>
              <a:r>
                <a:rPr kumimoji="0" lang="en-US" altLang="en-US" sz="1600" b="1" kern="0">
                  <a:latin typeface="Courier New" charset="0"/>
                </a:rPr>
                <a:t>99</a:t>
              </a:r>
              <a:r>
                <a:rPr kumimoji="0" lang="en-US" altLang="en-US" sz="1600" b="1" kern="0">
                  <a:solidFill>
                    <a:srgbClr val="C0C0C0"/>
                  </a:solidFill>
                  <a:latin typeface="Courier New" charset="0"/>
                </a:rPr>
                <a:t> </a:t>
              </a:r>
              <a:r>
                <a:rPr kumimoji="0" lang="en-US" altLang="en-US" sz="1600" b="1" kern="0">
                  <a:latin typeface="Courier New" charset="0"/>
                </a:rPr>
                <a:t>72</a:t>
              </a:r>
              <a:r>
                <a:rPr kumimoji="0" lang="en-US" altLang="en-US" sz="1600" b="1" kern="0">
                  <a:solidFill>
                    <a:srgbClr val="C0C0C0"/>
                  </a:solidFill>
                  <a:latin typeface="Courier New" charset="0"/>
                </a:rPr>
                <a:t> </a:t>
              </a:r>
              <a:r>
                <a:rPr kumimoji="0" lang="en-US" altLang="en-US" sz="1600" b="1" kern="0">
                  <a:latin typeface="Courier New" charset="0"/>
                </a:rPr>
                <a:t>43</a:t>
              </a:r>
              <a:r>
                <a:rPr kumimoji="0" lang="en-US" altLang="en-US" sz="1600" b="1" kern="0">
                  <a:solidFill>
                    <a:srgbClr val="C0C0C0"/>
                  </a:solidFill>
                  <a:latin typeface="Courier New" charset="0"/>
                </a:rPr>
                <a:t> 33 64 97 51 25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648729101"/>
      </p:ext>
    </p:extLst>
  </p:cSld>
  <p:clrMapOvr>
    <a:masterClrMapping/>
  </p:clrMapOvr>
  <p:transition>
    <p:wipe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300"/>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r>
                <a:rPr kumimoji="0" lang="en-US" altLang="en-US" sz="1400" b="1" kern="0">
                  <a:solidFill>
                    <a:srgbClr val="000000"/>
                  </a:solidFill>
                  <a:latin typeface="Courier New" charset="0"/>
                </a:rPr>
                <a:t>64</a:t>
              </a:r>
            </a:p>
            <a:p>
              <a:pPr algn="ctr" eaLnBrk="0" fontAlgn="base" hangingPunct="0">
                <a:spcBef>
                  <a:spcPct val="0"/>
                </a:spcBef>
                <a:defRPr/>
              </a:pPr>
              <a:r>
                <a:rPr kumimoji="0" lang="en-US" altLang="en-US" sz="1400" b="1" kern="0">
                  <a:solidFill>
                    <a:srgbClr val="000000"/>
                  </a:solidFill>
                  <a:latin typeface="Courier New" charset="0"/>
                </a:rPr>
                <a:t>97</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a:t>
              </a:r>
              <a:r>
                <a:rPr kumimoji="0" lang="en-US" altLang="en-US" sz="1600" b="1" kern="0">
                  <a:latin typeface="Courier New" charset="0"/>
                </a:rPr>
                <a:t>16</a:t>
              </a:r>
              <a:r>
                <a:rPr kumimoji="0" lang="en-US" altLang="en-US" sz="1600" b="1" kern="0">
                  <a:solidFill>
                    <a:srgbClr val="C0C0C0"/>
                  </a:solidFill>
                  <a:latin typeface="Courier New" charset="0"/>
                </a:rPr>
                <a:t> </a:t>
              </a:r>
              <a:r>
                <a:rPr kumimoji="0" lang="en-US" altLang="en-US" sz="1600" b="1" kern="0">
                  <a:latin typeface="Courier New" charset="0"/>
                </a:rPr>
                <a:t>99</a:t>
              </a:r>
              <a:r>
                <a:rPr kumimoji="0" lang="en-US" altLang="en-US" sz="1600" b="1" kern="0">
                  <a:solidFill>
                    <a:srgbClr val="C0C0C0"/>
                  </a:solidFill>
                  <a:latin typeface="Courier New" charset="0"/>
                </a:rPr>
                <a:t> </a:t>
              </a:r>
              <a:r>
                <a:rPr kumimoji="0" lang="en-US" altLang="en-US" sz="1600" b="1" kern="0">
                  <a:latin typeface="Courier New" charset="0"/>
                </a:rPr>
                <a:t>72</a:t>
              </a:r>
              <a:r>
                <a:rPr kumimoji="0" lang="en-US" altLang="en-US" sz="1600" b="1" kern="0">
                  <a:solidFill>
                    <a:srgbClr val="C0C0C0"/>
                  </a:solidFill>
                  <a:latin typeface="Courier New" charset="0"/>
                </a:rPr>
                <a:t> </a:t>
              </a:r>
              <a:r>
                <a:rPr kumimoji="0" lang="en-US" altLang="en-US" sz="1600" b="1" kern="0">
                  <a:latin typeface="Courier New" charset="0"/>
                </a:rPr>
                <a:t>43</a:t>
              </a:r>
              <a:r>
                <a:rPr kumimoji="0" lang="en-US" altLang="en-US" sz="1600" b="1" kern="0">
                  <a:solidFill>
                    <a:srgbClr val="C0C0C0"/>
                  </a:solidFill>
                  <a:latin typeface="Courier New" charset="0"/>
                </a:rPr>
                <a:t> </a:t>
              </a:r>
              <a:r>
                <a:rPr kumimoji="0" lang="en-US" altLang="en-US" sz="1600" b="1" kern="0">
                  <a:latin typeface="Courier New" charset="0"/>
                </a:rPr>
                <a:t>33</a:t>
              </a:r>
              <a:r>
                <a:rPr kumimoji="0" lang="en-US" altLang="en-US" sz="1600" b="1" kern="0">
                  <a:solidFill>
                    <a:srgbClr val="C0C0C0"/>
                  </a:solidFill>
                  <a:latin typeface="Courier New" charset="0"/>
                </a:rPr>
                <a:t> 64 97 51 25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1687148529"/>
      </p:ext>
    </p:extLst>
  </p:cSld>
  <p:clrMapOvr>
    <a:masterClrMapping/>
  </p:clrMapOvr>
  <p:transition>
    <p:wipe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5593"/>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defRPr/>
              </a:pPr>
              <a:r>
                <a:rPr kumimoji="0" lang="en-US" altLang="en-US" sz="1400" b="1" kern="0">
                  <a:solidFill>
                    <a:srgbClr val="000000"/>
                  </a:solidFill>
                  <a:latin typeface="Courier New" charset="0"/>
                </a:rPr>
                <a:t>97</a:t>
              </a: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rgbClr val="000000"/>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a:t>
              </a:r>
              <a:r>
                <a:rPr kumimoji="0" lang="en-US" altLang="en-US" sz="1600" b="1" kern="0">
                  <a:latin typeface="Courier New" charset="0"/>
                </a:rPr>
                <a:t>16</a:t>
              </a:r>
              <a:r>
                <a:rPr kumimoji="0" lang="en-US" altLang="en-US" sz="1600" b="1" kern="0">
                  <a:solidFill>
                    <a:srgbClr val="C0C0C0"/>
                  </a:solidFill>
                  <a:latin typeface="Courier New" charset="0"/>
                </a:rPr>
                <a:t> </a:t>
              </a:r>
              <a:r>
                <a:rPr kumimoji="0" lang="en-US" altLang="en-US" sz="1600" b="1" kern="0">
                  <a:latin typeface="Courier New" charset="0"/>
                </a:rPr>
                <a:t>99</a:t>
              </a:r>
              <a:r>
                <a:rPr kumimoji="0" lang="en-US" altLang="en-US" sz="1600" b="1" kern="0">
                  <a:solidFill>
                    <a:srgbClr val="C0C0C0"/>
                  </a:solidFill>
                  <a:latin typeface="Courier New" charset="0"/>
                </a:rPr>
                <a:t> </a:t>
              </a:r>
              <a:r>
                <a:rPr kumimoji="0" lang="en-US" altLang="en-US" sz="1600" b="1" kern="0">
                  <a:latin typeface="Courier New" charset="0"/>
                </a:rPr>
                <a:t>72</a:t>
              </a:r>
              <a:r>
                <a:rPr kumimoji="0" lang="en-US" altLang="en-US" sz="1600" b="1" kern="0">
                  <a:solidFill>
                    <a:srgbClr val="C0C0C0"/>
                  </a:solidFill>
                  <a:latin typeface="Courier New" charset="0"/>
                </a:rPr>
                <a:t> </a:t>
              </a:r>
              <a:r>
                <a:rPr kumimoji="0" lang="en-US" altLang="en-US" sz="1600" b="1" kern="0">
                  <a:latin typeface="Courier New" charset="0"/>
                </a:rPr>
                <a:t>43</a:t>
              </a:r>
              <a:r>
                <a:rPr kumimoji="0" lang="en-US" altLang="en-US" sz="1600" b="1" kern="0">
                  <a:solidFill>
                    <a:srgbClr val="C0C0C0"/>
                  </a:solidFill>
                  <a:latin typeface="Courier New" charset="0"/>
                </a:rPr>
                <a:t> </a:t>
              </a:r>
              <a:r>
                <a:rPr kumimoji="0" lang="en-US" altLang="en-US" sz="1600" b="1" kern="0">
                  <a:latin typeface="Courier New" charset="0"/>
                </a:rPr>
                <a:t>33</a:t>
              </a:r>
              <a:r>
                <a:rPr kumimoji="0" lang="en-US" altLang="en-US" sz="1600" b="1" kern="0">
                  <a:solidFill>
                    <a:srgbClr val="C0C0C0"/>
                  </a:solidFill>
                  <a:latin typeface="Courier New" charset="0"/>
                </a:rPr>
                <a:t> </a:t>
              </a:r>
              <a:r>
                <a:rPr kumimoji="0" lang="en-US" altLang="en-US" sz="1600" b="1" kern="0">
                  <a:latin typeface="Courier New" charset="0"/>
                </a:rPr>
                <a:t>64</a:t>
              </a:r>
              <a:r>
                <a:rPr kumimoji="0" lang="en-US" altLang="en-US" sz="1600" b="1" kern="0">
                  <a:solidFill>
                    <a:srgbClr val="C0C0C0"/>
                  </a:solidFill>
                  <a:latin typeface="Courier New" charset="0"/>
                </a:rPr>
                <a:t> 97 51 25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3547587183"/>
      </p:ext>
    </p:extLst>
  </p:cSld>
  <p:clrMapOvr>
    <a:masterClrMapping/>
  </p:clrMapOvr>
  <p:transition>
    <p:wipe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0" y="90603"/>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defRPr/>
              </a:pPr>
              <a:endParaRPr kumimoji="0" lang="en-US" altLang="en-US" sz="1400" b="1" kern="0">
                <a:solidFill>
                  <a:srgbClr val="000000"/>
                </a:solidFill>
                <a:latin typeface="Courier New" charset="0"/>
              </a:endParaRP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0033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solidFill>
                    <a:schemeClr val="bg1"/>
                  </a:solidFill>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a:t>
              </a:r>
              <a:r>
                <a:rPr kumimoji="0" lang="en-US" altLang="en-US" sz="1600" b="1" kern="0">
                  <a:latin typeface="Courier New" charset="0"/>
                </a:rPr>
                <a:t>16</a:t>
              </a:r>
              <a:r>
                <a:rPr kumimoji="0" lang="en-US" altLang="en-US" sz="1600" b="1" kern="0">
                  <a:solidFill>
                    <a:srgbClr val="C0C0C0"/>
                  </a:solidFill>
                  <a:latin typeface="Courier New" charset="0"/>
                </a:rPr>
                <a:t> </a:t>
              </a:r>
              <a:r>
                <a:rPr kumimoji="0" lang="en-US" altLang="en-US" sz="1600" b="1" kern="0">
                  <a:latin typeface="Courier New" charset="0"/>
                </a:rPr>
                <a:t>99</a:t>
              </a:r>
              <a:r>
                <a:rPr kumimoji="0" lang="en-US" altLang="en-US" sz="1600" b="1" kern="0">
                  <a:solidFill>
                    <a:srgbClr val="C0C0C0"/>
                  </a:solidFill>
                  <a:latin typeface="Courier New" charset="0"/>
                </a:rPr>
                <a:t> </a:t>
              </a:r>
              <a:r>
                <a:rPr kumimoji="0" lang="en-US" altLang="en-US" sz="1600" b="1" kern="0">
                  <a:latin typeface="Courier New" charset="0"/>
                </a:rPr>
                <a:t>72</a:t>
              </a:r>
              <a:r>
                <a:rPr kumimoji="0" lang="en-US" altLang="en-US" sz="1600" b="1" kern="0">
                  <a:solidFill>
                    <a:srgbClr val="C0C0C0"/>
                  </a:solidFill>
                  <a:latin typeface="Courier New" charset="0"/>
                </a:rPr>
                <a:t> </a:t>
              </a:r>
              <a:r>
                <a:rPr kumimoji="0" lang="en-US" altLang="en-US" sz="1600" b="1" kern="0">
                  <a:latin typeface="Courier New" charset="0"/>
                </a:rPr>
                <a:t>43</a:t>
              </a:r>
              <a:r>
                <a:rPr kumimoji="0" lang="en-US" altLang="en-US" sz="1600" b="1" kern="0">
                  <a:solidFill>
                    <a:srgbClr val="C0C0C0"/>
                  </a:solidFill>
                  <a:latin typeface="Courier New" charset="0"/>
                </a:rPr>
                <a:t> </a:t>
              </a:r>
              <a:r>
                <a:rPr kumimoji="0" lang="en-US" altLang="en-US" sz="1600" b="1" kern="0">
                  <a:latin typeface="Courier New" charset="0"/>
                </a:rPr>
                <a:t>33</a:t>
              </a:r>
              <a:r>
                <a:rPr kumimoji="0" lang="en-US" altLang="en-US" sz="1600" b="1" kern="0">
                  <a:solidFill>
                    <a:srgbClr val="C0C0C0"/>
                  </a:solidFill>
                  <a:latin typeface="Courier New" charset="0"/>
                </a:rPr>
                <a:t> </a:t>
              </a:r>
              <a:r>
                <a:rPr kumimoji="0" lang="en-US" altLang="en-US" sz="1600" b="1" kern="0">
                  <a:latin typeface="Courier New" charset="0"/>
                </a:rPr>
                <a:t>64</a:t>
              </a:r>
              <a:r>
                <a:rPr kumimoji="0" lang="en-US" altLang="en-US" sz="1600" b="1" kern="0">
                  <a:solidFill>
                    <a:srgbClr val="C0C0C0"/>
                  </a:solidFill>
                  <a:latin typeface="Courier New" charset="0"/>
                </a:rPr>
                <a:t> </a:t>
              </a:r>
              <a:r>
                <a:rPr kumimoji="0" lang="en-US" altLang="en-US" sz="1600" b="1" kern="0">
                  <a:latin typeface="Courier New" charset="0"/>
                </a:rPr>
                <a:t>97</a:t>
              </a:r>
              <a:r>
                <a:rPr kumimoji="0" lang="en-US" altLang="en-US" sz="1600" b="1" kern="0">
                  <a:solidFill>
                    <a:srgbClr val="C0C0C0"/>
                  </a:solidFill>
                  <a:latin typeface="Courier New" charset="0"/>
                </a:rPr>
                <a:t>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3225770396"/>
      </p:ext>
    </p:extLst>
  </p:cSld>
  <p:clrMapOvr>
    <a:masterClrMapping/>
  </p:clrMapOvr>
  <p:transition>
    <p:wipe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5613"/>
            <a:ext cx="12192000" cy="565607"/>
          </a:xfrm>
        </p:spPr>
        <p:txBody>
          <a:bodyPr/>
          <a:lstStyle/>
          <a:p>
            <a:r>
              <a:rPr kumimoji="0" lang="en-US" sz="2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j-cs"/>
              </a:rPr>
              <a:t>Pre-order Traversal with Stack</a:t>
            </a:r>
            <a:endParaRPr lang="en-SG" dirty="0"/>
          </a:p>
        </p:txBody>
      </p:sp>
      <p:sp>
        <p:nvSpPr>
          <p:cNvPr id="4" name="Content Placeholder 1"/>
          <p:cNvSpPr txBox="1">
            <a:spLocks/>
          </p:cNvSpPr>
          <p:nvPr/>
        </p:nvSpPr>
        <p:spPr>
          <a:xfrm>
            <a:off x="2621281" y="138022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SG" sz="1400"/>
              <a:t>Push the root onto the stack.</a:t>
            </a:r>
          </a:p>
          <a:p>
            <a:pPr marL="0" indent="0" algn="just">
              <a:lnSpc>
                <a:spcPct val="100000"/>
              </a:lnSpc>
              <a:buNone/>
            </a:pPr>
            <a:r>
              <a:rPr lang="en-SG" sz="1400"/>
              <a:t>While the stack is not empty</a:t>
            </a:r>
          </a:p>
          <a:p>
            <a:pPr algn="just">
              <a:lnSpc>
                <a:spcPct val="100000"/>
              </a:lnSpc>
            </a:pPr>
            <a:r>
              <a:rPr lang="en-SG" sz="1400"/>
              <a:t>pop the stack and visit it</a:t>
            </a:r>
          </a:p>
          <a:p>
            <a:pPr algn="just">
              <a:lnSpc>
                <a:spcPct val="100000"/>
              </a:lnSpc>
            </a:pPr>
            <a:r>
              <a:rPr lang="en-SG" sz="1400"/>
              <a:t>push its two children</a:t>
            </a:r>
          </a:p>
          <a:p>
            <a:pPr marL="0" indent="0" algn="just">
              <a:lnSpc>
                <a:spcPct val="150000"/>
              </a:lnSpc>
              <a:buNone/>
            </a:pPr>
            <a:endParaRPr lang="en-SG" sz="1400"/>
          </a:p>
        </p:txBody>
      </p:sp>
      <p:grpSp>
        <p:nvGrpSpPr>
          <p:cNvPr id="3" name="Group 2"/>
          <p:cNvGrpSpPr/>
          <p:nvPr/>
        </p:nvGrpSpPr>
        <p:grpSpPr>
          <a:xfrm>
            <a:off x="2887427" y="1679691"/>
            <a:ext cx="6417149" cy="4238192"/>
            <a:chOff x="762000" y="1271588"/>
            <a:chExt cx="7658101" cy="5057775"/>
          </a:xfrm>
        </p:grpSpPr>
        <p:sp>
          <p:nvSpPr>
            <p:cNvPr id="29" name="Rectangle 4"/>
            <p:cNvSpPr>
              <a:spLocks noChangeArrowheads="1"/>
            </p:cNvSpPr>
            <p:nvPr/>
          </p:nvSpPr>
          <p:spPr bwMode="auto">
            <a:xfrm>
              <a:off x="7658101" y="1271588"/>
              <a:ext cx="762000" cy="1851025"/>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spcAft>
                  <a:spcPct val="0"/>
                </a:spcAft>
                <a:defRPr/>
              </a:pPr>
              <a:endParaRPr kumimoji="0" lang="en-US" altLang="en-US" sz="1400" b="1" kern="0">
                <a:solidFill>
                  <a:srgbClr val="000000"/>
                </a:solidFill>
                <a:latin typeface="Courier New" charset="0"/>
              </a:endParaRPr>
            </a:p>
            <a:p>
              <a:pPr algn="ctr" eaLnBrk="0" fontAlgn="base" hangingPunct="0">
                <a:spcBef>
                  <a:spcPct val="0"/>
                </a:spcBef>
                <a:defRPr/>
              </a:pPr>
              <a:endParaRPr kumimoji="0" lang="en-US" altLang="en-US" sz="1400" b="1" kern="0">
                <a:solidFill>
                  <a:srgbClr val="000000"/>
                </a:solidFill>
                <a:latin typeface="Courier New" charset="0"/>
              </a:endParaRPr>
            </a:p>
            <a:p>
              <a:pPr algn="ctr" eaLnBrk="0" fontAlgn="base" hangingPunct="0">
                <a:spcBef>
                  <a:spcPct val="0"/>
                </a:spcBef>
                <a:spcAft>
                  <a:spcPts val="600"/>
                </a:spcAft>
                <a:defRPr/>
              </a:pPr>
              <a:endParaRPr kumimoji="0" lang="en-US" altLang="en-US" sz="900" b="1" kern="0">
                <a:solidFill>
                  <a:srgbClr val="000000"/>
                </a:solidFill>
                <a:latin typeface="Courier New" charset="0"/>
              </a:endParaRPr>
            </a:p>
          </p:txBody>
        </p:sp>
        <p:sp>
          <p:nvSpPr>
            <p:cNvPr id="30" name="Oval 10"/>
            <p:cNvSpPr>
              <a:spLocks noChangeArrowheads="1"/>
            </p:cNvSpPr>
            <p:nvPr/>
          </p:nvSpPr>
          <p:spPr bwMode="auto">
            <a:xfrm>
              <a:off x="4237038" y="34274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nchorCtr="1"/>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14</a:t>
              </a:r>
            </a:p>
          </p:txBody>
        </p:sp>
        <p:sp>
          <p:nvSpPr>
            <p:cNvPr id="31" name="Oval 11"/>
            <p:cNvSpPr>
              <a:spLocks noChangeArrowheads="1"/>
            </p:cNvSpPr>
            <p:nvPr/>
          </p:nvSpPr>
          <p:spPr bwMode="auto">
            <a:xfrm>
              <a:off x="2565400" y="415925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84</a:t>
              </a:r>
            </a:p>
          </p:txBody>
        </p:sp>
        <p:sp>
          <p:nvSpPr>
            <p:cNvPr id="32" name="Oval 12"/>
            <p:cNvSpPr>
              <a:spLocks noChangeArrowheads="1"/>
            </p:cNvSpPr>
            <p:nvPr/>
          </p:nvSpPr>
          <p:spPr bwMode="auto">
            <a:xfrm>
              <a:off x="5676900" y="41529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43</a:t>
              </a:r>
            </a:p>
          </p:txBody>
        </p:sp>
        <p:sp>
          <p:nvSpPr>
            <p:cNvPr id="33" name="Oval 13"/>
            <p:cNvSpPr>
              <a:spLocks noChangeArrowheads="1"/>
            </p:cNvSpPr>
            <p:nvPr/>
          </p:nvSpPr>
          <p:spPr bwMode="auto">
            <a:xfrm>
              <a:off x="1603375" y="5078413"/>
              <a:ext cx="411163"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13</a:t>
              </a:r>
            </a:p>
          </p:txBody>
        </p:sp>
        <p:sp>
          <p:nvSpPr>
            <p:cNvPr id="34" name="Oval 14"/>
            <p:cNvSpPr>
              <a:spLocks noChangeArrowheads="1"/>
            </p:cNvSpPr>
            <p:nvPr/>
          </p:nvSpPr>
          <p:spPr bwMode="auto">
            <a:xfrm>
              <a:off x="33829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16</a:t>
              </a:r>
            </a:p>
          </p:txBody>
        </p:sp>
        <p:sp>
          <p:nvSpPr>
            <p:cNvPr id="35" name="Oval 15"/>
            <p:cNvSpPr>
              <a:spLocks noChangeArrowheads="1"/>
            </p:cNvSpPr>
            <p:nvPr/>
          </p:nvSpPr>
          <p:spPr bwMode="auto">
            <a:xfrm>
              <a:off x="4764088"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33</a:t>
              </a:r>
            </a:p>
          </p:txBody>
        </p:sp>
        <p:sp>
          <p:nvSpPr>
            <p:cNvPr id="36" name="Oval 16"/>
            <p:cNvSpPr>
              <a:spLocks noChangeArrowheads="1"/>
            </p:cNvSpPr>
            <p:nvPr/>
          </p:nvSpPr>
          <p:spPr bwMode="auto">
            <a:xfrm>
              <a:off x="6697663" y="506571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97</a:t>
              </a:r>
            </a:p>
          </p:txBody>
        </p:sp>
        <p:sp>
          <p:nvSpPr>
            <p:cNvPr id="37" name="Oval 17"/>
            <p:cNvSpPr>
              <a:spLocks noChangeArrowheads="1"/>
            </p:cNvSpPr>
            <p:nvPr/>
          </p:nvSpPr>
          <p:spPr bwMode="auto">
            <a:xfrm>
              <a:off x="5197475" y="5918200"/>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64</a:t>
              </a:r>
            </a:p>
          </p:txBody>
        </p:sp>
        <p:sp>
          <p:nvSpPr>
            <p:cNvPr id="38" name="Oval 18"/>
            <p:cNvSpPr>
              <a:spLocks noChangeArrowheads="1"/>
            </p:cNvSpPr>
            <p:nvPr/>
          </p:nvSpPr>
          <p:spPr bwMode="auto">
            <a:xfrm>
              <a:off x="2840038" y="5910263"/>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99</a:t>
              </a:r>
            </a:p>
          </p:txBody>
        </p:sp>
        <p:sp>
          <p:nvSpPr>
            <p:cNvPr id="39" name="Oval 19"/>
            <p:cNvSpPr>
              <a:spLocks noChangeArrowheads="1"/>
            </p:cNvSpPr>
            <p:nvPr/>
          </p:nvSpPr>
          <p:spPr bwMode="auto">
            <a:xfrm>
              <a:off x="3852863" y="5900738"/>
              <a:ext cx="411162" cy="411162"/>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72</a:t>
              </a:r>
            </a:p>
          </p:txBody>
        </p:sp>
        <p:sp>
          <p:nvSpPr>
            <p:cNvPr id="40" name="Oval 20"/>
            <p:cNvSpPr>
              <a:spLocks noChangeArrowheads="1"/>
            </p:cNvSpPr>
            <p:nvPr/>
          </p:nvSpPr>
          <p:spPr bwMode="auto">
            <a:xfrm>
              <a:off x="1993900" y="5908675"/>
              <a:ext cx="411163" cy="411163"/>
            </a:xfrm>
            <a:prstGeom prst="ellipse">
              <a:avLst/>
            </a:prstGeom>
            <a:solidFill>
              <a:srgbClr val="C0C0C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algn="ctr" eaLnBrk="0" fontAlgn="base" hangingPunct="0">
                <a:spcBef>
                  <a:spcPct val="0"/>
                </a:spcBef>
                <a:spcAft>
                  <a:spcPct val="0"/>
                </a:spcAft>
                <a:defRPr/>
              </a:pPr>
              <a:r>
                <a:rPr kumimoji="0" lang="en-US" altLang="en-US" sz="1400" b="1" kern="0">
                  <a:latin typeface="Courier New" charset="0"/>
                  <a:ea typeface="ＭＳ Ｐゴシック" charset="-128"/>
                </a:rPr>
                <a:t>53</a:t>
              </a:r>
            </a:p>
          </p:txBody>
        </p:sp>
        <p:cxnSp>
          <p:nvCxnSpPr>
            <p:cNvPr id="41" name="AutoShape 53"/>
            <p:cNvCxnSpPr>
              <a:cxnSpLocks noChangeShapeType="1"/>
              <a:stCxn id="30" idx="2"/>
              <a:endCxn id="31" idx="7"/>
            </p:cNvCxnSpPr>
            <p:nvPr/>
          </p:nvCxnSpPr>
          <p:spPr bwMode="auto">
            <a:xfrm flipH="1">
              <a:off x="2916238" y="3633788"/>
              <a:ext cx="1320800" cy="58578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2" name="AutoShape 54"/>
            <p:cNvCxnSpPr>
              <a:cxnSpLocks noChangeShapeType="1"/>
              <a:stCxn id="31" idx="3"/>
              <a:endCxn id="33" idx="7"/>
            </p:cNvCxnSpPr>
            <p:nvPr/>
          </p:nvCxnSpPr>
          <p:spPr bwMode="auto">
            <a:xfrm flipH="1">
              <a:off x="1954213" y="4510088"/>
              <a:ext cx="671512" cy="628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3" name="AutoShape 55"/>
            <p:cNvCxnSpPr>
              <a:cxnSpLocks noChangeShapeType="1"/>
              <a:stCxn id="31" idx="5"/>
              <a:endCxn id="34" idx="1"/>
            </p:cNvCxnSpPr>
            <p:nvPr/>
          </p:nvCxnSpPr>
          <p:spPr bwMode="auto">
            <a:xfrm>
              <a:off x="2916238" y="4510088"/>
              <a:ext cx="527050" cy="6159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 name="AutoShape 56"/>
            <p:cNvCxnSpPr>
              <a:cxnSpLocks noChangeShapeType="1"/>
              <a:stCxn id="34" idx="3"/>
              <a:endCxn id="38" idx="0"/>
            </p:cNvCxnSpPr>
            <p:nvPr/>
          </p:nvCxnSpPr>
          <p:spPr bwMode="auto">
            <a:xfrm flipH="1">
              <a:off x="3046413" y="5416550"/>
              <a:ext cx="396875" cy="493713"/>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5" name="AutoShape 57"/>
            <p:cNvCxnSpPr>
              <a:cxnSpLocks noChangeShapeType="1"/>
              <a:stCxn id="34" idx="5"/>
              <a:endCxn id="39" idx="0"/>
            </p:cNvCxnSpPr>
            <p:nvPr/>
          </p:nvCxnSpPr>
          <p:spPr bwMode="auto">
            <a:xfrm>
              <a:off x="3733800" y="5416550"/>
              <a:ext cx="325438" cy="484188"/>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AutoShape 58"/>
            <p:cNvCxnSpPr>
              <a:cxnSpLocks noChangeShapeType="1"/>
              <a:stCxn id="33" idx="5"/>
              <a:endCxn id="40" idx="0"/>
            </p:cNvCxnSpPr>
            <p:nvPr/>
          </p:nvCxnSpPr>
          <p:spPr bwMode="auto">
            <a:xfrm>
              <a:off x="1954213" y="5429250"/>
              <a:ext cx="246062" cy="479425"/>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AutoShape 59"/>
            <p:cNvCxnSpPr>
              <a:cxnSpLocks noChangeShapeType="1"/>
              <a:stCxn id="30" idx="6"/>
              <a:endCxn id="32" idx="1"/>
            </p:cNvCxnSpPr>
            <p:nvPr/>
          </p:nvCxnSpPr>
          <p:spPr bwMode="auto">
            <a:xfrm>
              <a:off x="4648200" y="3633788"/>
              <a:ext cx="1089025" cy="579437"/>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AutoShape 60"/>
            <p:cNvCxnSpPr>
              <a:cxnSpLocks noChangeShapeType="1"/>
              <a:stCxn id="36" idx="1"/>
              <a:endCxn id="32" idx="5"/>
            </p:cNvCxnSpPr>
            <p:nvPr/>
          </p:nvCxnSpPr>
          <p:spPr bwMode="auto">
            <a:xfrm flipH="1" flipV="1">
              <a:off x="6027738" y="4503738"/>
              <a:ext cx="73025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AutoShape 62"/>
            <p:cNvCxnSpPr>
              <a:cxnSpLocks noChangeShapeType="1"/>
              <a:stCxn id="32" idx="3"/>
              <a:endCxn id="35" idx="7"/>
            </p:cNvCxnSpPr>
            <p:nvPr/>
          </p:nvCxnSpPr>
          <p:spPr bwMode="auto">
            <a:xfrm flipH="1">
              <a:off x="5114925" y="4503738"/>
              <a:ext cx="622300" cy="62230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AutoShape 63"/>
            <p:cNvCxnSpPr>
              <a:cxnSpLocks noChangeShapeType="1"/>
              <a:stCxn id="35" idx="5"/>
              <a:endCxn id="37" idx="0"/>
            </p:cNvCxnSpPr>
            <p:nvPr/>
          </p:nvCxnSpPr>
          <p:spPr bwMode="auto">
            <a:xfrm>
              <a:off x="5114925" y="5416550"/>
              <a:ext cx="288925" cy="50165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Rectangle 68"/>
            <p:cNvSpPr>
              <a:spLocks noChangeArrowheads="1"/>
            </p:cNvSpPr>
            <p:nvPr/>
          </p:nvSpPr>
          <p:spPr bwMode="auto">
            <a:xfrm>
              <a:off x="762000" y="2601188"/>
              <a:ext cx="6038168" cy="514212"/>
            </a:xfrm>
            <a:prstGeom prst="rect">
              <a:avLst/>
            </a:prstGeom>
            <a:solidFill>
              <a:srgbClr val="C0C0C0"/>
            </a:solidFill>
            <a:ln>
              <a:noFill/>
            </a:ln>
            <a:effectLst/>
            <a:extLs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182880" tIns="91440" rIns="182880" bIns="91440" anchor="ctr">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kumimoji="0" lang="en-US" altLang="en-US" sz="1600" b="1" kern="0">
                  <a:latin typeface="Courier New" charset="0"/>
                </a:rPr>
                <a:t>14</a:t>
              </a:r>
              <a:r>
                <a:rPr kumimoji="0" lang="en-US" altLang="en-US" sz="1600" b="1" kern="0">
                  <a:solidFill>
                    <a:srgbClr val="C0C0C0"/>
                  </a:solidFill>
                  <a:latin typeface="Courier New" charset="0"/>
                </a:rPr>
                <a:t> </a:t>
              </a:r>
              <a:r>
                <a:rPr kumimoji="0" lang="en-US" altLang="en-US" sz="1600" b="1" kern="0">
                  <a:latin typeface="Courier New" charset="0"/>
                </a:rPr>
                <a:t>84</a:t>
              </a:r>
              <a:r>
                <a:rPr kumimoji="0" lang="en-US" altLang="en-US" sz="1600" b="1" kern="0">
                  <a:solidFill>
                    <a:srgbClr val="C0C0C0"/>
                  </a:solidFill>
                  <a:latin typeface="Courier New" charset="0"/>
                </a:rPr>
                <a:t> </a:t>
              </a:r>
              <a:r>
                <a:rPr kumimoji="0" lang="en-US" altLang="en-US" sz="1600" b="1" kern="0">
                  <a:latin typeface="Courier New" charset="0"/>
                </a:rPr>
                <a:t>13</a:t>
              </a:r>
              <a:r>
                <a:rPr kumimoji="0" lang="en-US" altLang="en-US" sz="1600" b="1" kern="0">
                  <a:solidFill>
                    <a:srgbClr val="C0C0C0"/>
                  </a:solidFill>
                  <a:latin typeface="Courier New" charset="0"/>
                </a:rPr>
                <a:t> </a:t>
              </a:r>
              <a:r>
                <a:rPr kumimoji="0" lang="en-US" altLang="en-US" sz="1600" b="1" kern="0">
                  <a:latin typeface="Courier New" charset="0"/>
                </a:rPr>
                <a:t>53</a:t>
              </a:r>
              <a:r>
                <a:rPr kumimoji="0" lang="en-US" altLang="en-US" sz="1600" b="1" kern="0">
                  <a:solidFill>
                    <a:srgbClr val="C0C0C0"/>
                  </a:solidFill>
                  <a:latin typeface="Courier New" charset="0"/>
                </a:rPr>
                <a:t> </a:t>
              </a:r>
              <a:r>
                <a:rPr kumimoji="0" lang="en-US" altLang="en-US" sz="1600" b="1" kern="0">
                  <a:latin typeface="Courier New" charset="0"/>
                </a:rPr>
                <a:t>16</a:t>
              </a:r>
              <a:r>
                <a:rPr kumimoji="0" lang="en-US" altLang="en-US" sz="1600" b="1" kern="0">
                  <a:solidFill>
                    <a:srgbClr val="C0C0C0"/>
                  </a:solidFill>
                  <a:latin typeface="Courier New" charset="0"/>
                </a:rPr>
                <a:t> </a:t>
              </a:r>
              <a:r>
                <a:rPr kumimoji="0" lang="en-US" altLang="en-US" sz="1600" b="1" kern="0">
                  <a:latin typeface="Courier New" charset="0"/>
                </a:rPr>
                <a:t>99</a:t>
              </a:r>
              <a:r>
                <a:rPr kumimoji="0" lang="en-US" altLang="en-US" sz="1600" b="1" kern="0">
                  <a:solidFill>
                    <a:srgbClr val="C0C0C0"/>
                  </a:solidFill>
                  <a:latin typeface="Courier New" charset="0"/>
                </a:rPr>
                <a:t> </a:t>
              </a:r>
              <a:r>
                <a:rPr kumimoji="0" lang="en-US" altLang="en-US" sz="1600" b="1" kern="0">
                  <a:latin typeface="Courier New" charset="0"/>
                </a:rPr>
                <a:t>72</a:t>
              </a:r>
              <a:r>
                <a:rPr kumimoji="0" lang="en-US" altLang="en-US" sz="1600" b="1" kern="0">
                  <a:solidFill>
                    <a:srgbClr val="C0C0C0"/>
                  </a:solidFill>
                  <a:latin typeface="Courier New" charset="0"/>
                </a:rPr>
                <a:t> </a:t>
              </a:r>
              <a:r>
                <a:rPr kumimoji="0" lang="en-US" altLang="en-US" sz="1600" b="1" kern="0">
                  <a:latin typeface="Courier New" charset="0"/>
                </a:rPr>
                <a:t>43</a:t>
              </a:r>
              <a:r>
                <a:rPr kumimoji="0" lang="en-US" altLang="en-US" sz="1600" b="1" kern="0">
                  <a:solidFill>
                    <a:srgbClr val="C0C0C0"/>
                  </a:solidFill>
                  <a:latin typeface="Courier New" charset="0"/>
                </a:rPr>
                <a:t> </a:t>
              </a:r>
              <a:r>
                <a:rPr kumimoji="0" lang="en-US" altLang="en-US" sz="1600" b="1" kern="0">
                  <a:latin typeface="Courier New" charset="0"/>
                </a:rPr>
                <a:t>33</a:t>
              </a:r>
              <a:r>
                <a:rPr kumimoji="0" lang="en-US" altLang="en-US" sz="1600" b="1" kern="0">
                  <a:solidFill>
                    <a:srgbClr val="C0C0C0"/>
                  </a:solidFill>
                  <a:latin typeface="Courier New" charset="0"/>
                </a:rPr>
                <a:t> </a:t>
              </a:r>
              <a:r>
                <a:rPr kumimoji="0" lang="en-US" altLang="en-US" sz="1600" b="1" kern="0">
                  <a:latin typeface="Courier New" charset="0"/>
                </a:rPr>
                <a:t>64</a:t>
              </a:r>
              <a:r>
                <a:rPr kumimoji="0" lang="en-US" altLang="en-US" sz="1600" b="1" kern="0">
                  <a:solidFill>
                    <a:srgbClr val="C0C0C0"/>
                  </a:solidFill>
                  <a:latin typeface="Courier New" charset="0"/>
                </a:rPr>
                <a:t> </a:t>
              </a:r>
              <a:r>
                <a:rPr kumimoji="0" lang="en-US" altLang="en-US" sz="1600" b="1" kern="0">
                  <a:latin typeface="Courier New" charset="0"/>
                </a:rPr>
                <a:t>97</a:t>
              </a:r>
              <a:r>
                <a:rPr kumimoji="0" lang="en-US" altLang="en-US" sz="1600" b="1" kern="0">
                  <a:solidFill>
                    <a:srgbClr val="C0C0C0"/>
                  </a:solidFill>
                  <a:latin typeface="Courier New" charset="0"/>
                </a:rPr>
                <a:t> 51 25</a:t>
              </a:r>
              <a:endParaRPr kumimoji="0" lang="en-US" altLang="en-US" sz="1600" kern="0">
                <a:solidFill>
                  <a:srgbClr val="C0C0C0"/>
                </a:solidFill>
                <a:latin typeface="Courier New" charset="0"/>
              </a:endParaRPr>
            </a:p>
          </p:txBody>
        </p:sp>
        <p:sp>
          <p:nvSpPr>
            <p:cNvPr id="52" name="Rectangle 69"/>
            <p:cNvSpPr>
              <a:spLocks noChangeArrowheads="1"/>
            </p:cNvSpPr>
            <p:nvPr/>
          </p:nvSpPr>
          <p:spPr bwMode="auto">
            <a:xfrm>
              <a:off x="7670405" y="3227388"/>
              <a:ext cx="723111" cy="3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lvl1pPr>
                <a:defRPr kumimoji="1" sz="1200">
                  <a:solidFill>
                    <a:schemeClr val="tx1"/>
                  </a:solidFill>
                  <a:latin typeface="Comic Sans MS" charset="0"/>
                </a:defRPr>
              </a:lvl1pPr>
              <a:lvl2pPr marL="742950" indent="-285750">
                <a:defRPr kumimoji="1" sz="1200">
                  <a:solidFill>
                    <a:schemeClr val="tx1"/>
                  </a:solidFill>
                  <a:latin typeface="Comic Sans MS" charset="0"/>
                </a:defRPr>
              </a:lvl2pPr>
              <a:lvl3pPr marL="1143000" indent="-228600">
                <a:defRPr kumimoji="1" sz="1200">
                  <a:solidFill>
                    <a:schemeClr val="tx1"/>
                  </a:solidFill>
                  <a:latin typeface="Comic Sans MS" charset="0"/>
                </a:defRPr>
              </a:lvl3pPr>
              <a:lvl4pPr marL="1600200" indent="-228600">
                <a:defRPr kumimoji="1" sz="1200">
                  <a:solidFill>
                    <a:schemeClr val="tx1"/>
                  </a:solidFill>
                  <a:latin typeface="Comic Sans MS" charset="0"/>
                </a:defRPr>
              </a:lvl4pPr>
              <a:lvl5pPr marL="2057400" indent="-228600">
                <a:defRPr kumimoji="1" sz="1200">
                  <a:solidFill>
                    <a:schemeClr val="tx1"/>
                  </a:solidFill>
                  <a:latin typeface="Comic Sans MS" charset="0"/>
                </a:defRPr>
              </a:lvl5pPr>
              <a:lvl6pPr marL="2514600" indent="-228600" eaLnBrk="0" fontAlgn="base" hangingPunct="0">
                <a:spcBef>
                  <a:spcPct val="0"/>
                </a:spcBef>
                <a:spcAft>
                  <a:spcPct val="0"/>
                </a:spcAft>
                <a:defRPr kumimoji="1" sz="1200">
                  <a:solidFill>
                    <a:schemeClr val="tx1"/>
                  </a:solidFill>
                  <a:latin typeface="Comic Sans MS" charset="0"/>
                </a:defRPr>
              </a:lvl6pPr>
              <a:lvl7pPr marL="2971800" indent="-228600" eaLnBrk="0" fontAlgn="base" hangingPunct="0">
                <a:spcBef>
                  <a:spcPct val="0"/>
                </a:spcBef>
                <a:spcAft>
                  <a:spcPct val="0"/>
                </a:spcAft>
                <a:defRPr kumimoji="1" sz="1200">
                  <a:solidFill>
                    <a:schemeClr val="tx1"/>
                  </a:solidFill>
                  <a:latin typeface="Comic Sans MS" charset="0"/>
                </a:defRPr>
              </a:lvl7pPr>
              <a:lvl8pPr marL="3429000" indent="-228600" eaLnBrk="0" fontAlgn="base" hangingPunct="0">
                <a:spcBef>
                  <a:spcPct val="0"/>
                </a:spcBef>
                <a:spcAft>
                  <a:spcPct val="0"/>
                </a:spcAft>
                <a:defRPr kumimoji="1" sz="1200">
                  <a:solidFill>
                    <a:schemeClr val="tx1"/>
                  </a:solidFill>
                  <a:latin typeface="Comic Sans MS" charset="0"/>
                </a:defRPr>
              </a:lvl8pPr>
              <a:lvl9pPr marL="3886200" indent="-228600" eaLnBrk="0" fontAlgn="base" hangingPunct="0">
                <a:spcBef>
                  <a:spcPct val="0"/>
                </a:spcBef>
                <a:spcAft>
                  <a:spcPct val="0"/>
                </a:spcAft>
                <a:defRPr kumimoji="1" sz="1200">
                  <a:solidFill>
                    <a:schemeClr val="tx1"/>
                  </a:solidFill>
                  <a:latin typeface="Comic Sans MS" charset="0"/>
                </a:defRPr>
              </a:lvl9pPr>
            </a:lstStyle>
            <a:p>
              <a:pPr eaLnBrk="0" fontAlgn="base" hangingPunct="0">
                <a:spcBef>
                  <a:spcPct val="0"/>
                </a:spcBef>
                <a:spcAft>
                  <a:spcPct val="0"/>
                </a:spcAft>
                <a:defRPr/>
              </a:pPr>
              <a:r>
                <a:rPr lang="en-US" altLang="en-US" kern="0">
                  <a:solidFill>
                    <a:srgbClr val="000000"/>
                  </a:solidFill>
                </a:rPr>
                <a:t>Stack</a:t>
              </a:r>
            </a:p>
          </p:txBody>
        </p:sp>
      </p:grpSp>
    </p:spTree>
    <p:extLst>
      <p:ext uri="{BB962C8B-B14F-4D97-AF65-F5344CB8AC3E}">
        <p14:creationId xmlns:p14="http://schemas.microsoft.com/office/powerpoint/2010/main" val="1690703564"/>
      </p:ext>
    </p:extLst>
  </p:cSld>
  <p:clrMapOvr>
    <a:masterClrMapping/>
  </p:clrMapOvr>
  <p:transition>
    <p:wipe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388EA-4570-7123-66BC-9C2E3048A7E0}"/>
            </a:ext>
          </a:extLst>
        </p:cNvPr>
        <p:cNvGrpSpPr/>
        <p:nvPr/>
      </p:nvGrpSpPr>
      <p:grpSpPr>
        <a:xfrm>
          <a:off x="0" y="0"/>
          <a:ext cx="0" cy="0"/>
          <a:chOff x="0" y="0"/>
          <a:chExt cx="0" cy="0"/>
        </a:xfrm>
      </p:grpSpPr>
      <p:sp>
        <p:nvSpPr>
          <p:cNvPr id="7" name="Rectangle 2">
            <a:extLst>
              <a:ext uri="{FF2B5EF4-FFF2-40B4-BE49-F238E27FC236}">
                <a16:creationId xmlns:a16="http://schemas.microsoft.com/office/drawing/2014/main" id="{32235543-8D31-A5A6-8909-47649B08967A}"/>
              </a:ext>
            </a:extLst>
          </p:cNvPr>
          <p:cNvSpPr>
            <a:spLocks noGrp="1" noChangeArrowheads="1"/>
          </p:cNvSpPr>
          <p:nvPr>
            <p:ph type="title"/>
          </p:nvPr>
        </p:nvSpPr>
        <p:spPr/>
        <p:txBody>
          <a:bodyPr/>
          <a:lstStyle/>
          <a:p>
            <a:r>
              <a:rPr lang="en-US" dirty="0"/>
              <a:t>Summary</a:t>
            </a:r>
            <a:endParaRPr lang="en-US" altLang="en-US" b="1" dirty="0">
              <a:cs typeface="Arial" panose="020B0604020202020204" pitchFamily="34" charset="0"/>
            </a:endParaRPr>
          </a:p>
        </p:txBody>
      </p:sp>
      <p:sp>
        <p:nvSpPr>
          <p:cNvPr id="6" name="Rounded Rectangle 3">
            <a:extLst>
              <a:ext uri="{FF2B5EF4-FFF2-40B4-BE49-F238E27FC236}">
                <a16:creationId xmlns:a16="http://schemas.microsoft.com/office/drawing/2014/main" id="{952AFEAA-E9F6-FD2F-635D-7E7D031D322C}"/>
              </a:ext>
            </a:extLst>
          </p:cNvPr>
          <p:cNvSpPr/>
          <p:nvPr/>
        </p:nvSpPr>
        <p:spPr>
          <a:xfrm>
            <a:off x="2417928" y="1241417"/>
            <a:ext cx="7356144" cy="4872250"/>
          </a:xfrm>
          <a:prstGeom prst="roundRect">
            <a:avLst>
              <a:gd name="adj" fmla="val 6480"/>
            </a:avLst>
          </a:prstGeom>
          <a:gradFill flip="none" rotWithShape="1">
            <a:gsLst>
              <a:gs pos="0">
                <a:schemeClr val="bg1">
                  <a:lumMod val="95000"/>
                </a:schemeClr>
              </a:gs>
              <a:gs pos="100000">
                <a:schemeClr val="bg1">
                  <a:shade val="100000"/>
                  <a:satMod val="115000"/>
                </a:schemeClr>
              </a:gs>
            </a:gsLst>
            <a:lin ang="2700000" scaled="1"/>
            <a:tileRect/>
          </a:gradFill>
          <a:ln w="19050">
            <a:solidFill>
              <a:schemeClr val="bg1"/>
            </a:solidFill>
          </a:ln>
          <a:effectLst>
            <a:outerShdw blurRad="1905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sz="2400" b="1" kern="1200">
                <a:solidFill>
                  <a:schemeClr val="lt1"/>
                </a:solidFill>
                <a:latin typeface="+mn-lt"/>
                <a:ea typeface="+mn-ea"/>
                <a:cs typeface="+mn-cs"/>
              </a:defRPr>
            </a:lvl1pPr>
            <a:lvl2pPr marL="457200" algn="l" rtl="0" eaLnBrk="0" fontAlgn="base" hangingPunct="0">
              <a:spcBef>
                <a:spcPct val="0"/>
              </a:spcBef>
              <a:spcAft>
                <a:spcPct val="0"/>
              </a:spcAft>
              <a:defRPr sz="2400" b="1" kern="1200">
                <a:solidFill>
                  <a:schemeClr val="lt1"/>
                </a:solidFill>
                <a:latin typeface="+mn-lt"/>
                <a:ea typeface="+mn-ea"/>
                <a:cs typeface="+mn-cs"/>
              </a:defRPr>
            </a:lvl2pPr>
            <a:lvl3pPr marL="914400" algn="l" rtl="0" eaLnBrk="0" fontAlgn="base" hangingPunct="0">
              <a:spcBef>
                <a:spcPct val="0"/>
              </a:spcBef>
              <a:spcAft>
                <a:spcPct val="0"/>
              </a:spcAft>
              <a:defRPr sz="2400" b="1" kern="1200">
                <a:solidFill>
                  <a:schemeClr val="lt1"/>
                </a:solidFill>
                <a:latin typeface="+mn-lt"/>
                <a:ea typeface="+mn-ea"/>
                <a:cs typeface="+mn-cs"/>
              </a:defRPr>
            </a:lvl3pPr>
            <a:lvl4pPr marL="1371600" algn="l" rtl="0" eaLnBrk="0" fontAlgn="base" hangingPunct="0">
              <a:spcBef>
                <a:spcPct val="0"/>
              </a:spcBef>
              <a:spcAft>
                <a:spcPct val="0"/>
              </a:spcAft>
              <a:defRPr sz="2400" b="1" kern="1200">
                <a:solidFill>
                  <a:schemeClr val="lt1"/>
                </a:solidFill>
                <a:latin typeface="+mn-lt"/>
                <a:ea typeface="+mn-ea"/>
                <a:cs typeface="+mn-cs"/>
              </a:defRPr>
            </a:lvl4pPr>
            <a:lvl5pPr marL="1828800" algn="l" rtl="0" eaLnBrk="0" fontAlgn="base" hangingPunct="0">
              <a:spcBef>
                <a:spcPct val="0"/>
              </a:spcBef>
              <a:spcAft>
                <a:spcPct val="0"/>
              </a:spcAft>
              <a:defRPr sz="2400" b="1" kern="1200">
                <a:solidFill>
                  <a:schemeClr val="lt1"/>
                </a:solidFill>
                <a:latin typeface="+mn-lt"/>
                <a:ea typeface="+mn-ea"/>
                <a:cs typeface="+mn-cs"/>
              </a:defRPr>
            </a:lvl5pPr>
            <a:lvl6pPr marL="2286000" algn="l" defTabSz="914400" rtl="0" eaLnBrk="1" latinLnBrk="0" hangingPunct="1">
              <a:defRPr sz="2400" b="1" kern="1200">
                <a:solidFill>
                  <a:schemeClr val="lt1"/>
                </a:solidFill>
                <a:latin typeface="+mn-lt"/>
                <a:ea typeface="+mn-ea"/>
                <a:cs typeface="+mn-cs"/>
              </a:defRPr>
            </a:lvl6pPr>
            <a:lvl7pPr marL="2743200" algn="l" defTabSz="914400" rtl="0" eaLnBrk="1" latinLnBrk="0" hangingPunct="1">
              <a:defRPr sz="2400" b="1" kern="1200">
                <a:solidFill>
                  <a:schemeClr val="lt1"/>
                </a:solidFill>
                <a:latin typeface="+mn-lt"/>
                <a:ea typeface="+mn-ea"/>
                <a:cs typeface="+mn-cs"/>
              </a:defRPr>
            </a:lvl7pPr>
            <a:lvl8pPr marL="3200400" algn="l" defTabSz="914400" rtl="0" eaLnBrk="1" latinLnBrk="0" hangingPunct="1">
              <a:defRPr sz="2400" b="1" kern="1200">
                <a:solidFill>
                  <a:schemeClr val="lt1"/>
                </a:solidFill>
                <a:latin typeface="+mn-lt"/>
                <a:ea typeface="+mn-ea"/>
                <a:cs typeface="+mn-cs"/>
              </a:defRPr>
            </a:lvl8pPr>
            <a:lvl9pPr marL="3657600" algn="l" defTabSz="914400" rtl="0" eaLnBrk="1" latinLnBrk="0" hangingPunct="1">
              <a:defRPr sz="2400" b="1" kern="1200">
                <a:solidFill>
                  <a:schemeClr val="lt1"/>
                </a:solidFill>
                <a:latin typeface="+mn-lt"/>
                <a:ea typeface="+mn-ea"/>
                <a:cs typeface="+mn-cs"/>
              </a:defRPr>
            </a:lvl9pPr>
          </a:lstStyle>
          <a:p>
            <a:pPr algn="ctr"/>
            <a:endParaRPr lang="en-US">
              <a:latin typeface="+mj-lt"/>
            </a:endParaRPr>
          </a:p>
        </p:txBody>
      </p:sp>
      <p:sp>
        <p:nvSpPr>
          <p:cNvPr id="8" name="Content Placeholder 1">
            <a:extLst>
              <a:ext uri="{FF2B5EF4-FFF2-40B4-BE49-F238E27FC236}">
                <a16:creationId xmlns:a16="http://schemas.microsoft.com/office/drawing/2014/main" id="{A1C06AD3-8FE9-1ABA-404E-6F98F9EF0C5A}"/>
              </a:ext>
            </a:extLst>
          </p:cNvPr>
          <p:cNvSpPr txBox="1">
            <a:spLocks/>
          </p:cNvSpPr>
          <p:nvPr/>
        </p:nvSpPr>
        <p:spPr>
          <a:xfrm>
            <a:off x="2481796" y="1178766"/>
            <a:ext cx="6974399" cy="43224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sz="1600" dirty="0">
                <a:ea typeface="Cambria Math" panose="02040503050406030204" pitchFamily="18" charset="0"/>
                <a:cs typeface="Times New Roman" pitchFamily="18" charset="0"/>
              </a:rPr>
              <a:t>Non-linear data structures</a:t>
            </a:r>
          </a:p>
          <a:p>
            <a:pPr algn="just">
              <a:lnSpc>
                <a:spcPct val="100000"/>
              </a:lnSpc>
            </a:pPr>
            <a:r>
              <a:rPr lang="en-US" sz="1600" dirty="0">
                <a:ea typeface="Cambria Math" panose="02040503050406030204" pitchFamily="18" charset="0"/>
                <a:cs typeface="Times New Roman" pitchFamily="18" charset="0"/>
              </a:rPr>
              <a:t>Tree data structure</a:t>
            </a:r>
          </a:p>
          <a:p>
            <a:pPr lvl="1" algn="just">
              <a:lnSpc>
                <a:spcPct val="100000"/>
              </a:lnSpc>
              <a:buFont typeface=".AppleSystemUIFont" charset="-120"/>
              <a:buChar char="-"/>
            </a:pPr>
            <a:r>
              <a:rPr lang="en-US" sz="1400" dirty="0">
                <a:ea typeface="Cambria Math" panose="02040503050406030204" pitchFamily="18" charset="0"/>
                <a:cs typeface="Times New Roman" pitchFamily="18" charset="0"/>
              </a:rPr>
              <a:t>Binary trees</a:t>
            </a:r>
            <a:endParaRPr lang="en-US" sz="1600" dirty="0">
              <a:ea typeface="Cambria Math" panose="02040503050406030204" pitchFamily="18" charset="0"/>
              <a:cs typeface="Times New Roman" pitchFamily="18" charset="0"/>
            </a:endParaRPr>
          </a:p>
          <a:p>
            <a:pPr algn="just">
              <a:lnSpc>
                <a:spcPct val="100000"/>
              </a:lnSpc>
            </a:pPr>
            <a:r>
              <a:rPr lang="en-US" sz="1600" dirty="0">
                <a:ea typeface="Cambria Math" panose="02040503050406030204" pitchFamily="18" charset="0"/>
                <a:cs typeface="Times New Roman" pitchFamily="18" charset="0"/>
              </a:rPr>
              <a:t>Implement binary tree nodes in C</a:t>
            </a:r>
          </a:p>
          <a:p>
            <a:pPr>
              <a:lnSpc>
                <a:spcPct val="100000"/>
              </a:lnSpc>
            </a:pPr>
            <a:r>
              <a:rPr lang="en-SG" sz="1600" dirty="0"/>
              <a:t>Binary Tree Traversal</a:t>
            </a:r>
          </a:p>
          <a:p>
            <a:pPr>
              <a:lnSpc>
                <a:spcPct val="100000"/>
              </a:lnSpc>
            </a:pPr>
            <a:r>
              <a:rPr lang="en-SG" sz="1600" dirty="0"/>
              <a:t>Tree traversal order</a:t>
            </a:r>
          </a:p>
          <a:p>
            <a:pPr lvl="1">
              <a:lnSpc>
                <a:spcPct val="100000"/>
              </a:lnSpc>
              <a:buFont typeface="Verdana" panose="020B0604030504040204" pitchFamily="34" charset="0"/>
              <a:buChar char="-"/>
            </a:pPr>
            <a:r>
              <a:rPr lang="en-SG" sz="1400" dirty="0"/>
              <a:t>Pre-order</a:t>
            </a:r>
          </a:p>
          <a:p>
            <a:pPr lvl="1">
              <a:lnSpc>
                <a:spcPct val="100000"/>
              </a:lnSpc>
              <a:buFont typeface="Verdana" panose="020B0604030504040204" pitchFamily="34" charset="0"/>
              <a:buChar char="-"/>
            </a:pPr>
            <a:r>
              <a:rPr lang="en-SG" sz="1400" dirty="0"/>
              <a:t>In-order</a:t>
            </a:r>
          </a:p>
          <a:p>
            <a:pPr lvl="1">
              <a:lnSpc>
                <a:spcPct val="100000"/>
              </a:lnSpc>
              <a:buFont typeface="Verdana" panose="020B0604030504040204" pitchFamily="34" charset="0"/>
              <a:buChar char="-"/>
            </a:pPr>
            <a:r>
              <a:rPr lang="en-SG" sz="1400" dirty="0"/>
              <a:t>Post-order</a:t>
            </a:r>
          </a:p>
          <a:p>
            <a:pPr>
              <a:lnSpc>
                <a:spcPct val="100000"/>
              </a:lnSpc>
            </a:pPr>
            <a:r>
              <a:rPr lang="en-SG" sz="1600" dirty="0"/>
              <a:t>Application examples</a:t>
            </a:r>
          </a:p>
          <a:p>
            <a:pPr lvl="1">
              <a:lnSpc>
                <a:spcPct val="100000"/>
              </a:lnSpc>
              <a:buFont typeface="Verdana" panose="020B0604030504040204" pitchFamily="34" charset="0"/>
              <a:buChar char="-"/>
            </a:pPr>
            <a:r>
              <a:rPr lang="en-SG" sz="1400" dirty="0"/>
              <a:t>Count nodes in a binary tree</a:t>
            </a:r>
          </a:p>
          <a:p>
            <a:pPr lvl="1">
              <a:lnSpc>
                <a:spcPct val="100000"/>
              </a:lnSpc>
              <a:buFont typeface="Verdana" panose="020B0604030504040204" pitchFamily="34" charset="0"/>
              <a:buChar char="-"/>
            </a:pPr>
            <a:r>
              <a:rPr lang="en-SG" sz="1400" dirty="0"/>
              <a:t>Find grandchild nodes</a:t>
            </a:r>
          </a:p>
          <a:p>
            <a:pPr lvl="1">
              <a:lnSpc>
                <a:spcPct val="100000"/>
              </a:lnSpc>
              <a:buFont typeface="Verdana" panose="020B0604030504040204" pitchFamily="34" charset="0"/>
              <a:buChar char="-"/>
            </a:pPr>
            <a:r>
              <a:rPr lang="en-SG" sz="1400" dirty="0"/>
              <a:t>Calculate height of every node</a:t>
            </a:r>
          </a:p>
          <a:p>
            <a:pPr>
              <a:lnSpc>
                <a:spcPct val="100000"/>
              </a:lnSpc>
            </a:pPr>
            <a:r>
              <a:rPr lang="en-SG" sz="1600" dirty="0"/>
              <a:t>Level-by-level traversal</a:t>
            </a:r>
          </a:p>
          <a:p>
            <a:pPr>
              <a:lnSpc>
                <a:spcPct val="100000"/>
              </a:lnSpc>
            </a:pPr>
            <a:r>
              <a:rPr lang="en-SG" sz="1600" dirty="0" err="1"/>
              <a:t>Preorder</a:t>
            </a:r>
            <a:r>
              <a:rPr lang="en-SG" sz="1600" dirty="0"/>
              <a:t> traversal with a stack</a:t>
            </a:r>
          </a:p>
        </p:txBody>
      </p:sp>
    </p:spTree>
    <p:extLst>
      <p:ext uri="{BB962C8B-B14F-4D97-AF65-F5344CB8AC3E}">
        <p14:creationId xmlns:p14="http://schemas.microsoft.com/office/powerpoint/2010/main" val="3250825728"/>
      </p:ext>
    </p:extLst>
  </p:cSld>
  <p:clrMapOvr>
    <a:masterClrMapping/>
  </p:clrMapOvr>
  <p:transition>
    <p:wipe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bg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spPr>
      <a:bodyPr rtlCol="0">
        <a:normAutofit/>
      </a:bodyPr>
      <a:lstStyle>
        <a:defPPr algn="l" eaLnBrk="1" fontAlgn="auto" hangingPunct="1">
          <a:spcAft>
            <a:spcPts val="0"/>
          </a:spcAft>
          <a:buFont typeface="Arial"/>
          <a:buChar char="•"/>
          <a:defRPr sz="2800" i="1" dirty="0">
            <a:solidFill>
              <a:schemeClr val="tx2"/>
            </a:solidFill>
            <a:latin typeface="Verdana" panose="020B0604030504040204" pitchFamily="34" charset="0"/>
            <a:ea typeface="Verdana" panose="020B0604030504040204" pitchFamily="34" charset="0"/>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3664</TotalTime>
  <Words>5067</Words>
  <Application>Microsoft Office PowerPoint</Application>
  <PresentationFormat>Widescreen</PresentationFormat>
  <Paragraphs>1293</Paragraphs>
  <Slides>52</Slides>
  <Notes>51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.AppleSystemUIFont</vt:lpstr>
      <vt:lpstr>宋体</vt:lpstr>
      <vt:lpstr>Verdana (Body)</vt:lpstr>
      <vt:lpstr>Arial</vt:lpstr>
      <vt:lpstr>Calibri</vt:lpstr>
      <vt:lpstr>Cambria Math</vt:lpstr>
      <vt:lpstr>Comic Sans MS</vt:lpstr>
      <vt:lpstr>Courier New</vt:lpstr>
      <vt:lpstr>Times</vt:lpstr>
      <vt:lpstr>Verdana</vt:lpstr>
      <vt:lpstr>Office Theme</vt:lpstr>
      <vt:lpstr>Data Structures &amp; Algorithms in Python: Binary Trees  Dr. Owen Noel Newton Fernando </vt:lpstr>
      <vt:lpstr>Review: Linear data structures</vt:lpstr>
      <vt:lpstr>What is a tree?</vt:lpstr>
      <vt:lpstr>Terminology in Tree Structure</vt:lpstr>
      <vt:lpstr>Terminology in Tree Structure</vt:lpstr>
      <vt:lpstr>Terminology in Tree Structure</vt:lpstr>
      <vt:lpstr>Terminology in Tree Structure</vt:lpstr>
      <vt:lpstr>Terminology in Tree Structure</vt:lpstr>
      <vt:lpstr>Terminology in Tree Structure</vt:lpstr>
      <vt:lpstr>Terminology in Tree Structure</vt:lpstr>
      <vt:lpstr>Terminology in Tree Structure</vt:lpstr>
      <vt:lpstr>Terminology in Tree Structure</vt:lpstr>
      <vt:lpstr>Terminology in Tree Structure</vt:lpstr>
      <vt:lpstr>Binary Trees</vt:lpstr>
      <vt:lpstr>Binary Tree</vt:lpstr>
      <vt:lpstr>Binary Tree Node Class</vt:lpstr>
      <vt:lpstr>Binary Tree Traversal</vt:lpstr>
      <vt:lpstr>Traversal Approaches on A Binary Tree</vt:lpstr>
      <vt:lpstr>Binary Tree Traversal – Depth-first Traversals</vt:lpstr>
      <vt:lpstr>Binary Tree Traversal – Depth-first Traversals</vt:lpstr>
      <vt:lpstr>Binary Tree Traversal – Depth-first Traversals</vt:lpstr>
      <vt:lpstr>Pre-order Depth First Traversal</vt:lpstr>
      <vt:lpstr>Pre-order Depth First Traversal</vt:lpstr>
      <vt:lpstr>In-order Depth First Traversal</vt:lpstr>
      <vt:lpstr>In-order Depth First Traversal</vt:lpstr>
      <vt:lpstr>Post-order Depth First Traversal</vt:lpstr>
      <vt:lpstr>Post-order Depth First Traversal</vt:lpstr>
      <vt:lpstr>Summary of Depth First Traversal</vt:lpstr>
      <vt:lpstr>Breath-first Traversal: Level-by-level</vt:lpstr>
      <vt:lpstr>Breath-first Traversal: Level-by-level</vt:lpstr>
      <vt:lpstr>Breath-first Traversal: Level-by-level</vt:lpstr>
      <vt:lpstr>Breath-first Traversal: Level-by-level</vt:lpstr>
      <vt:lpstr>Count Nodes in a Binary Tree (SIZE)</vt:lpstr>
      <vt:lpstr>Find the Kth-level Descendant Nodes</vt:lpstr>
      <vt:lpstr>Find the Kth-level Descendant Nodes</vt:lpstr>
      <vt:lpstr>Height of A Node in A Binary Tree</vt:lpstr>
      <vt:lpstr>Height of A Node in A Binary Tree</vt:lpstr>
      <vt:lpstr>Summary</vt:lpstr>
      <vt:lpstr>Pre-order Traversal with Stack</vt:lpstr>
      <vt:lpstr>Pre-order Traversal with Stack</vt:lpstr>
      <vt:lpstr>Pre-order Traversal with Stack</vt:lpstr>
      <vt:lpstr>Pre-order Traversal with Stack</vt:lpstr>
      <vt:lpstr>Pre-order Traversal with Stack</vt:lpstr>
      <vt:lpstr>Pre-order Traversal with Stack</vt:lpstr>
      <vt:lpstr>Pre-order Traversal with Stack</vt:lpstr>
      <vt:lpstr>Pre-order Traversal with Stack</vt:lpstr>
      <vt:lpstr>Pre-order Traversal with Stack</vt:lpstr>
      <vt:lpstr>Pre-order Traversal with Stack</vt:lpstr>
      <vt:lpstr>Pre-order Traversal with Stack</vt:lpstr>
      <vt:lpstr>Pre-order Traversal with Stack</vt:lpstr>
      <vt:lpstr>Pre-order Traversal with Stack</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&amp; Algorithms in Python  Chapter 01 – Overview  Dr. Owen Noel Newton Fernando</dc:title>
  <dc:creator>Thisura Embuldeniya</dc:creator>
  <cp:lastModifiedBy>Owen Noel Newton Fernando (Dr)</cp:lastModifiedBy>
  <cp:revision>82</cp:revision>
  <dcterms:created xsi:type="dcterms:W3CDTF">2024-09-01T19:11:44Z</dcterms:created>
  <dcterms:modified xsi:type="dcterms:W3CDTF">2026-02-10T08:57:59Z</dcterms:modified>
</cp:coreProperties>
</file>