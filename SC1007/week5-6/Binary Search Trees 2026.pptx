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7" r:id="rId1"/>
    <p:sldMasterId id="2147483712" r:id="rId2"/>
  </p:sldMasterIdLst>
  <p:notesMasterIdLst>
    <p:notesMasterId r:id="rId51"/>
  </p:notesMasterIdLst>
  <p:handoutMasterIdLst>
    <p:handoutMasterId r:id="rId52"/>
  </p:handoutMasterIdLst>
  <p:sldIdLst>
    <p:sldId id="256" r:id="rId3"/>
    <p:sldId id="720" r:id="rId4"/>
    <p:sldId id="726" r:id="rId5"/>
    <p:sldId id="731" r:id="rId6"/>
    <p:sldId id="732" r:id="rId7"/>
    <p:sldId id="791" r:id="rId8"/>
    <p:sldId id="734" r:id="rId9"/>
    <p:sldId id="268" r:id="rId10"/>
    <p:sldId id="257" r:id="rId11"/>
    <p:sldId id="744" r:id="rId12"/>
    <p:sldId id="735" r:id="rId13"/>
    <p:sldId id="745" r:id="rId14"/>
    <p:sldId id="746" r:id="rId15"/>
    <p:sldId id="747" r:id="rId16"/>
    <p:sldId id="736" r:id="rId17"/>
    <p:sldId id="749" r:id="rId18"/>
    <p:sldId id="754" r:id="rId19"/>
    <p:sldId id="748" r:id="rId20"/>
    <p:sldId id="755" r:id="rId21"/>
    <p:sldId id="756" r:id="rId22"/>
    <p:sldId id="757" r:id="rId23"/>
    <p:sldId id="758" r:id="rId24"/>
    <p:sldId id="737" r:id="rId25"/>
    <p:sldId id="741" r:id="rId26"/>
    <p:sldId id="739" r:id="rId27"/>
    <p:sldId id="740" r:id="rId28"/>
    <p:sldId id="738" r:id="rId29"/>
    <p:sldId id="750" r:id="rId30"/>
    <p:sldId id="751" r:id="rId31"/>
    <p:sldId id="752" r:id="rId32"/>
    <p:sldId id="753" r:id="rId33"/>
    <p:sldId id="296" r:id="rId34"/>
    <p:sldId id="742" r:id="rId35"/>
    <p:sldId id="743" r:id="rId36"/>
    <p:sldId id="270" r:id="rId37"/>
    <p:sldId id="271" r:id="rId38"/>
    <p:sldId id="792" r:id="rId39"/>
    <p:sldId id="297" r:id="rId40"/>
    <p:sldId id="298" r:id="rId41"/>
    <p:sldId id="300" r:id="rId42"/>
    <p:sldId id="301" r:id="rId43"/>
    <p:sldId id="302" r:id="rId44"/>
    <p:sldId id="759" r:id="rId45"/>
    <p:sldId id="760" r:id="rId46"/>
    <p:sldId id="762" r:id="rId47"/>
    <p:sldId id="761" r:id="rId48"/>
    <p:sldId id="303" r:id="rId49"/>
    <p:sldId id="785" r:id="rId50"/>
  </p:sldIdLst>
  <p:sldSz cx="12192000" cy="6858000"/>
  <p:notesSz cx="6858000" cy="91170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06A8"/>
    <a:srgbClr val="007000"/>
    <a:srgbClr val="005684"/>
    <a:srgbClr val="008101"/>
    <a:srgbClr val="00D500"/>
    <a:srgbClr val="00D5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00770E-94F7-477C-8409-7194018A008F}" v="144" dt="2025-02-16T09:07:36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8" autoAdjust="0"/>
    <p:restoredTop sz="88015" autoAdjust="0"/>
  </p:normalViewPr>
  <p:slideViewPr>
    <p:cSldViewPr>
      <p:cViewPr varScale="1">
        <p:scale>
          <a:sx n="97" d="100"/>
          <a:sy n="97" d="100"/>
        </p:scale>
        <p:origin x="1110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20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en Noel Newton Fernando (Dr)" userId="f932e6a7-513b-4f8f-b71e-1f37278898b3" providerId="ADAL" clId="{6C00770E-94F7-477C-8409-7194018A008F}"/>
    <pc:docChg chg="undo redo custSel addSld delSld modSld modMainMaster">
      <pc:chgData name="Owen Noel Newton Fernando (Dr)" userId="f932e6a7-513b-4f8f-b71e-1f37278898b3" providerId="ADAL" clId="{6C00770E-94F7-477C-8409-7194018A008F}" dt="2025-02-16T09:14:17.444" v="1431" actId="6549"/>
      <pc:docMkLst>
        <pc:docMk/>
      </pc:docMkLst>
      <pc:sldChg chg="addSp modSp mod modNotesTx">
        <pc:chgData name="Owen Noel Newton Fernando (Dr)" userId="f932e6a7-513b-4f8f-b71e-1f37278898b3" providerId="ADAL" clId="{6C00770E-94F7-477C-8409-7194018A008F}" dt="2025-02-16T09:13:25.544" v="1420" actId="6549"/>
        <pc:sldMkLst>
          <pc:docMk/>
          <pc:sldMk cId="0" sldId="257"/>
        </pc:sldMkLst>
        <pc:spChg chg="add mod">
          <ac:chgData name="Owen Noel Newton Fernando (Dr)" userId="f932e6a7-513b-4f8f-b71e-1f37278898b3" providerId="ADAL" clId="{6C00770E-94F7-477C-8409-7194018A008F}" dt="2025-02-16T06:35:12.954" v="178" actId="207"/>
          <ac:spMkLst>
            <pc:docMk/>
            <pc:sldMk cId="0" sldId="257"/>
            <ac:spMk id="2" creationId="{2DE957D5-38D3-AF1C-AAD7-4A6F14B10ECB}"/>
          </ac:spMkLst>
        </pc:spChg>
        <pc:spChg chg="mod">
          <ac:chgData name="Owen Noel Newton Fernando (Dr)" userId="f932e6a7-513b-4f8f-b71e-1f37278898b3" providerId="ADAL" clId="{6C00770E-94F7-477C-8409-7194018A008F}" dt="2025-02-16T06:47:40.042" v="229" actId="20577"/>
          <ac:spMkLst>
            <pc:docMk/>
            <pc:sldMk cId="0" sldId="257"/>
            <ac:spMk id="5123" creationId="{12ECF6F9-19DD-443E-A488-9FF5807AC459}"/>
          </ac:spMkLst>
        </pc:spChg>
        <pc:spChg chg="mod">
          <ac:chgData name="Owen Noel Newton Fernando (Dr)" userId="f932e6a7-513b-4f8f-b71e-1f37278898b3" providerId="ADAL" clId="{6C00770E-94F7-477C-8409-7194018A008F}" dt="2025-02-16T02:39:00.006" v="4"/>
          <ac:spMkLst>
            <pc:docMk/>
            <pc:sldMk cId="0" sldId="257"/>
            <ac:spMk id="15361" creationId="{AE6F81DA-C078-15C9-3DC0-A9E040595D23}"/>
          </ac:spMkLst>
        </pc:spChg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58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0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1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2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3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4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5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6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7"/>
        </pc:sldMkLst>
      </pc:sldChg>
      <pc:sldChg chg="modSp add del mod modNotesTx">
        <pc:chgData name="Owen Noel Newton Fernando (Dr)" userId="f932e6a7-513b-4f8f-b71e-1f37278898b3" providerId="ADAL" clId="{6C00770E-94F7-477C-8409-7194018A008F}" dt="2025-02-16T09:13:20.600" v="1419" actId="6549"/>
        <pc:sldMkLst>
          <pc:docMk/>
          <pc:sldMk cId="0" sldId="268"/>
        </pc:sldMkLst>
        <pc:spChg chg="mod">
          <ac:chgData name="Owen Noel Newton Fernando (Dr)" userId="f932e6a7-513b-4f8f-b71e-1f37278898b3" providerId="ADAL" clId="{6C00770E-94F7-477C-8409-7194018A008F}" dt="2025-02-16T06:33:29.231" v="171" actId="14100"/>
          <ac:spMkLst>
            <pc:docMk/>
            <pc:sldMk cId="0" sldId="268"/>
            <ac:spMk id="22531" creationId="{18BE1F34-73CE-2C3D-61E0-BDCC95E9F74A}"/>
          </ac:spMkLst>
        </pc:spChg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69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70"/>
        </pc:sldMkLst>
      </pc:sldChg>
      <pc:sldChg chg="modSp add mod">
        <pc:chgData name="Owen Noel Newton Fernando (Dr)" userId="f932e6a7-513b-4f8f-b71e-1f37278898b3" providerId="ADAL" clId="{6C00770E-94F7-477C-8409-7194018A008F}" dt="2025-02-16T08:03:24.482" v="897" actId="15"/>
        <pc:sldMkLst>
          <pc:docMk/>
          <pc:sldMk cId="2082602585" sldId="270"/>
        </pc:sldMkLst>
        <pc:spChg chg="mod">
          <ac:chgData name="Owen Noel Newton Fernando (Dr)" userId="f932e6a7-513b-4f8f-b71e-1f37278898b3" providerId="ADAL" clId="{6C00770E-94F7-477C-8409-7194018A008F}" dt="2025-02-16T08:03:24.482" v="897" actId="15"/>
          <ac:spMkLst>
            <pc:docMk/>
            <pc:sldMk cId="2082602585" sldId="270"/>
            <ac:spMk id="2" creationId="{00000000-0000-0000-0000-000000000000}"/>
          </ac:spMkLst>
        </pc:spChg>
      </pc:sldChg>
      <pc:sldChg chg="addSp delSp modSp add mod delAnim modAnim">
        <pc:chgData name="Owen Noel Newton Fernando (Dr)" userId="f932e6a7-513b-4f8f-b71e-1f37278898b3" providerId="ADAL" clId="{6C00770E-94F7-477C-8409-7194018A008F}" dt="2025-02-16T08:24:39.938" v="1345" actId="27636"/>
        <pc:sldMkLst>
          <pc:docMk/>
          <pc:sldMk cId="615635895" sldId="271"/>
        </pc:sldMkLst>
        <pc:spChg chg="mod">
          <ac:chgData name="Owen Noel Newton Fernando (Dr)" userId="f932e6a7-513b-4f8f-b71e-1f37278898b3" providerId="ADAL" clId="{6C00770E-94F7-477C-8409-7194018A008F}" dt="2025-02-16T08:24:39.938" v="1345" actId="27636"/>
          <ac:spMkLst>
            <pc:docMk/>
            <pc:sldMk cId="615635895" sldId="271"/>
            <ac:spMk id="2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5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9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11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13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14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16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22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25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27" creationId="{00000000-0000-0000-0000-000000000000}"/>
          </ac:spMkLst>
        </pc:spChg>
        <pc:spChg chg="del">
          <ac:chgData name="Owen Noel Newton Fernando (Dr)" userId="f932e6a7-513b-4f8f-b71e-1f37278898b3" providerId="ADAL" clId="{6C00770E-94F7-477C-8409-7194018A008F}" dt="2025-02-16T08:06:22.628" v="902" actId="478"/>
          <ac:spMkLst>
            <pc:docMk/>
            <pc:sldMk cId="615635895" sldId="271"/>
            <ac:spMk id="42" creationId="{00000000-0000-0000-0000-000000000000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48" creationId="{966E21C8-622E-F793-55A0-63F790860BAE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49" creationId="{351826A5-1BA3-DDEF-DDEF-D486370A2B88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51" creationId="{63B28EBD-E4CA-42D5-1953-263565E67D0A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55" creationId="{C1FB8DBC-64D9-BB4C-3C94-7FD5DF439DF3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61" creationId="{328E70EF-AA93-E4A8-3D94-6BC1822DD187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62" creationId="{E961F276-DE8D-F45D-B253-A61D5D025A6E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65" creationId="{064FBE05-21E8-2E93-6048-B578CF99E308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66" creationId="{EA55FCA0-4027-8C82-C476-FA9FB83BF006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67" creationId="{9045F458-F8BF-5D03-0F65-E734A526110D}"/>
          </ac:spMkLst>
        </pc:spChg>
        <pc:spChg chg="add del mod">
          <ac:chgData name="Owen Noel Newton Fernando (Dr)" userId="f932e6a7-513b-4f8f-b71e-1f37278898b3" providerId="ADAL" clId="{6C00770E-94F7-477C-8409-7194018A008F}" dt="2025-02-16T08:24:32.151" v="1310" actId="478"/>
          <ac:spMkLst>
            <pc:docMk/>
            <pc:sldMk cId="615635895" sldId="271"/>
            <ac:spMk id="69" creationId="{C4F41118-6144-951D-38C1-4C6026E89639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88" creationId="{55141531-3FC1-776D-FC65-FF5D9E746FA8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91" creationId="{730E8365-3CBA-41A9-1EF7-669C6D7C7096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93" creationId="{4FAB135A-0957-54FF-8D97-517BC7220DB1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94" creationId="{09B5C24A-F0ED-8956-F8E3-CDAAB59F27EA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95" creationId="{9A961626-A1F1-4D0F-5B64-8E3B40093DF5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96" creationId="{5A192335-E626-A189-8429-C8C23A7110EC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101" creationId="{97F65950-8042-2C47-3BFD-F7E8975A39AF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103" creationId="{CC74930B-BD39-A128-11B3-051A52284D84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105" creationId="{ECB75915-71CA-D3EB-733D-677941BDF799}"/>
          </ac:spMkLst>
        </pc:spChg>
        <pc:spChg chg="add mod">
          <ac:chgData name="Owen Noel Newton Fernando (Dr)" userId="f932e6a7-513b-4f8f-b71e-1f37278898b3" providerId="ADAL" clId="{6C00770E-94F7-477C-8409-7194018A008F}" dt="2025-02-16T08:24:36.153" v="1343" actId="1038"/>
          <ac:spMkLst>
            <pc:docMk/>
            <pc:sldMk cId="615635895" sldId="271"/>
            <ac:spMk id="120" creationId="{BC04AE06-D49B-87E4-AA21-459831573465}"/>
          </ac:spMkLst>
        </pc:spChg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72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79"/>
        </pc:sldMkLst>
      </pc:sldChg>
      <pc:sldChg chg="del">
        <pc:chgData name="Owen Noel Newton Fernando (Dr)" userId="f932e6a7-513b-4f8f-b71e-1f37278898b3" providerId="ADAL" clId="{6C00770E-94F7-477C-8409-7194018A008F}" dt="2025-02-16T02:21:32.047" v="1" actId="47"/>
        <pc:sldMkLst>
          <pc:docMk/>
          <pc:sldMk cId="0" sldId="280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82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93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0" sldId="295"/>
        </pc:sldMkLst>
      </pc:sldChg>
      <pc:sldChg chg="addSp delSp modSp mod modAnim modNotesTx">
        <pc:chgData name="Owen Noel Newton Fernando (Dr)" userId="f932e6a7-513b-4f8f-b71e-1f37278898b3" providerId="ADAL" clId="{6C00770E-94F7-477C-8409-7194018A008F}" dt="2025-02-16T09:13:50.667" v="1426" actId="6549"/>
        <pc:sldMkLst>
          <pc:docMk/>
          <pc:sldMk cId="137300628" sldId="296"/>
        </pc:sldMkLst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2" creationId="{F36D1FC5-AB92-CF8E-B106-721717B9F243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6" creationId="{1AA615EB-E316-46CC-BBE2-3677E049D3DB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9" creationId="{7C2F1091-2A7A-F6EC-93E5-0493ECCEC56A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10" creationId="{8C983ADD-E8E5-C0A5-72BC-9B68A2B8EE8B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12" creationId="{0CBF1E9A-CD4B-216D-8C5D-7F050D03B02E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14" creationId="{9935B9AF-E550-CCEC-A4C7-9947677B929F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16" creationId="{1C018AEA-2B39-15AD-5E2C-345281439592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20" creationId="{269812C6-8970-12BF-C56B-DEBC49C93007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21" creationId="{21CAB39A-452D-3B3E-2106-4EF55AA95432}"/>
          </ac:spMkLst>
        </pc:spChg>
        <pc:spChg chg="add del mod">
          <ac:chgData name="Owen Noel Newton Fernando (Dr)" userId="f932e6a7-513b-4f8f-b71e-1f37278898b3" providerId="ADAL" clId="{6C00770E-94F7-477C-8409-7194018A008F}" dt="2025-02-16T08:00:00.325" v="877" actId="478"/>
          <ac:spMkLst>
            <pc:docMk/>
            <pc:sldMk cId="137300628" sldId="296"/>
            <ac:spMk id="25" creationId="{6ED89E8B-15C5-63C4-048E-EE992D0A00E7}"/>
          </ac:spMkLst>
        </pc:spChg>
        <pc:spChg chg="mod">
          <ac:chgData name="Owen Noel Newton Fernando (Dr)" userId="f932e6a7-513b-4f8f-b71e-1f37278898b3" providerId="ADAL" clId="{6C00770E-94F7-477C-8409-7194018A008F}" dt="2025-02-16T08:00:31.310" v="880" actId="255"/>
          <ac:spMkLst>
            <pc:docMk/>
            <pc:sldMk cId="137300628" sldId="296"/>
            <ac:spMk id="39938" creationId="{3E9484EB-9980-F31A-C315-AE33D3973436}"/>
          </ac:spMkLst>
        </pc:spChg>
      </pc:sldChg>
      <pc:sldChg chg="delSp modSp mod delAnim modNotesTx">
        <pc:chgData name="Owen Noel Newton Fernando (Dr)" userId="f932e6a7-513b-4f8f-b71e-1f37278898b3" providerId="ADAL" clId="{6C00770E-94F7-477C-8409-7194018A008F}" dt="2025-02-16T09:14:12.414" v="1430" actId="6549"/>
        <pc:sldMkLst>
          <pc:docMk/>
          <pc:sldMk cId="515694138" sldId="297"/>
        </pc:sldMkLst>
        <pc:spChg chg="mod">
          <ac:chgData name="Owen Noel Newton Fernando (Dr)" userId="f932e6a7-513b-4f8f-b71e-1f37278898b3" providerId="ADAL" clId="{6C00770E-94F7-477C-8409-7194018A008F}" dt="2025-02-16T09:00:49.153" v="1398" actId="20577"/>
          <ac:spMkLst>
            <pc:docMk/>
            <pc:sldMk cId="515694138" sldId="297"/>
            <ac:spMk id="3" creationId="{99E9E06E-4ABA-B624-6921-E554FE8E3CA7}"/>
          </ac:spMkLst>
        </pc:spChg>
        <pc:spChg chg="del mod">
          <ac:chgData name="Owen Noel Newton Fernando (Dr)" userId="f932e6a7-513b-4f8f-b71e-1f37278898b3" providerId="ADAL" clId="{6C00770E-94F7-477C-8409-7194018A008F}" dt="2025-02-16T09:06:20.852" v="1408" actId="478"/>
          <ac:spMkLst>
            <pc:docMk/>
            <pc:sldMk cId="515694138" sldId="297"/>
            <ac:spMk id="22" creationId="{9F5C7502-D608-6406-688E-ECA7B34C6C93}"/>
          </ac:spMkLst>
        </pc:spChg>
        <pc:spChg chg="del">
          <ac:chgData name="Owen Noel Newton Fernando (Dr)" userId="f932e6a7-513b-4f8f-b71e-1f37278898b3" providerId="ADAL" clId="{6C00770E-94F7-477C-8409-7194018A008F}" dt="2025-02-16T09:06:25.941" v="1409" actId="478"/>
          <ac:spMkLst>
            <pc:docMk/>
            <pc:sldMk cId="515694138" sldId="297"/>
            <ac:spMk id="23" creationId="{4A6FFA89-5524-1B9C-2898-4BED2DD7AC42}"/>
          </ac:spMkLst>
        </pc:spChg>
      </pc:sldChg>
      <pc:sldChg chg="delSp modSp mod delAnim modNotesTx">
        <pc:chgData name="Owen Noel Newton Fernando (Dr)" userId="f932e6a7-513b-4f8f-b71e-1f37278898b3" providerId="ADAL" clId="{6C00770E-94F7-477C-8409-7194018A008F}" dt="2025-02-16T09:14:09.234" v="1429" actId="6549"/>
        <pc:sldMkLst>
          <pc:docMk/>
          <pc:sldMk cId="145033269" sldId="298"/>
        </pc:sldMkLst>
        <pc:spChg chg="mod">
          <ac:chgData name="Owen Noel Newton Fernando (Dr)" userId="f932e6a7-513b-4f8f-b71e-1f37278898b3" providerId="ADAL" clId="{6C00770E-94F7-477C-8409-7194018A008F}" dt="2025-02-16T09:02:55.537" v="1407" actId="20577"/>
          <ac:spMkLst>
            <pc:docMk/>
            <pc:sldMk cId="145033269" sldId="298"/>
            <ac:spMk id="3" creationId="{99E9E06E-4ABA-B624-6921-E554FE8E3CA7}"/>
          </ac:spMkLst>
        </pc:spChg>
        <pc:spChg chg="del mod">
          <ac:chgData name="Owen Noel Newton Fernando (Dr)" userId="f932e6a7-513b-4f8f-b71e-1f37278898b3" providerId="ADAL" clId="{6C00770E-94F7-477C-8409-7194018A008F}" dt="2025-02-16T09:06:33.302" v="1410" actId="478"/>
          <ac:spMkLst>
            <pc:docMk/>
            <pc:sldMk cId="145033269" sldId="298"/>
            <ac:spMk id="49" creationId="{2C45DC01-018F-94FB-8B96-812A84552421}"/>
          </ac:spMkLst>
        </pc:spChg>
        <pc:spChg chg="del">
          <ac:chgData name="Owen Noel Newton Fernando (Dr)" userId="f932e6a7-513b-4f8f-b71e-1f37278898b3" providerId="ADAL" clId="{6C00770E-94F7-477C-8409-7194018A008F}" dt="2025-02-16T09:06:36.902" v="1411" actId="478"/>
          <ac:spMkLst>
            <pc:docMk/>
            <pc:sldMk cId="145033269" sldId="298"/>
            <ac:spMk id="50" creationId="{335C2682-9123-9247-7C12-B2E279BCAB9F}"/>
          </ac:spMkLst>
        </pc:spChg>
      </pc:sldChg>
      <pc:sldChg chg="modNotesTx">
        <pc:chgData name="Owen Noel Newton Fernando (Dr)" userId="f932e6a7-513b-4f8f-b71e-1f37278898b3" providerId="ADAL" clId="{6C00770E-94F7-477C-8409-7194018A008F}" dt="2025-02-16T09:14:17.444" v="1431" actId="6549"/>
        <pc:sldMkLst>
          <pc:docMk/>
          <pc:sldMk cId="2257767374" sldId="299"/>
        </pc:sldMkLst>
      </pc:sldChg>
      <pc:sldChg chg="modSp">
        <pc:chgData name="Owen Noel Newton Fernando (Dr)" userId="f932e6a7-513b-4f8f-b71e-1f37278898b3" providerId="ADAL" clId="{6C00770E-94F7-477C-8409-7194018A008F}" dt="2025-02-16T09:07:36.746" v="1412" actId="6549"/>
        <pc:sldMkLst>
          <pc:docMk/>
          <pc:sldMk cId="527545984" sldId="303"/>
        </pc:sldMkLst>
        <pc:spChg chg="mod">
          <ac:chgData name="Owen Noel Newton Fernando (Dr)" userId="f932e6a7-513b-4f8f-b71e-1f37278898b3" providerId="ADAL" clId="{6C00770E-94F7-477C-8409-7194018A008F}" dt="2025-02-16T09:07:36.746" v="1412" actId="6549"/>
          <ac:spMkLst>
            <pc:docMk/>
            <pc:sldMk cId="527545984" sldId="303"/>
            <ac:spMk id="39938" creationId="{3E9484EB-9980-F31A-C315-AE33D3973436}"/>
          </ac:spMkLst>
        </pc:spChg>
      </pc:sldChg>
      <pc:sldChg chg="del">
        <pc:chgData name="Owen Noel Newton Fernando (Dr)" userId="f932e6a7-513b-4f8f-b71e-1f37278898b3" providerId="ADAL" clId="{6C00770E-94F7-477C-8409-7194018A008F}" dt="2025-02-16T02:21:32.047" v="1" actId="47"/>
        <pc:sldMkLst>
          <pc:docMk/>
          <pc:sldMk cId="1049852564" sldId="304"/>
        </pc:sldMkLst>
      </pc:sldChg>
      <pc:sldChg chg="del">
        <pc:chgData name="Owen Noel Newton Fernando (Dr)" userId="f932e6a7-513b-4f8f-b71e-1f37278898b3" providerId="ADAL" clId="{6C00770E-94F7-477C-8409-7194018A008F}" dt="2025-02-16T02:21:32.047" v="1" actId="47"/>
        <pc:sldMkLst>
          <pc:docMk/>
          <pc:sldMk cId="413197345" sldId="305"/>
        </pc:sldMkLst>
      </pc:sldChg>
      <pc:sldChg chg="del">
        <pc:chgData name="Owen Noel Newton Fernando (Dr)" userId="f932e6a7-513b-4f8f-b71e-1f37278898b3" providerId="ADAL" clId="{6C00770E-94F7-477C-8409-7194018A008F}" dt="2025-02-16T02:21:32.047" v="1" actId="47"/>
        <pc:sldMkLst>
          <pc:docMk/>
          <pc:sldMk cId="3746072304" sldId="307"/>
        </pc:sldMkLst>
      </pc:sldChg>
      <pc:sldChg chg="del">
        <pc:chgData name="Owen Noel Newton Fernando (Dr)" userId="f932e6a7-513b-4f8f-b71e-1f37278898b3" providerId="ADAL" clId="{6C00770E-94F7-477C-8409-7194018A008F}" dt="2025-02-16T02:21:18.970" v="0" actId="47"/>
        <pc:sldMkLst>
          <pc:docMk/>
          <pc:sldMk cId="1560897594" sldId="308"/>
        </pc:sldMkLst>
      </pc:sldChg>
      <pc:sldChg chg="add del">
        <pc:chgData name="Owen Noel Newton Fernando (Dr)" userId="f932e6a7-513b-4f8f-b71e-1f37278898b3" providerId="ADAL" clId="{6C00770E-94F7-477C-8409-7194018A008F}" dt="2025-02-16T08:20:37.094" v="1114" actId="47"/>
        <pc:sldMkLst>
          <pc:docMk/>
          <pc:sldMk cId="1308271861" sldId="666"/>
        </pc:sldMkLst>
      </pc:sldChg>
      <pc:sldChg chg="modSp add mod modAnim modNotesTx">
        <pc:chgData name="Owen Noel Newton Fernando (Dr)" userId="f932e6a7-513b-4f8f-b71e-1f37278898b3" providerId="ADAL" clId="{6C00770E-94F7-477C-8409-7194018A008F}" dt="2025-02-16T09:12:57.121" v="1413" actId="6549"/>
        <pc:sldMkLst>
          <pc:docMk/>
          <pc:sldMk cId="3104370161" sldId="720"/>
        </pc:sldMkLst>
        <pc:spChg chg="mod">
          <ac:chgData name="Owen Noel Newton Fernando (Dr)" userId="f932e6a7-513b-4f8f-b71e-1f37278898b3" providerId="ADAL" clId="{6C00770E-94F7-477C-8409-7194018A008F}" dt="2025-02-16T02:53:59.268" v="33" actId="20577"/>
          <ac:spMkLst>
            <pc:docMk/>
            <pc:sldMk cId="3104370161" sldId="720"/>
            <ac:spMk id="2" creationId="{00000000-0000-0000-0000-000000000000}"/>
          </ac:spMkLst>
        </pc:spChg>
        <pc:spChg chg="mod">
          <ac:chgData name="Owen Noel Newton Fernando (Dr)" userId="f932e6a7-513b-4f8f-b71e-1f37278898b3" providerId="ADAL" clId="{6C00770E-94F7-477C-8409-7194018A008F}" dt="2025-02-16T02:55:18.799" v="70" actId="113"/>
          <ac:spMkLst>
            <pc:docMk/>
            <pc:sldMk cId="3104370161" sldId="720"/>
            <ac:spMk id="3" creationId="{00000000-0000-0000-0000-000000000000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4" creationId="{25704120-863B-3025-0CEA-AB81F00799AD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5" creationId="{D79E572D-2772-685E-5FE4-F2C241AC13A0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7" creationId="{32F0103A-A9DC-F1D7-B0B5-42711FFE11DA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8" creationId="{021D4A09-B1F4-FED4-F010-5A72A24EF451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9" creationId="{CB0B5F50-D87D-D2F6-B8F1-4CB9449A1356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11" creationId="{68BEAD76-BD73-5531-3C6A-BCD7826ED427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12" creationId="{ECEC5479-1FF7-6B24-3FD6-E77186F5D2D6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14" creationId="{31D8CB74-0E8B-16D0-6996-60C8ACCD992F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15" creationId="{FB22DC2B-D72F-C98D-42E3-914EC28AB1FA}"/>
          </ac:spMkLst>
        </pc:spChg>
        <pc:spChg chg="mod">
          <ac:chgData name="Owen Noel Newton Fernando (Dr)" userId="f932e6a7-513b-4f8f-b71e-1f37278898b3" providerId="ADAL" clId="{6C00770E-94F7-477C-8409-7194018A008F}" dt="2025-02-16T02:54:22.537" v="62" actId="1035"/>
          <ac:spMkLst>
            <pc:docMk/>
            <pc:sldMk cId="3104370161" sldId="720"/>
            <ac:spMk id="16" creationId="{0E2C2C60-F849-5259-C23E-1827BB4A0EB5}"/>
          </ac:spMkLst>
        </pc:spChg>
      </pc:sldChg>
      <pc:sldChg chg="add modNotesTx">
        <pc:chgData name="Owen Noel Newton Fernando (Dr)" userId="f932e6a7-513b-4f8f-b71e-1f37278898b3" providerId="ADAL" clId="{6C00770E-94F7-477C-8409-7194018A008F}" dt="2025-02-16T09:13:02.153" v="1414" actId="6549"/>
        <pc:sldMkLst>
          <pc:docMk/>
          <pc:sldMk cId="1716071346" sldId="726"/>
        </pc:sldMkLst>
      </pc:sldChg>
      <pc:sldChg chg="add modNotesTx">
        <pc:chgData name="Owen Noel Newton Fernando (Dr)" userId="f932e6a7-513b-4f8f-b71e-1f37278898b3" providerId="ADAL" clId="{6C00770E-94F7-477C-8409-7194018A008F}" dt="2025-02-16T09:13:08.050" v="1415" actId="6549"/>
        <pc:sldMkLst>
          <pc:docMk/>
          <pc:sldMk cId="1171727982" sldId="731"/>
        </pc:sldMkLst>
      </pc:sldChg>
      <pc:sldChg chg="modSp add mod modNotesTx">
        <pc:chgData name="Owen Noel Newton Fernando (Dr)" userId="f932e6a7-513b-4f8f-b71e-1f37278898b3" providerId="ADAL" clId="{6C00770E-94F7-477C-8409-7194018A008F}" dt="2025-02-16T09:13:12.040" v="1416" actId="6549"/>
        <pc:sldMkLst>
          <pc:docMk/>
          <pc:sldMk cId="1291409435" sldId="732"/>
        </pc:sldMkLst>
        <pc:spChg chg="mod">
          <ac:chgData name="Owen Noel Newton Fernando (Dr)" userId="f932e6a7-513b-4f8f-b71e-1f37278898b3" providerId="ADAL" clId="{6C00770E-94F7-477C-8409-7194018A008F}" dt="2025-02-16T03:06:55.244" v="74" actId="255"/>
          <ac:spMkLst>
            <pc:docMk/>
            <pc:sldMk cId="1291409435" sldId="732"/>
            <ac:spMk id="4" creationId="{9960EAA0-899D-8F05-86FF-924CC902972C}"/>
          </ac:spMkLst>
        </pc:spChg>
        <pc:spChg chg="mod">
          <ac:chgData name="Owen Noel Newton Fernando (Dr)" userId="f932e6a7-513b-4f8f-b71e-1f37278898b3" providerId="ADAL" clId="{6C00770E-94F7-477C-8409-7194018A008F}" dt="2025-02-16T03:07:18.527" v="80" actId="1036"/>
          <ac:spMkLst>
            <pc:docMk/>
            <pc:sldMk cId="1291409435" sldId="732"/>
            <ac:spMk id="34" creationId="{32906292-AC6E-D286-9711-F999C8401904}"/>
          </ac:spMkLst>
        </pc:spChg>
      </pc:sldChg>
      <pc:sldChg chg="addSp delSp modSp add mod delAnim modAnim modNotesTx">
        <pc:chgData name="Owen Noel Newton Fernando (Dr)" userId="f932e6a7-513b-4f8f-b71e-1f37278898b3" providerId="ADAL" clId="{6C00770E-94F7-477C-8409-7194018A008F}" dt="2025-02-16T09:13:14.937" v="1417" actId="6549"/>
        <pc:sldMkLst>
          <pc:docMk/>
          <pc:sldMk cId="2032962366" sldId="733"/>
        </pc:sldMkLst>
        <pc:spChg chg="mod">
          <ac:chgData name="Owen Noel Newton Fernando (Dr)" userId="f932e6a7-513b-4f8f-b71e-1f37278898b3" providerId="ADAL" clId="{6C00770E-94F7-477C-8409-7194018A008F}" dt="2025-02-16T03:14:46.110" v="112" actId="207"/>
          <ac:spMkLst>
            <pc:docMk/>
            <pc:sldMk cId="2032962366" sldId="733"/>
            <ac:spMk id="2" creationId="{784563D2-DDB4-49CA-7CB5-103938000217}"/>
          </ac:spMkLst>
        </pc:spChg>
        <pc:spChg chg="del">
          <ac:chgData name="Owen Noel Newton Fernando (Dr)" userId="f932e6a7-513b-4f8f-b71e-1f37278898b3" providerId="ADAL" clId="{6C00770E-94F7-477C-8409-7194018A008F}" dt="2025-02-16T03:08:10.202" v="82" actId="478"/>
          <ac:spMkLst>
            <pc:docMk/>
            <pc:sldMk cId="2032962366" sldId="733"/>
            <ac:spMk id="45" creationId="{04FBF837-8E39-5893-4394-DA4FEA961D3B}"/>
          </ac:spMkLst>
        </pc:spChg>
        <pc:spChg chg="del">
          <ac:chgData name="Owen Noel Newton Fernando (Dr)" userId="f932e6a7-513b-4f8f-b71e-1f37278898b3" providerId="ADAL" clId="{6C00770E-94F7-477C-8409-7194018A008F}" dt="2025-02-16T03:08:12.602" v="83" actId="478"/>
          <ac:spMkLst>
            <pc:docMk/>
            <pc:sldMk cId="2032962366" sldId="733"/>
            <ac:spMk id="46" creationId="{1D64CBA5-627F-8624-469E-ABE31E9FA451}"/>
          </ac:spMkLst>
        </pc:spChg>
        <pc:spChg chg="mod">
          <ac:chgData name="Owen Noel Newton Fernando (Dr)" userId="f932e6a7-513b-4f8f-b71e-1f37278898b3" providerId="ADAL" clId="{6C00770E-94F7-477C-8409-7194018A008F}" dt="2025-02-16T03:18:28.357" v="154" actId="113"/>
          <ac:spMkLst>
            <pc:docMk/>
            <pc:sldMk cId="2032962366" sldId="733"/>
            <ac:spMk id="47" creationId="{A26E1564-DC7C-EBB3-6CC3-0A2C65EBD157}"/>
          </ac:spMkLst>
        </pc:spChg>
        <pc:spChg chg="add del mod">
          <ac:chgData name="Owen Noel Newton Fernando (Dr)" userId="f932e6a7-513b-4f8f-b71e-1f37278898b3" providerId="ADAL" clId="{6C00770E-94F7-477C-8409-7194018A008F}" dt="2025-02-16T03:16:21.275" v="140" actId="478"/>
          <ac:spMkLst>
            <pc:docMk/>
            <pc:sldMk cId="2032962366" sldId="733"/>
            <ac:spMk id="48" creationId="{B1C27F8F-8671-1529-6A37-BBDD76B89C16}"/>
          </ac:spMkLst>
        </pc:spChg>
        <pc:spChg chg="del mod">
          <ac:chgData name="Owen Noel Newton Fernando (Dr)" userId="f932e6a7-513b-4f8f-b71e-1f37278898b3" providerId="ADAL" clId="{6C00770E-94F7-477C-8409-7194018A008F}" dt="2025-02-16T03:16:10.630" v="138" actId="478"/>
          <ac:spMkLst>
            <pc:docMk/>
            <pc:sldMk cId="2032962366" sldId="733"/>
            <ac:spMk id="49" creationId="{A5608055-1AD9-BB5E-E534-8C31072EDA16}"/>
          </ac:spMkLst>
        </pc:spChg>
        <pc:spChg chg="add mod">
          <ac:chgData name="Owen Noel Newton Fernando (Dr)" userId="f932e6a7-513b-4f8f-b71e-1f37278898b3" providerId="ADAL" clId="{6C00770E-94F7-477C-8409-7194018A008F}" dt="2025-02-16T03:17:13.569" v="146" actId="1038"/>
          <ac:spMkLst>
            <pc:docMk/>
            <pc:sldMk cId="2032962366" sldId="733"/>
            <ac:spMk id="50" creationId="{5CD14BED-6D42-B6DE-543A-1161EF05669A}"/>
          </ac:spMkLst>
        </pc:spChg>
        <pc:grpChg chg="mod">
          <ac:chgData name="Owen Noel Newton Fernando (Dr)" userId="f932e6a7-513b-4f8f-b71e-1f37278898b3" providerId="ADAL" clId="{6C00770E-94F7-477C-8409-7194018A008F}" dt="2025-02-16T03:13:47.701" v="95" actId="1038"/>
          <ac:grpSpMkLst>
            <pc:docMk/>
            <pc:sldMk cId="2032962366" sldId="733"/>
            <ac:grpSpMk id="4" creationId="{6FF19DDB-D99B-8230-0EF1-F7E8C52B4A13}"/>
          </ac:grpSpMkLst>
        </pc:grpChg>
      </pc:sldChg>
      <pc:sldChg chg="modSp add mod modAnim modNotesTx">
        <pc:chgData name="Owen Noel Newton Fernando (Dr)" userId="f932e6a7-513b-4f8f-b71e-1f37278898b3" providerId="ADAL" clId="{6C00770E-94F7-477C-8409-7194018A008F}" dt="2025-02-16T09:13:17.944" v="1418" actId="6549"/>
        <pc:sldMkLst>
          <pc:docMk/>
          <pc:sldMk cId="2137143140" sldId="734"/>
        </pc:sldMkLst>
        <pc:spChg chg="mod">
          <ac:chgData name="Owen Noel Newton Fernando (Dr)" userId="f932e6a7-513b-4f8f-b71e-1f37278898b3" providerId="ADAL" clId="{6C00770E-94F7-477C-8409-7194018A008F}" dt="2025-02-16T03:20:43.391" v="170" actId="207"/>
          <ac:spMkLst>
            <pc:docMk/>
            <pc:sldMk cId="2137143140" sldId="734"/>
            <ac:spMk id="2" creationId="{CD7AF6F2-E835-D099-F47F-0C3B7CCFC440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4" creationId="{E92575BF-0CAE-7E23-37C7-1AB474DC4FA2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5" creationId="{737AD8D8-2512-A49D-E899-AD904758E60C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9" creationId="{67EE9737-6531-D348-E34E-08528B591E8E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10" creationId="{07264414-3507-5E10-59D1-EE67D9397C9E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12" creationId="{E08E8ECF-1473-CC65-72EF-93C364812D85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15" creationId="{9317D1F1-BA6C-42FB-73AA-0675E5EDF8FE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18" creationId="{D794845E-14C3-121B-DCF6-6F11715884B2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21" creationId="{01D2BE5A-54BA-4AA8-ECA9-2FFD22D7528B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43" creationId="{86533E9F-186C-013A-76D9-A3200F41B307}"/>
          </ac:spMkLst>
        </pc:spChg>
        <pc:spChg chg="mod">
          <ac:chgData name="Owen Noel Newton Fernando (Dr)" userId="f932e6a7-513b-4f8f-b71e-1f37278898b3" providerId="ADAL" clId="{6C00770E-94F7-477C-8409-7194018A008F}" dt="2025-02-16T03:19:59.485" v="166" actId="1038"/>
          <ac:spMkLst>
            <pc:docMk/>
            <pc:sldMk cId="2137143140" sldId="734"/>
            <ac:spMk id="51" creationId="{1DF98BA4-F1C3-0F2D-2D5F-D75E8BC2454B}"/>
          </ac:spMkLst>
        </pc:spChg>
        <pc:spChg chg="mod">
          <ac:chgData name="Owen Noel Newton Fernando (Dr)" userId="f932e6a7-513b-4f8f-b71e-1f37278898b3" providerId="ADAL" clId="{6C00770E-94F7-477C-8409-7194018A008F}" dt="2025-02-16T03:20:04.420" v="167" actId="14100"/>
          <ac:spMkLst>
            <pc:docMk/>
            <pc:sldMk cId="2137143140" sldId="734"/>
            <ac:spMk id="57" creationId="{A064FA4E-9A2D-639E-F503-3B2E9D282ABB}"/>
          </ac:spMkLst>
        </pc:spChg>
      </pc:sldChg>
      <pc:sldChg chg="add del">
        <pc:chgData name="Owen Noel Newton Fernando (Dr)" userId="f932e6a7-513b-4f8f-b71e-1f37278898b3" providerId="ADAL" clId="{6C00770E-94F7-477C-8409-7194018A008F}" dt="2025-02-16T03:12:46.784" v="85" actId="47"/>
        <pc:sldMkLst>
          <pc:docMk/>
          <pc:sldMk cId="3314625848" sldId="734"/>
        </pc:sldMkLst>
      </pc:sldChg>
      <pc:sldChg chg="addSp modSp add mod modAnim modNotesTx">
        <pc:chgData name="Owen Noel Newton Fernando (Dr)" userId="f932e6a7-513b-4f8f-b71e-1f37278898b3" providerId="ADAL" clId="{6C00770E-94F7-477C-8409-7194018A008F}" dt="2025-02-16T09:13:28.811" v="1421" actId="6549"/>
        <pc:sldMkLst>
          <pc:docMk/>
          <pc:sldMk cId="14957608" sldId="735"/>
        </pc:sldMkLst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3" creationId="{EEDB1B0F-DAB9-F18F-AA0A-EB309CFE7374}"/>
          </ac:spMkLst>
        </pc:spChg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10" creationId="{FCC1E093-302E-A898-7791-DD64D28A8252}"/>
          </ac:spMkLst>
        </pc:spChg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11" creationId="{EE0EA415-A7C8-F1B2-A12C-6096836B1BD4}"/>
          </ac:spMkLst>
        </pc:spChg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48" creationId="{62C4BB54-27B3-66C3-A14A-09655238B0FB}"/>
          </ac:spMkLst>
        </pc:spChg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52" creationId="{A2EE9859-3329-B060-461D-B3E27606E571}"/>
          </ac:spMkLst>
        </pc:spChg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53" creationId="{C40F0C50-E910-E301-39EC-BF7437EF0E8D}"/>
          </ac:spMkLst>
        </pc:spChg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54" creationId="{F1394BFD-BCF2-A9EB-480E-134E66B42C8B}"/>
          </ac:spMkLst>
        </pc:spChg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55" creationId="{A5BAADF5-C191-5B99-6A1B-802D7E0E1EC9}"/>
          </ac:spMkLst>
        </pc:spChg>
        <pc:spChg chg="mod">
          <ac:chgData name="Owen Noel Newton Fernando (Dr)" userId="f932e6a7-513b-4f8f-b71e-1f37278898b3" providerId="ADAL" clId="{6C00770E-94F7-477C-8409-7194018A008F}" dt="2025-02-16T06:45:09.733" v="191"/>
          <ac:spMkLst>
            <pc:docMk/>
            <pc:sldMk cId="14957608" sldId="735"/>
            <ac:spMk id="56" creationId="{C1F38172-7042-8280-A368-11FA9EDBB681}"/>
          </ac:spMkLst>
        </pc:spChg>
        <pc:spChg chg="mod">
          <ac:chgData name="Owen Noel Newton Fernando (Dr)" userId="f932e6a7-513b-4f8f-b71e-1f37278898b3" providerId="ADAL" clId="{6C00770E-94F7-477C-8409-7194018A008F}" dt="2025-02-16T06:45:02.647" v="190" actId="15"/>
          <ac:spMkLst>
            <pc:docMk/>
            <pc:sldMk cId="14957608" sldId="735"/>
            <ac:spMk id="22531" creationId="{B2CB2536-450A-BCEB-9F79-387C1F0699CD}"/>
          </ac:spMkLst>
        </pc:spChg>
        <pc:spChg chg="add mod">
          <ac:chgData name="Owen Noel Newton Fernando (Dr)" userId="f932e6a7-513b-4f8f-b71e-1f37278898b3" providerId="ADAL" clId="{6C00770E-94F7-477C-8409-7194018A008F}" dt="2025-02-16T06:45:13.995" v="211" actId="1035"/>
          <ac:spMkLst>
            <pc:docMk/>
            <pc:sldMk cId="14957608" sldId="735"/>
            <ac:spMk id="22535" creationId="{A7930ED5-8C60-6E9B-B5CD-435DA326D1F0}"/>
          </ac:spMkLst>
        </pc:spChg>
        <pc:spChg chg="mod">
          <ac:chgData name="Owen Noel Newton Fernando (Dr)" userId="f932e6a7-513b-4f8f-b71e-1f37278898b3" providerId="ADAL" clId="{6C00770E-94F7-477C-8409-7194018A008F}" dt="2025-02-16T06:45:13.995" v="211" actId="1035"/>
          <ac:spMkLst>
            <pc:docMk/>
            <pc:sldMk cId="14957608" sldId="735"/>
            <ac:spMk id="22536" creationId="{93D5D727-DF42-3D11-8748-83D0E06EEEE1}"/>
          </ac:spMkLst>
        </pc:spChg>
        <pc:spChg chg="mod">
          <ac:chgData name="Owen Noel Newton Fernando (Dr)" userId="f932e6a7-513b-4f8f-b71e-1f37278898b3" providerId="ADAL" clId="{6C00770E-94F7-477C-8409-7194018A008F}" dt="2025-02-16T06:44:35.783" v="180"/>
          <ac:spMkLst>
            <pc:docMk/>
            <pc:sldMk cId="14957608" sldId="735"/>
            <ac:spMk id="34817" creationId="{4995228D-70DE-9DEF-6C73-D39C0E006ADE}"/>
          </ac:spMkLst>
        </pc:spChg>
        <pc:grpChg chg="mod">
          <ac:chgData name="Owen Noel Newton Fernando (Dr)" userId="f932e6a7-513b-4f8f-b71e-1f37278898b3" providerId="ADAL" clId="{6C00770E-94F7-477C-8409-7194018A008F}" dt="2025-02-16T06:45:13.995" v="211" actId="1035"/>
          <ac:grpSpMkLst>
            <pc:docMk/>
            <pc:sldMk cId="14957608" sldId="735"/>
            <ac:grpSpMk id="2" creationId="{260CCFD0-05EA-17FB-84B4-30E0EE7A81F4}"/>
          </ac:grpSpMkLst>
        </pc:grpChg>
        <pc:grpChg chg="mod">
          <ac:chgData name="Owen Noel Newton Fernando (Dr)" userId="f932e6a7-513b-4f8f-b71e-1f37278898b3" providerId="ADAL" clId="{6C00770E-94F7-477C-8409-7194018A008F}" dt="2025-02-16T06:45:13.995" v="211" actId="1035"/>
          <ac:grpSpMkLst>
            <pc:docMk/>
            <pc:sldMk cId="14957608" sldId="735"/>
            <ac:grpSpMk id="29" creationId="{DB4D8D2A-1D9C-2826-DF00-CC11C0CE9C31}"/>
          </ac:grpSpMkLst>
        </pc:grpChg>
        <pc:grpChg chg="mod">
          <ac:chgData name="Owen Noel Newton Fernando (Dr)" userId="f932e6a7-513b-4f8f-b71e-1f37278898b3" providerId="ADAL" clId="{6C00770E-94F7-477C-8409-7194018A008F}" dt="2025-02-16T06:45:13.995" v="211" actId="1035"/>
          <ac:grpSpMkLst>
            <pc:docMk/>
            <pc:sldMk cId="14957608" sldId="735"/>
            <ac:grpSpMk id="43" creationId="{7E28C4F8-CC31-DD56-2FC1-587DF380D466}"/>
          </ac:grpSpMkLst>
        </pc:grpChg>
      </pc:sldChg>
      <pc:sldChg chg="addSp delSp modSp add mod modNotesTx">
        <pc:chgData name="Owen Noel Newton Fernando (Dr)" userId="f932e6a7-513b-4f8f-b71e-1f37278898b3" providerId="ADAL" clId="{6C00770E-94F7-477C-8409-7194018A008F}" dt="2025-02-16T09:13:32.398" v="1422" actId="6549"/>
        <pc:sldMkLst>
          <pc:docMk/>
          <pc:sldMk cId="3724856006" sldId="736"/>
        </pc:sldMkLst>
        <pc:spChg chg="del">
          <ac:chgData name="Owen Noel Newton Fernando (Dr)" userId="f932e6a7-513b-4f8f-b71e-1f37278898b3" providerId="ADAL" clId="{6C00770E-94F7-477C-8409-7194018A008F}" dt="2025-02-16T06:47:18.288" v="225" actId="478"/>
          <ac:spMkLst>
            <pc:docMk/>
            <pc:sldMk cId="3724856006" sldId="736"/>
            <ac:spMk id="2" creationId="{CF8FD661-F782-7BCA-CF9C-2B22BB6F0E93}"/>
          </ac:spMkLst>
        </pc:spChg>
        <pc:spChg chg="add mod">
          <ac:chgData name="Owen Noel Newton Fernando (Dr)" userId="f932e6a7-513b-4f8f-b71e-1f37278898b3" providerId="ADAL" clId="{6C00770E-94F7-477C-8409-7194018A008F}" dt="2025-02-16T06:47:58.177" v="231" actId="207"/>
          <ac:spMkLst>
            <pc:docMk/>
            <pc:sldMk cId="3724856006" sldId="736"/>
            <ac:spMk id="3" creationId="{5169C760-666F-B456-117D-FA9775499770}"/>
          </ac:spMkLst>
        </pc:spChg>
        <pc:spChg chg="add del">
          <ac:chgData name="Owen Noel Newton Fernando (Dr)" userId="f932e6a7-513b-4f8f-b71e-1f37278898b3" providerId="ADAL" clId="{6C00770E-94F7-477C-8409-7194018A008F}" dt="2025-02-16T07:24:41.696" v="233" actId="22"/>
          <ac:spMkLst>
            <pc:docMk/>
            <pc:sldMk cId="3724856006" sldId="736"/>
            <ac:spMk id="5" creationId="{F72EE324-FA61-96C5-67E3-6934AAAB75D2}"/>
          </ac:spMkLst>
        </pc:spChg>
        <pc:spChg chg="mod">
          <ac:chgData name="Owen Noel Newton Fernando (Dr)" userId="f932e6a7-513b-4f8f-b71e-1f37278898b3" providerId="ADAL" clId="{6C00770E-94F7-477C-8409-7194018A008F}" dt="2025-02-16T06:47:32.741" v="228" actId="20577"/>
          <ac:spMkLst>
            <pc:docMk/>
            <pc:sldMk cId="3724856006" sldId="736"/>
            <ac:spMk id="5123" creationId="{D6B32573-DB0E-3B5F-B0AA-3CAA2BBFB52B}"/>
          </ac:spMkLst>
        </pc:spChg>
        <pc:spChg chg="mod">
          <ac:chgData name="Owen Noel Newton Fernando (Dr)" userId="f932e6a7-513b-4f8f-b71e-1f37278898b3" providerId="ADAL" clId="{6C00770E-94F7-477C-8409-7194018A008F}" dt="2025-02-16T06:46:39.946" v="213"/>
          <ac:spMkLst>
            <pc:docMk/>
            <pc:sldMk cId="3724856006" sldId="736"/>
            <ac:spMk id="15361" creationId="{CB394EB0-4C29-DD37-CA86-03222B203CCD}"/>
          </ac:spMkLst>
        </pc:spChg>
      </pc:sldChg>
      <pc:sldChg chg="addSp delSp modSp add mod delAnim modAnim">
        <pc:chgData name="Owen Noel Newton Fernando (Dr)" userId="f932e6a7-513b-4f8f-b71e-1f37278898b3" providerId="ADAL" clId="{6C00770E-94F7-477C-8409-7194018A008F}" dt="2025-02-16T07:50:27.259" v="704" actId="1037"/>
        <pc:sldMkLst>
          <pc:docMk/>
          <pc:sldMk cId="3833914486" sldId="737"/>
        </pc:sldMkLst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5" creationId="{59ED7119-8D1C-FE5D-82CF-92441CA36A5E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9" creationId="{878CACD4-B71E-250E-8795-19DF783CD113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10" creationId="{B8F18260-796C-A420-0E09-372DCBA90959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13" creationId="{D9D4E533-DC1A-A719-0A50-EB4B2EAF89E3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14" creationId="{EEE617E9-5E0C-86CA-E308-405A5214AFCF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16" creationId="{B56E14B5-1589-FBBD-A694-762590824446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17" creationId="{A35DB506-6DFE-6A13-0918-027FE8C949CC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20" creationId="{33ADF606-97FF-3A33-42F7-E362354B4C06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27" creationId="{7FB5D8E8-5127-7183-9F3C-04B637A369CF}"/>
          </ac:spMkLst>
        </pc:spChg>
        <pc:spChg chg="mod">
          <ac:chgData name="Owen Noel Newton Fernando (Dr)" userId="f932e6a7-513b-4f8f-b71e-1f37278898b3" providerId="ADAL" clId="{6C00770E-94F7-477C-8409-7194018A008F}" dt="2025-02-16T07:28:17.983" v="245"/>
          <ac:spMkLst>
            <pc:docMk/>
            <pc:sldMk cId="3833914486" sldId="737"/>
            <ac:spMk id="28" creationId="{DE4A9326-660E-7EB3-6697-01A29F682F94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42" creationId="{9782C134-42F0-6CAC-06E7-5362A7991AE2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47" creationId="{CC615D8E-D39D-7BCB-9397-8F3EE7368270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49" creationId="{83EA39A7-A751-9125-B1C3-DE3CDA1DA0EC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50" creationId="{D82BBD74-D238-598B-A2A4-99DD0F69CAD8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53" creationId="{51545751-0435-D816-B29B-1DE5E198B3F7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54" creationId="{9642AD83-0E5A-88F5-3116-7663C2DE84EE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58" creationId="{9AD2E783-2993-E104-CDBC-FCB0392C1F78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60" creationId="{3AF96F87-E05F-5B79-5127-321B75980CB2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61" creationId="{F38018BF-5946-3194-7E41-C710E3CB689B}"/>
          </ac:spMkLst>
        </pc:spChg>
        <pc:spChg chg="mod">
          <ac:chgData name="Owen Noel Newton Fernando (Dr)" userId="f932e6a7-513b-4f8f-b71e-1f37278898b3" providerId="ADAL" clId="{6C00770E-94F7-477C-8409-7194018A008F}" dt="2025-02-16T07:29:00.406" v="255"/>
          <ac:spMkLst>
            <pc:docMk/>
            <pc:sldMk cId="3833914486" sldId="737"/>
            <ac:spMk id="39936" creationId="{1EC80EE6-43FD-776F-F7BC-4160C67225D5}"/>
          </ac:spMkLst>
        </pc:spChg>
        <pc:spChg chg="mod">
          <ac:chgData name="Owen Noel Newton Fernando (Dr)" userId="f932e6a7-513b-4f8f-b71e-1f37278898b3" providerId="ADAL" clId="{6C00770E-94F7-477C-8409-7194018A008F}" dt="2025-02-16T07:25:01.911" v="235"/>
          <ac:spMkLst>
            <pc:docMk/>
            <pc:sldMk cId="3833914486" sldId="737"/>
            <ac:spMk id="39937" creationId="{BBF5DE86-FE69-B0D7-227A-7CC1A7FCAF08}"/>
          </ac:spMkLst>
        </pc:spChg>
        <pc:spChg chg="mod">
          <ac:chgData name="Owen Noel Newton Fernando (Dr)" userId="f932e6a7-513b-4f8f-b71e-1f37278898b3" providerId="ADAL" clId="{6C00770E-94F7-477C-8409-7194018A008F}" dt="2025-02-16T07:25:13.521" v="236"/>
          <ac:spMkLst>
            <pc:docMk/>
            <pc:sldMk cId="3833914486" sldId="737"/>
            <ac:spMk id="39938" creationId="{5D3B6AF4-C9C5-8492-88C6-19349836E518}"/>
          </ac:spMkLst>
        </pc:spChg>
        <pc:spChg chg="mod">
          <ac:chgData name="Owen Noel Newton Fernando (Dr)" userId="f932e6a7-513b-4f8f-b71e-1f37278898b3" providerId="ADAL" clId="{6C00770E-94F7-477C-8409-7194018A008F}" dt="2025-02-16T07:42:44.362" v="300"/>
          <ac:spMkLst>
            <pc:docMk/>
            <pc:sldMk cId="3833914486" sldId="737"/>
            <ac:spMk id="39956" creationId="{50F7571B-D361-9196-C32B-E2170FD0235A}"/>
          </ac:spMkLst>
        </pc:spChg>
        <pc:spChg chg="mod">
          <ac:chgData name="Owen Noel Newton Fernando (Dr)" userId="f932e6a7-513b-4f8f-b71e-1f37278898b3" providerId="ADAL" clId="{6C00770E-94F7-477C-8409-7194018A008F}" dt="2025-02-16T07:42:44.362" v="300"/>
          <ac:spMkLst>
            <pc:docMk/>
            <pc:sldMk cId="3833914486" sldId="737"/>
            <ac:spMk id="39957" creationId="{499F5BB5-4E90-2746-D724-D865A76BB814}"/>
          </ac:spMkLst>
        </pc:spChg>
        <pc:spChg chg="mod">
          <ac:chgData name="Owen Noel Newton Fernando (Dr)" userId="f932e6a7-513b-4f8f-b71e-1f37278898b3" providerId="ADAL" clId="{6C00770E-94F7-477C-8409-7194018A008F}" dt="2025-02-16T07:42:44.362" v="300"/>
          <ac:spMkLst>
            <pc:docMk/>
            <pc:sldMk cId="3833914486" sldId="737"/>
            <ac:spMk id="39958" creationId="{27D0F6C6-BE35-8C57-092A-C1A44B570A2B}"/>
          </ac:spMkLst>
        </pc:spChg>
        <pc:spChg chg="mod">
          <ac:chgData name="Owen Noel Newton Fernando (Dr)" userId="f932e6a7-513b-4f8f-b71e-1f37278898b3" providerId="ADAL" clId="{6C00770E-94F7-477C-8409-7194018A008F}" dt="2025-02-16T07:42:44.362" v="300"/>
          <ac:spMkLst>
            <pc:docMk/>
            <pc:sldMk cId="3833914486" sldId="737"/>
            <ac:spMk id="39960" creationId="{0BB4828E-5B06-5C8B-D6B1-64AC4482367F}"/>
          </ac:spMkLst>
        </pc:spChg>
        <pc:spChg chg="mod">
          <ac:chgData name="Owen Noel Newton Fernando (Dr)" userId="f932e6a7-513b-4f8f-b71e-1f37278898b3" providerId="ADAL" clId="{6C00770E-94F7-477C-8409-7194018A008F}" dt="2025-02-16T07:42:44.362" v="300"/>
          <ac:spMkLst>
            <pc:docMk/>
            <pc:sldMk cId="3833914486" sldId="737"/>
            <ac:spMk id="39963" creationId="{689BE1AF-CF77-6B19-3D26-1DF9EDD839E6}"/>
          </ac:spMkLst>
        </pc:spChg>
        <pc:spChg chg="mod">
          <ac:chgData name="Owen Noel Newton Fernando (Dr)" userId="f932e6a7-513b-4f8f-b71e-1f37278898b3" providerId="ADAL" clId="{6C00770E-94F7-477C-8409-7194018A008F}" dt="2025-02-16T07:42:44.362" v="300"/>
          <ac:spMkLst>
            <pc:docMk/>
            <pc:sldMk cId="3833914486" sldId="737"/>
            <ac:spMk id="39964" creationId="{8EED773B-85EC-5058-0AAE-AE6E166F494F}"/>
          </ac:spMkLst>
        </pc:spChg>
        <pc:spChg chg="mod">
          <ac:chgData name="Owen Noel Newton Fernando (Dr)" userId="f932e6a7-513b-4f8f-b71e-1f37278898b3" providerId="ADAL" clId="{6C00770E-94F7-477C-8409-7194018A008F}" dt="2025-02-16T07:42:44.362" v="300"/>
          <ac:spMkLst>
            <pc:docMk/>
            <pc:sldMk cId="3833914486" sldId="737"/>
            <ac:spMk id="39969" creationId="{447768CF-CAC9-3229-3CBB-0A3A74020482}"/>
          </ac:spMkLst>
        </pc:spChg>
        <pc:spChg chg="mod">
          <ac:chgData name="Owen Noel Newton Fernando (Dr)" userId="f932e6a7-513b-4f8f-b71e-1f37278898b3" providerId="ADAL" clId="{6C00770E-94F7-477C-8409-7194018A008F}" dt="2025-02-16T07:42:44.362" v="300"/>
          <ac:spMkLst>
            <pc:docMk/>
            <pc:sldMk cId="3833914486" sldId="737"/>
            <ac:spMk id="39972" creationId="{A01010E4-CBC5-CA93-EE85-6452717BE11A}"/>
          </ac:spMkLst>
        </pc:spChg>
        <pc:spChg chg="add 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39990" creationId="{468264D8-BAB6-B3B8-DB1A-E037809AAA86}"/>
          </ac:spMkLst>
        </pc:spChg>
        <pc:spChg chg="add 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39991" creationId="{2B91DBC4-61E3-3323-E8B2-8D783F0BD255}"/>
          </ac:spMkLst>
        </pc:spChg>
        <pc:spChg chg="add 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39993" creationId="{B6F0C128-7AEC-0845-99BD-72BE542E9290}"/>
          </ac:spMkLst>
        </pc:spChg>
        <pc:spChg chg="add 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39995" creationId="{9A075CAF-505A-3761-AD8A-1037A6F5F95E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39997" creationId="{678F4C05-806D-A3A5-9B97-B585D35700C4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39999" creationId="{8C73B26D-CED8-7F11-135A-FAC91FBE10A9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40000" creationId="{ACE018C0-F55A-0100-723F-A8C9021D408A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40001" creationId="{4DFAFCB2-F886-9499-0E49-7AB7475C4F62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40004" creationId="{428AB8A6-3A4D-6651-4CEC-61ADD4F200AB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40006" creationId="{667CBB7B-D837-CF78-4B31-F7D928EA6196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40007" creationId="{06EA3E34-7AA4-039D-10AA-760F9EBA1D02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40011" creationId="{E03F8787-3E68-E524-DE69-BB5BED0820F7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40013" creationId="{A42B4999-C7A7-3B7A-ACD0-E0AF49F44BB6}"/>
          </ac:spMkLst>
        </pc:spChg>
        <pc:spChg chg="mod">
          <ac:chgData name="Owen Noel Newton Fernando (Dr)" userId="f932e6a7-513b-4f8f-b71e-1f37278898b3" providerId="ADAL" clId="{6C00770E-94F7-477C-8409-7194018A008F}" dt="2025-02-16T07:44:02.395" v="475"/>
          <ac:spMkLst>
            <pc:docMk/>
            <pc:sldMk cId="3833914486" sldId="737"/>
            <ac:spMk id="40017" creationId="{D317A94E-A6B5-F758-5919-02AAFB7802E4}"/>
          </ac:spMkLst>
        </pc:spChg>
        <pc:spChg chg="del mod">
          <ac:chgData name="Owen Noel Newton Fernando (Dr)" userId="f932e6a7-513b-4f8f-b71e-1f37278898b3" providerId="ADAL" clId="{6C00770E-94F7-477C-8409-7194018A008F}" dt="2025-02-16T07:46:32.109" v="644" actId="478"/>
          <ac:spMkLst>
            <pc:docMk/>
            <pc:sldMk cId="3833914486" sldId="737"/>
            <ac:spMk id="40032" creationId="{29D828F8-E900-3396-3151-E2107E3D3DB5}"/>
          </ac:spMkLst>
        </pc:spChg>
        <pc:spChg chg="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40033" creationId="{6AD87E19-3C64-AA46-2E18-0C476F0460E9}"/>
          </ac:spMkLst>
        </pc:spChg>
        <pc:spChg chg="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40035" creationId="{355EE1D5-8232-2022-12EC-1FA26BF081F6}"/>
          </ac:spMkLst>
        </pc:spChg>
        <pc:spChg chg="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40037" creationId="{6DA38D3E-9A89-3FEF-67FF-52CF6F02C8FC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39" creationId="{89770902-72AB-99BD-8915-183E748C17CA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41" creationId="{FA845E5B-075B-8E7E-BBCF-CF7FC7E61B34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47" creationId="{434A1B76-38EF-5ACE-6308-8EB31F682B74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51" creationId="{83761145-E816-84FF-DA5A-AC2E3F634CCC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52" creationId="{CF776BE5-17C3-C23F-12BC-775D98C3ACE8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54" creationId="{B9B8015F-0656-6A23-80E5-552F4D7F7352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57" creationId="{3D6CC6CD-EEB2-7F1C-BE0D-6095BDB8645F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58" creationId="{1E1516CD-607A-F8D9-88BB-B8A104B155A5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59" creationId="{1225E3C4-8D99-A7E5-E2EB-A26FA711C235}"/>
          </ac:spMkLst>
        </pc:spChg>
        <pc:spChg chg="mod">
          <ac:chgData name="Owen Noel Newton Fernando (Dr)" userId="f932e6a7-513b-4f8f-b71e-1f37278898b3" providerId="ADAL" clId="{6C00770E-94F7-477C-8409-7194018A008F}" dt="2025-02-16T07:45:23.669" v="555"/>
          <ac:spMkLst>
            <pc:docMk/>
            <pc:sldMk cId="3833914486" sldId="737"/>
            <ac:spMk id="40062" creationId="{086771E5-80CA-8DAA-A777-38E19D5A7D35}"/>
          </ac:spMkLst>
        </pc:spChg>
        <pc:spChg chg="add 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40076" creationId="{44C2150B-DFF3-68C7-5FCF-EE823412C964}"/>
          </ac:spMkLst>
        </pc:spChg>
        <pc:spChg chg="add del mod">
          <ac:chgData name="Owen Noel Newton Fernando (Dr)" userId="f932e6a7-513b-4f8f-b71e-1f37278898b3" providerId="ADAL" clId="{6C00770E-94F7-477C-8409-7194018A008F}" dt="2025-02-16T07:46:29.894" v="643" actId="478"/>
          <ac:spMkLst>
            <pc:docMk/>
            <pc:sldMk cId="3833914486" sldId="737"/>
            <ac:spMk id="40078" creationId="{9BCE61AB-30CF-7176-6D53-66F154A74575}"/>
          </ac:spMkLst>
        </pc:spChg>
        <pc:grpChg chg="del mod">
          <ac:chgData name="Owen Noel Newton Fernando (Dr)" userId="f932e6a7-513b-4f8f-b71e-1f37278898b3" providerId="ADAL" clId="{6C00770E-94F7-477C-8409-7194018A008F}" dt="2025-02-16T07:45:21.396" v="554" actId="478"/>
          <ac:grpSpMkLst>
            <pc:docMk/>
            <pc:sldMk cId="3833914486" sldId="737"/>
            <ac:grpSpMk id="2" creationId="{13B844F0-B031-713F-67A3-D57C7B694744}"/>
          </ac:grpSpMkLst>
        </pc:grpChg>
        <pc:grpChg chg="del mod">
          <ac:chgData name="Owen Noel Newton Fernando (Dr)" userId="f932e6a7-513b-4f8f-b71e-1f37278898b3" providerId="ADAL" clId="{6C00770E-94F7-477C-8409-7194018A008F}" dt="2025-02-16T07:29:06.328" v="257" actId="478"/>
          <ac:grpSpMkLst>
            <pc:docMk/>
            <pc:sldMk cId="3833914486" sldId="737"/>
            <ac:grpSpMk id="41" creationId="{A0ED37AA-C673-D0A5-3E86-2396011183D6}"/>
          </ac:grpSpMkLst>
        </pc:grpChg>
        <pc:grpChg chg="del mod">
          <ac:chgData name="Owen Noel Newton Fernando (Dr)" userId="f932e6a7-513b-4f8f-b71e-1f37278898b3" providerId="ADAL" clId="{6C00770E-94F7-477C-8409-7194018A008F}" dt="2025-02-16T07:46:29.894" v="643" actId="478"/>
          <ac:grpSpMkLst>
            <pc:docMk/>
            <pc:sldMk cId="3833914486" sldId="737"/>
            <ac:grpSpMk id="39954" creationId="{A73559E6-0FDE-20CA-9419-91DC447B36C1}"/>
          </ac:grpSpMkLst>
        </pc:grpChg>
        <pc:grpChg chg="mod">
          <ac:chgData name="Owen Noel Newton Fernando (Dr)" userId="f932e6a7-513b-4f8f-b71e-1f37278898b3" providerId="ADAL" clId="{6C00770E-94F7-477C-8409-7194018A008F}" dt="2025-02-16T07:44:09.102" v="551" actId="1036"/>
          <ac:grpSpMkLst>
            <pc:docMk/>
            <pc:sldMk cId="3833914486" sldId="737"/>
            <ac:grpSpMk id="39996" creationId="{77EA6144-7EFD-BB1A-4C94-21F3A8C99A7D}"/>
          </ac:grpSpMkLst>
        </pc:grpChg>
        <pc:grpChg chg="mod">
          <ac:chgData name="Owen Noel Newton Fernando (Dr)" userId="f932e6a7-513b-4f8f-b71e-1f37278898b3" providerId="ADAL" clId="{6C00770E-94F7-477C-8409-7194018A008F}" dt="2025-02-16T07:50:27.259" v="704" actId="1037"/>
          <ac:grpSpMkLst>
            <pc:docMk/>
            <pc:sldMk cId="3833914486" sldId="737"/>
            <ac:grpSpMk id="40038" creationId="{D978E832-BC45-57C3-8B83-89642EAFB9D1}"/>
          </ac:grpSpMkLst>
        </pc:grp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30" creationId="{C88B4BA2-FE5E-5445-D18E-067808DE3D0C}"/>
          </ac:cxnSpMkLst>
        </pc:cxn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31" creationId="{B65CA91B-F020-703C-0898-7539C2E18488}"/>
          </ac:cxnSpMkLst>
        </pc:cxn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32" creationId="{79882931-98A6-0036-B427-78182391CF90}"/>
          </ac:cxnSpMkLst>
        </pc:cxn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33" creationId="{3A6192F2-47A1-82D9-51D4-EDB099832255}"/>
          </ac:cxnSpMkLst>
        </pc:cxn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34" creationId="{0026B499-1FC6-3E17-66A3-E21154384285}"/>
          </ac:cxnSpMkLst>
        </pc:cxn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36" creationId="{EDE8C3FF-3A93-7C95-A180-AE264CE4D13E}"/>
          </ac:cxnSpMkLst>
        </pc:cxn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37" creationId="{D4F6E1A8-767E-6278-FE31-EE8D7C25EFA9}"/>
          </ac:cxnSpMkLst>
        </pc:cxn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39" creationId="{8A7527CD-18EC-89C1-DE33-A420D9CCCB45}"/>
          </ac:cxnSpMkLst>
        </pc:cxnChg>
        <pc:cxnChg chg="mod">
          <ac:chgData name="Owen Noel Newton Fernando (Dr)" userId="f932e6a7-513b-4f8f-b71e-1f37278898b3" providerId="ADAL" clId="{6C00770E-94F7-477C-8409-7194018A008F}" dt="2025-02-16T07:45:21.396" v="554" actId="478"/>
          <ac:cxnSpMkLst>
            <pc:docMk/>
            <pc:sldMk cId="3833914486" sldId="737"/>
            <ac:cxnSpMk id="40" creationId="{CD013ED1-1FED-89CF-386A-2BBD100462C8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42" creationId="{122F9D49-D917-4B71-3E3F-A0BFD7A063BD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43" creationId="{69BBB077-1B54-9ACE-2327-660173F39583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44" creationId="{A12935E8-88AF-270F-6441-2342539FD8EC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47" creationId="{BC1506AC-FD7D-4D6B-E47E-97B59FC58177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48" creationId="{D212B6EF-662D-784C-5159-90D7B0F2A1E6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49" creationId="{487AB32A-A3B2-6391-68B2-2B77556097D3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51" creationId="{24884D19-6326-F38F-0676-DAE654DFDFF9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52" creationId="{096B141C-AC5F-5B61-23E9-E5AD4FE17DB6}"/>
          </ac:cxnSpMkLst>
        </pc:cxnChg>
        <pc:cxnChg chg="mod">
          <ac:chgData name="Owen Noel Newton Fernando (Dr)" userId="f932e6a7-513b-4f8f-b71e-1f37278898b3" providerId="ADAL" clId="{6C00770E-94F7-477C-8409-7194018A008F}" dt="2025-02-16T07:29:06.328" v="257" actId="478"/>
          <ac:cxnSpMkLst>
            <pc:docMk/>
            <pc:sldMk cId="3833914486" sldId="737"/>
            <ac:cxnSpMk id="39953" creationId="{219AE5DC-64D7-F079-ADEC-B9CBF0229534}"/>
          </ac:cxnSpMkLst>
        </pc:cxnChg>
        <pc:cxnChg chg="mod">
          <ac:chgData name="Owen Noel Newton Fernando (Dr)" userId="f932e6a7-513b-4f8f-b71e-1f37278898b3" providerId="ADAL" clId="{6C00770E-94F7-477C-8409-7194018A008F}" dt="2025-02-16T07:42:52.543" v="345" actId="1036"/>
          <ac:cxnSpMkLst>
            <pc:docMk/>
            <pc:sldMk cId="3833914486" sldId="737"/>
            <ac:cxnSpMk id="39992" creationId="{08914ABB-FD5D-E8BB-EBBE-EDDF0FCD1298}"/>
          </ac:cxnSpMkLst>
        </pc:cxnChg>
        <pc:cxnChg chg="add mod">
          <ac:chgData name="Owen Noel Newton Fernando (Dr)" userId="f932e6a7-513b-4f8f-b71e-1f37278898b3" providerId="ADAL" clId="{6C00770E-94F7-477C-8409-7194018A008F}" dt="2025-02-16T07:43:28.450" v="421" actId="1037"/>
          <ac:cxnSpMkLst>
            <pc:docMk/>
            <pc:sldMk cId="3833914486" sldId="737"/>
            <ac:cxnSpMk id="39994" creationId="{41DDC722-2599-DD61-94C8-481870747BE0}"/>
          </ac:cxnSpMkLst>
        </pc:cxnChg>
        <pc:cxnChg chg="mod">
          <ac:chgData name="Owen Noel Newton Fernando (Dr)" userId="f932e6a7-513b-4f8f-b71e-1f37278898b3" providerId="ADAL" clId="{6C00770E-94F7-477C-8409-7194018A008F}" dt="2025-02-16T07:44:09.102" v="551" actId="1036"/>
          <ac:cxnSpMkLst>
            <pc:docMk/>
            <pc:sldMk cId="3833914486" sldId="737"/>
            <ac:cxnSpMk id="40034" creationId="{2DDB77F4-1F3E-3EAE-584A-8075C275981F}"/>
          </ac:cxnSpMkLst>
        </pc:cxnChg>
        <pc:cxnChg chg="mod">
          <ac:chgData name="Owen Noel Newton Fernando (Dr)" userId="f932e6a7-513b-4f8f-b71e-1f37278898b3" providerId="ADAL" clId="{6C00770E-94F7-477C-8409-7194018A008F}" dt="2025-02-16T07:44:09.102" v="551" actId="1036"/>
          <ac:cxnSpMkLst>
            <pc:docMk/>
            <pc:sldMk cId="3833914486" sldId="737"/>
            <ac:cxnSpMk id="40036" creationId="{132C02F3-94F2-116B-1D39-2D8043FF6400}"/>
          </ac:cxnSpMkLst>
        </pc:cxnChg>
        <pc:cxnChg chg="add mod">
          <ac:chgData name="Owen Noel Newton Fernando (Dr)" userId="f932e6a7-513b-4f8f-b71e-1f37278898b3" providerId="ADAL" clId="{6C00770E-94F7-477C-8409-7194018A008F}" dt="2025-02-16T07:45:50.740" v="640" actId="1037"/>
          <ac:cxnSpMkLst>
            <pc:docMk/>
            <pc:sldMk cId="3833914486" sldId="737"/>
            <ac:cxnSpMk id="40077" creationId="{551A822C-4FA3-90C5-4EAE-957AC2E76308}"/>
          </ac:cxnSpMkLst>
        </pc:cxnChg>
      </pc:sldChg>
      <pc:sldChg chg="addSp delSp modSp add mod modNotesTx">
        <pc:chgData name="Owen Noel Newton Fernando (Dr)" userId="f932e6a7-513b-4f8f-b71e-1f37278898b3" providerId="ADAL" clId="{6C00770E-94F7-477C-8409-7194018A008F}" dt="2025-02-16T09:13:47.315" v="1425" actId="6549"/>
        <pc:sldMkLst>
          <pc:docMk/>
          <pc:sldMk cId="1799527129" sldId="738"/>
        </pc:sldMkLst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3" creationId="{62A4EF1D-CF00-2D1E-6BBA-378A9F22752C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5" creationId="{7D53A040-DEFC-503A-A58A-8FC0D71E7D50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9" creationId="{BDFC420C-737D-25B1-CA71-9579312F8022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12" creationId="{86DD0B90-8F5E-1828-5826-55595401347B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14" creationId="{DD2071D8-1765-969C-07B4-FD72EEC94CDA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16" creationId="{D335A26F-2257-5E54-B2AA-A11A3A441C2B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20" creationId="{97B80DB6-CE14-19B1-552B-D84FE5858657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21" creationId="{612B27ED-C88A-C387-1F6C-8D562C1050B9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23" creationId="{ED5CCE27-1334-2B8A-6A16-A9CFFD2A9C7A}"/>
          </ac:spMkLst>
        </pc:spChg>
        <pc:spChg chg="mod">
          <ac:chgData name="Owen Noel Newton Fernando (Dr)" userId="f932e6a7-513b-4f8f-b71e-1f37278898b3" providerId="ADAL" clId="{6C00770E-94F7-477C-8409-7194018A008F}" dt="2025-02-16T07:25:27.446" v="238"/>
          <ac:spMkLst>
            <pc:docMk/>
            <pc:sldMk cId="1799527129" sldId="738"/>
            <ac:spMk id="28" creationId="{9D37EEF7-CC4C-BC36-F22C-4F6B3DEC5428}"/>
          </ac:spMkLst>
        </pc:spChg>
        <pc:spChg chg="add mod">
          <ac:chgData name="Owen Noel Newton Fernando (Dr)" userId="f932e6a7-513b-4f8f-b71e-1f37278898b3" providerId="ADAL" clId="{6C00770E-94F7-477C-8409-7194018A008F}" dt="2025-02-16T07:29:26.828" v="260" actId="14100"/>
          <ac:spMkLst>
            <pc:docMk/>
            <pc:sldMk cId="1799527129" sldId="738"/>
            <ac:spMk id="41" creationId="{247446EE-3BC7-EFD4-3E64-A62EB8252E76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44" creationId="{85944574-827F-1437-4A75-961B46ABE354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53" creationId="{1CB1A911-0DA3-8188-7FD9-A766A2D6B5C8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54" creationId="{7511AC29-1BEE-C9D1-D6E2-5F17157935E5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55" creationId="{D6970A3A-502B-5CE6-1989-645DFA58FBF0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57" creationId="{9135D041-DEE6-5BD1-0026-024F705F8F56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58" creationId="{BBDCDB9A-4F97-42FE-F8A0-214516E11E8C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59" creationId="{AFCEC2E9-42FE-AB0B-1182-FB10409F0FF5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60" creationId="{C869EC3A-A0DA-401E-4F4F-E9B1F3F7320A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61" creationId="{82BAC560-9C67-322C-DF0D-B161697991DD}"/>
          </ac:spMkLst>
        </pc:spChg>
        <pc:spChg chg="mod">
          <ac:chgData name="Owen Noel Newton Fernando (Dr)" userId="f932e6a7-513b-4f8f-b71e-1f37278898b3" providerId="ADAL" clId="{6C00770E-94F7-477C-8409-7194018A008F}" dt="2025-02-16T07:29:15.918" v="258"/>
          <ac:spMkLst>
            <pc:docMk/>
            <pc:sldMk cId="1799527129" sldId="738"/>
            <ac:spMk id="39941" creationId="{39AB6812-3BF5-4D09-46DE-9293A0793DE9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57" creationId="{2AD263BF-39CC-FC97-AA98-B34ABCB18B48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58" creationId="{8CC3A018-FB08-5CB3-1A81-1122ABE7721B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59" creationId="{50FDEA06-AFB6-3C2B-02E4-E82739BFE98D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60" creationId="{10240534-28B3-67C5-EE2F-836632AB0AFB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63" creationId="{DCED3A67-1091-DE8F-51D8-6D9D14F45D64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64" creationId="{D1D34B4C-794C-372A-4AE1-F03FA61B8E4E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67" creationId="{A0B4B07A-A5A8-3657-FE93-3570C413C993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70" creationId="{173F7B01-D524-9CFB-922B-877E68070304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72" creationId="{00725F1B-5539-9A11-6BBD-E49B8B385639}"/>
          </ac:spMkLst>
        </pc:spChg>
        <pc:spChg chg="mod">
          <ac:chgData name="Owen Noel Newton Fernando (Dr)" userId="f932e6a7-513b-4f8f-b71e-1f37278898b3" providerId="ADAL" clId="{6C00770E-94F7-477C-8409-7194018A008F}" dt="2025-02-16T07:53:40.042" v="735"/>
          <ac:spMkLst>
            <pc:docMk/>
            <pc:sldMk cId="1799527129" sldId="738"/>
            <ac:spMk id="39975" creationId="{E5DE63CC-4E1F-29ED-46F0-E08366DB1362}"/>
          </ac:spMkLst>
        </pc:spChg>
        <pc:spChg chg="mod">
          <ac:chgData name="Owen Noel Newton Fernando (Dr)" userId="f932e6a7-513b-4f8f-b71e-1f37278898b3" providerId="ADAL" clId="{6C00770E-94F7-477C-8409-7194018A008F}" dt="2025-02-16T07:54:33.862" v="858" actId="207"/>
          <ac:spMkLst>
            <pc:docMk/>
            <pc:sldMk cId="1799527129" sldId="738"/>
            <ac:spMk id="39980" creationId="{BC93C992-8538-1C93-A3C4-B6C34D85D864}"/>
          </ac:spMkLst>
        </pc:spChg>
        <pc:spChg chg="mod">
          <ac:chgData name="Owen Noel Newton Fernando (Dr)" userId="f932e6a7-513b-4f8f-b71e-1f37278898b3" providerId="ADAL" clId="{6C00770E-94F7-477C-8409-7194018A008F}" dt="2025-02-16T07:54:33.862" v="858" actId="207"/>
          <ac:spMkLst>
            <pc:docMk/>
            <pc:sldMk cId="1799527129" sldId="738"/>
            <ac:spMk id="39981" creationId="{D0B0FE2B-0CBA-5469-C880-8CD079684F38}"/>
          </ac:spMkLst>
        </pc:spChg>
        <pc:spChg chg="mod">
          <ac:chgData name="Owen Noel Newton Fernando (Dr)" userId="f932e6a7-513b-4f8f-b71e-1f37278898b3" providerId="ADAL" clId="{6C00770E-94F7-477C-8409-7194018A008F}" dt="2025-02-16T07:53:47.980" v="850" actId="1038"/>
          <ac:spMkLst>
            <pc:docMk/>
            <pc:sldMk cId="1799527129" sldId="738"/>
            <ac:spMk id="39994" creationId="{4496F539-5163-0259-5128-22C7A25DB3D3}"/>
          </ac:spMkLst>
        </pc:spChg>
        <pc:spChg chg="mod">
          <ac:chgData name="Owen Noel Newton Fernando (Dr)" userId="f932e6a7-513b-4f8f-b71e-1f37278898b3" providerId="ADAL" clId="{6C00770E-94F7-477C-8409-7194018A008F}" dt="2025-02-16T07:53:47.980" v="850" actId="1038"/>
          <ac:spMkLst>
            <pc:docMk/>
            <pc:sldMk cId="1799527129" sldId="738"/>
            <ac:spMk id="39995" creationId="{7F103AFF-26FA-87DF-F4F5-63E68A2B0EDF}"/>
          </ac:spMkLst>
        </pc:spChg>
        <pc:spChg chg="mod">
          <ac:chgData name="Owen Noel Newton Fernando (Dr)" userId="f932e6a7-513b-4f8f-b71e-1f37278898b3" providerId="ADAL" clId="{6C00770E-94F7-477C-8409-7194018A008F}" dt="2025-02-16T07:53:47.980" v="850" actId="1038"/>
          <ac:spMkLst>
            <pc:docMk/>
            <pc:sldMk cId="1799527129" sldId="738"/>
            <ac:spMk id="39996" creationId="{83BBA083-729E-747A-D416-77A968648F44}"/>
          </ac:spMkLst>
        </pc:spChg>
        <pc:spChg chg="mod">
          <ac:chgData name="Owen Noel Newton Fernando (Dr)" userId="f932e6a7-513b-4f8f-b71e-1f37278898b3" providerId="ADAL" clId="{6C00770E-94F7-477C-8409-7194018A008F}" dt="2025-02-16T07:54:16.726" v="857" actId="207"/>
          <ac:spMkLst>
            <pc:docMk/>
            <pc:sldMk cId="1799527129" sldId="738"/>
            <ac:spMk id="39997" creationId="{94201011-E6DF-D7B0-09A7-7A8E60362E3D}"/>
          </ac:spMkLst>
        </pc:spChg>
        <pc:grpChg chg="del">
          <ac:chgData name="Owen Noel Newton Fernando (Dr)" userId="f932e6a7-513b-4f8f-b71e-1f37278898b3" providerId="ADAL" clId="{6C00770E-94F7-477C-8409-7194018A008F}" dt="2025-02-16T07:28:21.432" v="246" actId="478"/>
          <ac:grpSpMkLst>
            <pc:docMk/>
            <pc:sldMk cId="1799527129" sldId="738"/>
            <ac:grpSpMk id="2" creationId="{EC927712-5F9E-BE53-F981-A7BA9E3BF59D}"/>
          </ac:grpSpMkLst>
        </pc:grpChg>
        <pc:grpChg chg="del mod">
          <ac:chgData name="Owen Noel Newton Fernando (Dr)" userId="f932e6a7-513b-4f8f-b71e-1f37278898b3" providerId="ADAL" clId="{6C00770E-94F7-477C-8409-7194018A008F}" dt="2025-02-16T07:53:39.089" v="734" actId="478"/>
          <ac:grpSpMkLst>
            <pc:docMk/>
            <pc:sldMk cId="1799527129" sldId="738"/>
            <ac:grpSpMk id="42" creationId="{2E6FDE4A-0591-8CF4-670A-C4E5CE8B7A8D}"/>
          </ac:grpSpMkLst>
        </pc:grpChg>
        <pc:grpChg chg="mod">
          <ac:chgData name="Owen Noel Newton Fernando (Dr)" userId="f932e6a7-513b-4f8f-b71e-1f37278898b3" providerId="ADAL" clId="{6C00770E-94F7-477C-8409-7194018A008F}" dt="2025-02-16T07:53:47.980" v="850" actId="1038"/>
          <ac:grpSpMkLst>
            <pc:docMk/>
            <pc:sldMk cId="1799527129" sldId="738"/>
            <ac:grpSpMk id="39955" creationId="{4AE72AA3-ED31-4AA3-2F18-3761FAE320DE}"/>
          </ac:grpSpMkLst>
        </pc:grp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29" creationId="{6E901BBE-5E36-F7ED-4072-5039444C8872}"/>
          </ac:cxnSpMkLst>
        </pc:cxn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30" creationId="{A6409218-0DA2-4CB1-A1BE-7809FD74557E}"/>
          </ac:cxnSpMkLst>
        </pc:cxn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31" creationId="{0C5ABD4F-AAEF-072C-38C7-E96F91248F71}"/>
          </ac:cxnSpMkLst>
        </pc:cxn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32" creationId="{19445533-7884-ED27-9E5B-AB88585B3E18}"/>
          </ac:cxnSpMkLst>
        </pc:cxn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34" creationId="{154FAAC0-4E52-5206-3075-9A7372DD0100}"/>
          </ac:cxnSpMkLst>
        </pc:cxn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35" creationId="{0CDC4F1E-95D1-B718-FF60-C69271D4C095}"/>
          </ac:cxnSpMkLst>
        </pc:cxn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36" creationId="{93709BD2-94E6-4615-0742-1385A20FF40B}"/>
          </ac:cxnSpMkLst>
        </pc:cxn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38" creationId="{AAAD0A3F-8BE9-5BE4-B63F-F1D8D562A599}"/>
          </ac:cxnSpMkLst>
        </pc:cxnChg>
        <pc:cxnChg chg="mod">
          <ac:chgData name="Owen Noel Newton Fernando (Dr)" userId="f932e6a7-513b-4f8f-b71e-1f37278898b3" providerId="ADAL" clId="{6C00770E-94F7-477C-8409-7194018A008F}" dt="2025-02-16T07:28:21.432" v="246" actId="478"/>
          <ac:cxnSpMkLst>
            <pc:docMk/>
            <pc:sldMk cId="1799527129" sldId="738"/>
            <ac:cxnSpMk id="39" creationId="{2967847E-6CF8-C616-197E-BC42A4C508B8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43" creationId="{E5D834E8-AD8B-D991-658C-83724D1A63DB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44" creationId="{70232AD3-B933-6060-2CD3-200611C4A2AB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46" creationId="{949915EB-EADA-6E3C-E849-DDCCDF6704F6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48" creationId="{96635026-36D8-1116-AB96-7964C53837BB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49" creationId="{3E46D564-D1F7-F58E-D621-D5B1F8C1D212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50" creationId="{447FCEFB-646B-D606-F824-02EAEAF49EC5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52" creationId="{56891530-4475-0C1C-3EDC-3CADD323E19B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53" creationId="{C806F609-B511-E0D8-9C5B-FF689F69647F}"/>
          </ac:cxnSpMkLst>
        </pc:cxnChg>
        <pc:cxnChg chg="mod">
          <ac:chgData name="Owen Noel Newton Fernando (Dr)" userId="f932e6a7-513b-4f8f-b71e-1f37278898b3" providerId="ADAL" clId="{6C00770E-94F7-477C-8409-7194018A008F}" dt="2025-02-16T07:53:39.089" v="734" actId="478"/>
          <ac:cxnSpMkLst>
            <pc:docMk/>
            <pc:sldMk cId="1799527129" sldId="738"/>
            <ac:cxnSpMk id="39954" creationId="{C5F1645F-74F6-CBFC-3E8A-2DEF04CB9536}"/>
          </ac:cxnSpMkLst>
        </pc:cxnChg>
        <pc:cxnChg chg="mod">
          <ac:chgData name="Owen Noel Newton Fernando (Dr)" userId="f932e6a7-513b-4f8f-b71e-1f37278898b3" providerId="ADAL" clId="{6C00770E-94F7-477C-8409-7194018A008F}" dt="2025-02-16T07:53:47.980" v="850" actId="1038"/>
          <ac:cxnSpMkLst>
            <pc:docMk/>
            <pc:sldMk cId="1799527129" sldId="738"/>
            <ac:cxnSpMk id="39993" creationId="{A06AA880-B90E-3324-6279-31CB4DCE96F9}"/>
          </ac:cxnSpMkLst>
        </pc:cxnChg>
      </pc:sldChg>
      <pc:sldChg chg="addSp delSp modSp add mod delAnim modNotesTx">
        <pc:chgData name="Owen Noel Newton Fernando (Dr)" userId="f932e6a7-513b-4f8f-b71e-1f37278898b3" providerId="ADAL" clId="{6C00770E-94F7-477C-8409-7194018A008F}" dt="2025-02-16T09:13:39.881" v="1423" actId="6549"/>
        <pc:sldMkLst>
          <pc:docMk/>
          <pc:sldMk cId="2547002055" sldId="739"/>
        </pc:sldMkLst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4" creationId="{776934DF-F3F1-9845-DC8E-4FD65AE2568F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7" creationId="{A1EC623A-632A-893F-D4DC-A43A445C3EFA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9" creationId="{200C721C-AC74-6EA3-B589-14F9B3403223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10" creationId="{1F887D68-13E3-121C-0421-564E1B2EA211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11" creationId="{65B4A58B-79DA-0539-A8E3-9ED32CFA1F31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15" creationId="{F00E500B-CEFE-23D3-72A0-994BE8988287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16" creationId="{44A5D3BA-4EA5-E5C5-7EBE-720A959343DB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17" creationId="{677A3A9D-1579-983D-7AD9-3DF134DB1175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23" creationId="{BADD9172-BBE6-6F19-0356-3A4A871795FC}"/>
          </ac:spMkLst>
        </pc:spChg>
        <pc:spChg chg="mod">
          <ac:chgData name="Owen Noel Newton Fernando (Dr)" userId="f932e6a7-513b-4f8f-b71e-1f37278898b3" providerId="ADAL" clId="{6C00770E-94F7-477C-8409-7194018A008F}" dt="2025-02-16T07:52:59.407" v="733"/>
          <ac:spMkLst>
            <pc:docMk/>
            <pc:sldMk cId="2547002055" sldId="739"/>
            <ac:spMk id="27" creationId="{4F4F3B66-88D2-F94A-B5DB-653BDFA5D53F}"/>
          </ac:spMkLst>
        </pc:spChg>
        <pc:spChg chg="del">
          <ac:chgData name="Owen Noel Newton Fernando (Dr)" userId="f932e6a7-513b-4f8f-b71e-1f37278898b3" providerId="ADAL" clId="{6C00770E-94F7-477C-8409-7194018A008F}" dt="2025-02-16T07:46:45.774" v="646" actId="478"/>
          <ac:spMkLst>
            <pc:docMk/>
            <pc:sldMk cId="2547002055" sldId="739"/>
            <ac:spMk id="40032" creationId="{294883BA-6800-7099-F918-0BB4F3E0A24E}"/>
          </ac:spMkLst>
        </pc:spChg>
        <pc:spChg chg="del">
          <ac:chgData name="Owen Noel Newton Fernando (Dr)" userId="f932e6a7-513b-4f8f-b71e-1f37278898b3" providerId="ADAL" clId="{6C00770E-94F7-477C-8409-7194018A008F}" dt="2025-02-16T07:46:45.774" v="646" actId="478"/>
          <ac:spMkLst>
            <pc:docMk/>
            <pc:sldMk cId="2547002055" sldId="739"/>
            <ac:spMk id="40033" creationId="{FE5D5E1C-BA6A-4B08-C1F5-26E6034BDE02}"/>
          </ac:spMkLst>
        </pc:spChg>
        <pc:spChg chg="del">
          <ac:chgData name="Owen Noel Newton Fernando (Dr)" userId="f932e6a7-513b-4f8f-b71e-1f37278898b3" providerId="ADAL" clId="{6C00770E-94F7-477C-8409-7194018A008F}" dt="2025-02-16T07:46:45.774" v="646" actId="478"/>
          <ac:spMkLst>
            <pc:docMk/>
            <pc:sldMk cId="2547002055" sldId="739"/>
            <ac:spMk id="40035" creationId="{571F23FF-A6E9-D711-1191-AE5B0FAA5BB6}"/>
          </ac:spMkLst>
        </pc:spChg>
        <pc:spChg chg="del">
          <ac:chgData name="Owen Noel Newton Fernando (Dr)" userId="f932e6a7-513b-4f8f-b71e-1f37278898b3" providerId="ADAL" clId="{6C00770E-94F7-477C-8409-7194018A008F}" dt="2025-02-16T07:46:45.774" v="646" actId="478"/>
          <ac:spMkLst>
            <pc:docMk/>
            <pc:sldMk cId="2547002055" sldId="739"/>
            <ac:spMk id="40037" creationId="{2C4A3611-3B76-1549-D833-7F07F0313394}"/>
          </ac:spMkLst>
        </pc:spChg>
        <pc:spChg chg="del">
          <ac:chgData name="Owen Noel Newton Fernando (Dr)" userId="f932e6a7-513b-4f8f-b71e-1f37278898b3" providerId="ADAL" clId="{6C00770E-94F7-477C-8409-7194018A008F}" dt="2025-02-16T07:46:45.774" v="646" actId="478"/>
          <ac:spMkLst>
            <pc:docMk/>
            <pc:sldMk cId="2547002055" sldId="739"/>
            <ac:spMk id="40076" creationId="{2CD6B6AD-21CA-09AB-B1D0-67B060FC7547}"/>
          </ac:spMkLst>
        </pc:spChg>
        <pc:spChg chg="del">
          <ac:chgData name="Owen Noel Newton Fernando (Dr)" userId="f932e6a7-513b-4f8f-b71e-1f37278898b3" providerId="ADAL" clId="{6C00770E-94F7-477C-8409-7194018A008F}" dt="2025-02-16T07:46:45.774" v="646" actId="478"/>
          <ac:spMkLst>
            <pc:docMk/>
            <pc:sldMk cId="2547002055" sldId="739"/>
            <ac:spMk id="40078" creationId="{E04A3CC1-08FC-2EDB-A758-803322C9D38B}"/>
          </ac:spMkLst>
        </pc:spChg>
        <pc:grpChg chg="del">
          <ac:chgData name="Owen Noel Newton Fernando (Dr)" userId="f932e6a7-513b-4f8f-b71e-1f37278898b3" providerId="ADAL" clId="{6C00770E-94F7-477C-8409-7194018A008F}" dt="2025-02-16T07:46:39.394" v="645" actId="478"/>
          <ac:grpSpMkLst>
            <pc:docMk/>
            <pc:sldMk cId="2547002055" sldId="739"/>
            <ac:grpSpMk id="39996" creationId="{C339FFF8-764B-65E4-103F-612BEF67A2DC}"/>
          </ac:grpSpMkLst>
        </pc:grpChg>
        <pc:grpChg chg="del">
          <ac:chgData name="Owen Noel Newton Fernando (Dr)" userId="f932e6a7-513b-4f8f-b71e-1f37278898b3" providerId="ADAL" clId="{6C00770E-94F7-477C-8409-7194018A008F}" dt="2025-02-16T07:52:58.511" v="732" actId="478"/>
          <ac:grpSpMkLst>
            <pc:docMk/>
            <pc:sldMk cId="2547002055" sldId="739"/>
            <ac:grpSpMk id="40038" creationId="{81231B06-AEC1-242B-4522-940CB325A2A4}"/>
          </ac:grpSpMkLst>
        </pc:grp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22" creationId="{29E6692E-D3F5-ADEA-1E14-A9C9701557BD}"/>
          </ac:cxnSpMkLst>
        </pc:cxn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23" creationId="{394A5B2C-94FB-3A8D-07DB-FB01F637C65B}"/>
          </ac:cxnSpMkLst>
        </pc:cxn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24" creationId="{EB48BD52-E1C1-2E40-7723-CC4B8CC7BFE9}"/>
          </ac:cxnSpMkLst>
        </pc:cxn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25" creationId="{F830B381-2635-329C-8FA7-3C99383750FC}"/>
          </ac:cxnSpMkLst>
        </pc:cxn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26" creationId="{08A3C509-EE3A-6495-95D7-5B50CF650192}"/>
          </ac:cxnSpMkLst>
        </pc:cxn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28" creationId="{5397A853-C27C-6CA2-D992-08B18C7C9D3C}"/>
          </ac:cxnSpMkLst>
        </pc:cxn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29" creationId="{CF925011-4902-74E3-FAFC-7A738ACD9BBD}"/>
          </ac:cxnSpMkLst>
        </pc:cxn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30" creationId="{88281874-EC22-0A54-50BA-CD5DF809FF8C}"/>
          </ac:cxnSpMkLst>
        </pc:cxnChg>
        <pc:cxnChg chg="mod">
          <ac:chgData name="Owen Noel Newton Fernando (Dr)" userId="f932e6a7-513b-4f8f-b71e-1f37278898b3" providerId="ADAL" clId="{6C00770E-94F7-477C-8409-7194018A008F}" dt="2025-02-16T07:46:39.394" v="645" actId="478"/>
          <ac:cxnSpMkLst>
            <pc:docMk/>
            <pc:sldMk cId="2547002055" sldId="739"/>
            <ac:cxnSpMk id="40031" creationId="{2C53267E-7C3B-D9A6-5559-5D1B9935A712}"/>
          </ac:cxnSpMkLst>
        </pc:cxnChg>
        <pc:cxnChg chg="del">
          <ac:chgData name="Owen Noel Newton Fernando (Dr)" userId="f932e6a7-513b-4f8f-b71e-1f37278898b3" providerId="ADAL" clId="{6C00770E-94F7-477C-8409-7194018A008F}" dt="2025-02-16T07:46:45.774" v="646" actId="478"/>
          <ac:cxnSpMkLst>
            <pc:docMk/>
            <pc:sldMk cId="2547002055" sldId="739"/>
            <ac:cxnSpMk id="40034" creationId="{4DCCCE03-17E8-8CE6-15CF-84CF8AD19736}"/>
          </ac:cxnSpMkLst>
        </pc:cxnChg>
        <pc:cxnChg chg="del">
          <ac:chgData name="Owen Noel Newton Fernando (Dr)" userId="f932e6a7-513b-4f8f-b71e-1f37278898b3" providerId="ADAL" clId="{6C00770E-94F7-477C-8409-7194018A008F}" dt="2025-02-16T07:46:45.774" v="646" actId="478"/>
          <ac:cxnSpMkLst>
            <pc:docMk/>
            <pc:sldMk cId="2547002055" sldId="739"/>
            <ac:cxnSpMk id="40036" creationId="{11CA4A2E-5ABC-E1DD-BD74-A3694433344F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65" creationId="{B37BEAAA-658A-EE9D-1349-766D12A1171E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67" creationId="{842C73A8-648E-E401-4B8F-199F995359FA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68" creationId="{554FC712-955F-5C43-90CD-9B1DA9AF2AD8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69" creationId="{C73D9FE4-F68C-7DE0-AFD6-E9EF371E096F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70" creationId="{97740817-3739-3097-1FCC-5BABDD280B09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72" creationId="{F961FEA5-3C10-EF93-FAC5-6E7A422D1970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73" creationId="{92899BCC-B600-0D0A-A217-355D6DD26007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74" creationId="{FCCDF80B-71C7-255F-295E-3F5A49613301}"/>
          </ac:cxnSpMkLst>
        </pc:cxnChg>
        <pc:cxnChg chg="mod">
          <ac:chgData name="Owen Noel Newton Fernando (Dr)" userId="f932e6a7-513b-4f8f-b71e-1f37278898b3" providerId="ADAL" clId="{6C00770E-94F7-477C-8409-7194018A008F}" dt="2025-02-16T07:52:58.511" v="732" actId="478"/>
          <ac:cxnSpMkLst>
            <pc:docMk/>
            <pc:sldMk cId="2547002055" sldId="739"/>
            <ac:cxnSpMk id="40075" creationId="{6D359ACD-1D9B-E47E-A4C1-F7167747AECC}"/>
          </ac:cxnSpMkLst>
        </pc:cxnChg>
        <pc:cxnChg chg="del mod">
          <ac:chgData name="Owen Noel Newton Fernando (Dr)" userId="f932e6a7-513b-4f8f-b71e-1f37278898b3" providerId="ADAL" clId="{6C00770E-94F7-477C-8409-7194018A008F}" dt="2025-02-16T07:46:45.774" v="646" actId="478"/>
          <ac:cxnSpMkLst>
            <pc:docMk/>
            <pc:sldMk cId="2547002055" sldId="739"/>
            <ac:cxnSpMk id="40077" creationId="{3F9914D4-762A-2B72-6E3C-A46C14EF7FDD}"/>
          </ac:cxnSpMkLst>
        </pc:cxnChg>
      </pc:sldChg>
      <pc:sldChg chg="addSp modSp add mod modAnim modNotesTx">
        <pc:chgData name="Owen Noel Newton Fernando (Dr)" userId="f932e6a7-513b-4f8f-b71e-1f37278898b3" providerId="ADAL" clId="{6C00770E-94F7-477C-8409-7194018A008F}" dt="2025-02-16T09:13:43.782" v="1424" actId="6549"/>
        <pc:sldMkLst>
          <pc:docMk/>
          <pc:sldMk cId="2859483929" sldId="740"/>
        </pc:sldMkLst>
        <pc:cxnChg chg="add mod">
          <ac:chgData name="Owen Noel Newton Fernando (Dr)" userId="f932e6a7-513b-4f8f-b71e-1f37278898b3" providerId="ADAL" clId="{6C00770E-94F7-477C-8409-7194018A008F}" dt="2025-02-16T07:51:25.244" v="728" actId="14100"/>
          <ac:cxnSpMkLst>
            <pc:docMk/>
            <pc:sldMk cId="2859483929" sldId="740"/>
            <ac:cxnSpMk id="2" creationId="{C241E27F-8EDF-DC5D-81EA-729634019F01}"/>
          </ac:cxnSpMkLst>
        </pc:cxnChg>
      </pc:sldChg>
      <pc:sldChg chg="addSp delSp modSp add mod">
        <pc:chgData name="Owen Noel Newton Fernando (Dr)" userId="f932e6a7-513b-4f8f-b71e-1f37278898b3" providerId="ADAL" clId="{6C00770E-94F7-477C-8409-7194018A008F}" dt="2025-02-16T07:56:27.886" v="863" actId="1035"/>
        <pc:sldMkLst>
          <pc:docMk/>
          <pc:sldMk cId="4111098613" sldId="741"/>
        </pc:sldMkLst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3" creationId="{564B2877-6324-CE59-F513-E0EA35C867B1}"/>
          </ac:spMkLst>
        </pc:spChg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5" creationId="{4953209F-06A5-2634-51FF-AE116D788A47}"/>
          </ac:spMkLst>
        </pc:spChg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6" creationId="{F6AA8A08-30AA-3E60-9DD7-DA779703CA87}"/>
          </ac:spMkLst>
        </pc:spChg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7" creationId="{0760B6CF-9597-7580-949C-86782A031C90}"/>
          </ac:spMkLst>
        </pc:spChg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9" creationId="{4F414DA2-0677-2884-7542-F31917CF4E1E}"/>
          </ac:spMkLst>
        </pc:spChg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13" creationId="{4C09B994-C85A-04D3-5565-B0E2735A06BE}"/>
          </ac:spMkLst>
        </pc:spChg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19" creationId="{9CF8999C-798A-38DA-CC16-2A2A32972580}"/>
          </ac:spMkLst>
        </pc:spChg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21" creationId="{4DF370B7-1981-D135-E10A-A2BB56FA1F2C}"/>
          </ac:spMkLst>
        </pc:spChg>
        <pc:spChg chg="mod">
          <ac:chgData name="Owen Noel Newton Fernando (Dr)" userId="f932e6a7-513b-4f8f-b71e-1f37278898b3" providerId="ADAL" clId="{6C00770E-94F7-477C-8409-7194018A008F}" dt="2025-02-16T07:47:53.398" v="649"/>
          <ac:spMkLst>
            <pc:docMk/>
            <pc:sldMk cId="4111098613" sldId="741"/>
            <ac:spMk id="25" creationId="{0BC4F184-D271-B516-16E9-F4BCB9C5F373}"/>
          </ac:spMkLst>
        </pc:spChg>
        <pc:spChg chg="mod">
          <ac:chgData name="Owen Noel Newton Fernando (Dr)" userId="f932e6a7-513b-4f8f-b71e-1f37278898b3" providerId="ADAL" clId="{6C00770E-94F7-477C-8409-7194018A008F}" dt="2025-02-16T07:56:27.886" v="863" actId="1035"/>
          <ac:spMkLst>
            <pc:docMk/>
            <pc:sldMk cId="4111098613" sldId="741"/>
            <ac:spMk id="27" creationId="{B2DE281C-3724-4305-4EBA-A4F22D799286}"/>
          </ac:spMkLst>
        </pc:spChg>
        <pc:spChg chg="mod">
          <ac:chgData name="Owen Noel Newton Fernando (Dr)" userId="f932e6a7-513b-4f8f-b71e-1f37278898b3" providerId="ADAL" clId="{6C00770E-94F7-477C-8409-7194018A008F}" dt="2025-02-16T07:56:27.886" v="863" actId="1035"/>
          <ac:spMkLst>
            <pc:docMk/>
            <pc:sldMk cId="4111098613" sldId="741"/>
            <ac:spMk id="28" creationId="{4E4D510E-F88F-DA72-D66C-72355B44CCE3}"/>
          </ac:spMkLst>
        </pc:spChg>
        <pc:spChg chg="mod">
          <ac:chgData name="Owen Noel Newton Fernando (Dr)" userId="f932e6a7-513b-4f8f-b71e-1f37278898b3" providerId="ADAL" clId="{6C00770E-94F7-477C-8409-7194018A008F}" dt="2025-02-16T07:49:42.492" v="702" actId="1037"/>
          <ac:spMkLst>
            <pc:docMk/>
            <pc:sldMk cId="4111098613" sldId="741"/>
            <ac:spMk id="41" creationId="{689E8B72-A366-DD03-4438-E7F5C3C0F07B}"/>
          </ac:spMkLst>
        </pc:spChg>
        <pc:spChg chg="add mod">
          <ac:chgData name="Owen Noel Newton Fernando (Dr)" userId="f932e6a7-513b-4f8f-b71e-1f37278898b3" providerId="ADAL" clId="{6C00770E-94F7-477C-8409-7194018A008F}" dt="2025-02-16T07:49:42.492" v="702" actId="1037"/>
          <ac:spMkLst>
            <pc:docMk/>
            <pc:sldMk cId="4111098613" sldId="741"/>
            <ac:spMk id="42" creationId="{15507F44-9A5F-A056-F52B-1DCC235EA9D6}"/>
          </ac:spMkLst>
        </pc:spChg>
        <pc:spChg chg="mod">
          <ac:chgData name="Owen Noel Newton Fernando (Dr)" userId="f932e6a7-513b-4f8f-b71e-1f37278898b3" providerId="ADAL" clId="{6C00770E-94F7-477C-8409-7194018A008F}" dt="2025-02-16T07:49:42.492" v="702" actId="1037"/>
          <ac:spMkLst>
            <pc:docMk/>
            <pc:sldMk cId="4111098613" sldId="741"/>
            <ac:spMk id="43" creationId="{4D22391E-1845-0169-AE23-C953B81EE0C8}"/>
          </ac:spMkLst>
        </pc:spChg>
        <pc:spChg chg="mod">
          <ac:chgData name="Owen Noel Newton Fernando (Dr)" userId="f932e6a7-513b-4f8f-b71e-1f37278898b3" providerId="ADAL" clId="{6C00770E-94F7-477C-8409-7194018A008F}" dt="2025-02-16T07:49:42.492" v="702" actId="1037"/>
          <ac:spMkLst>
            <pc:docMk/>
            <pc:sldMk cId="4111098613" sldId="741"/>
            <ac:spMk id="44" creationId="{13A3C13B-D555-C472-2E24-F5F578B70EBD}"/>
          </ac:spMkLst>
        </pc:spChg>
        <pc:grpChg chg="mod">
          <ac:chgData name="Owen Noel Newton Fernando (Dr)" userId="f932e6a7-513b-4f8f-b71e-1f37278898b3" providerId="ADAL" clId="{6C00770E-94F7-477C-8409-7194018A008F}" dt="2025-02-16T07:50:06.058" v="703" actId="1037"/>
          <ac:grpSpMkLst>
            <pc:docMk/>
            <pc:sldMk cId="4111098613" sldId="741"/>
            <ac:grpSpMk id="2" creationId="{CCEE2373-66FA-BED6-822C-4D053A108117}"/>
          </ac:grpSpMkLst>
        </pc:grpChg>
        <pc:grpChg chg="del">
          <ac:chgData name="Owen Noel Newton Fernando (Dr)" userId="f932e6a7-513b-4f8f-b71e-1f37278898b3" providerId="ADAL" clId="{6C00770E-94F7-477C-8409-7194018A008F}" dt="2025-02-16T07:47:52.495" v="648" actId="478"/>
          <ac:grpSpMkLst>
            <pc:docMk/>
            <pc:sldMk cId="4111098613" sldId="741"/>
            <ac:grpSpMk id="40038" creationId="{D3C81D0D-19EE-D744-1A98-284760E9137F}"/>
          </ac:grpSpMkLst>
        </pc:grpChg>
        <pc:cxnChg chg="mod">
          <ac:chgData name="Owen Noel Newton Fernando (Dr)" userId="f932e6a7-513b-4f8f-b71e-1f37278898b3" providerId="ADAL" clId="{6C00770E-94F7-477C-8409-7194018A008F}" dt="2025-02-16T07:49:42.492" v="702" actId="1037"/>
          <ac:cxnSpMkLst>
            <pc:docMk/>
            <pc:sldMk cId="4111098613" sldId="741"/>
            <ac:cxnSpMk id="40" creationId="{05373C44-9F1E-2D22-84F6-4E1DBD167475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65" creationId="{A087784B-623C-2D77-FC4E-2D78EAEA8F01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66" creationId="{48D5D6F4-9996-63E1-100B-91EE7B2C4DAA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68" creationId="{A76EB2EC-58E8-F412-15BA-E0F745DF17A9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70" creationId="{BCB17A94-9CEB-DC3C-2132-2C0C3C6B2AB9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71" creationId="{1BBAB729-C17B-C119-9BD4-42EADE77C064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72" creationId="{D2F4A333-9682-1D8E-1E31-941E03BB20B8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73" creationId="{20B728FB-0372-7A61-2108-CFB3BF8A7119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74" creationId="{B819F377-A2FB-C530-F027-F1010836C665}"/>
          </ac:cxnSpMkLst>
        </pc:cxnChg>
        <pc:cxnChg chg="mod">
          <ac:chgData name="Owen Noel Newton Fernando (Dr)" userId="f932e6a7-513b-4f8f-b71e-1f37278898b3" providerId="ADAL" clId="{6C00770E-94F7-477C-8409-7194018A008F}" dt="2025-02-16T07:47:52.495" v="648" actId="478"/>
          <ac:cxnSpMkLst>
            <pc:docMk/>
            <pc:sldMk cId="4111098613" sldId="741"/>
            <ac:cxnSpMk id="40075" creationId="{A0B8E632-406D-FE1E-4DB4-1F390D16F222}"/>
          </ac:cxnSpMkLst>
        </pc:cxnChg>
      </pc:sldChg>
      <pc:sldChg chg="addSp modSp add mod modNotesTx">
        <pc:chgData name="Owen Noel Newton Fernando (Dr)" userId="f932e6a7-513b-4f8f-b71e-1f37278898b3" providerId="ADAL" clId="{6C00770E-94F7-477C-8409-7194018A008F}" dt="2025-02-16T09:13:53.623" v="1427" actId="6549"/>
        <pc:sldMkLst>
          <pc:docMk/>
          <pc:sldMk cId="1776764315" sldId="742"/>
        </pc:sldMkLst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2" creationId="{CD871DB7-EED4-95ED-8C72-67BBB6C5BB55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7" creationId="{27089425-BE0B-2163-6691-1F2BEE6B9711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8" creationId="{0499D34D-B3ED-A755-9160-A1F5A1CEF705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10" creationId="{CBEB08FE-D488-C5D8-67E0-A6FD52B0904D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12" creationId="{F6E5DAD4-9E57-8A81-E93E-350C446E172B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18" creationId="{260BDCB4-97DE-D824-38F3-C4D36652A0DC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19" creationId="{2662AAC5-7E51-2F19-F295-850676B9C22A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20" creationId="{36ABC632-1C4B-80F4-6840-98703E1B067D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21" creationId="{811BAFE3-1DC8-08EE-5A3F-278E4A6681D2}"/>
          </ac:spMkLst>
        </pc:spChg>
        <pc:spChg chg="add mod">
          <ac:chgData name="Owen Noel Newton Fernando (Dr)" userId="f932e6a7-513b-4f8f-b71e-1f37278898b3" providerId="ADAL" clId="{6C00770E-94F7-477C-8409-7194018A008F}" dt="2025-02-16T08:00:14.688" v="879"/>
          <ac:spMkLst>
            <pc:docMk/>
            <pc:sldMk cId="1776764315" sldId="742"/>
            <ac:spMk id="26" creationId="{7150C0DF-B036-17FB-EAD5-9C76D24F600D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40" creationId="{BCA3D3D5-2A1C-B8E0-E3E8-EACC2EC054C5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43" creationId="{8AFA84AE-9AE4-010A-6CA2-51CB05290DB9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45" creationId="{1DA5D336-14F4-E614-E168-98F1C1081A65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47" creationId="{8D756818-BEAD-8729-53C7-E2EC6FFF4A4E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54" creationId="{E653EE8E-A633-49AD-7746-120329D3E580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58" creationId="{D62F7691-0173-7B09-94AA-4C329D6C0BB9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59" creationId="{3B854039-00C5-DF75-C489-F12E4DC4FE23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63" creationId="{E0BBD27A-1842-DEC7-32C3-CE312283BF2B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39936" creationId="{BF03484A-033D-71BD-A800-456D50130622}"/>
          </ac:spMkLst>
        </pc:spChg>
        <pc:spChg chg="mod">
          <ac:chgData name="Owen Noel Newton Fernando (Dr)" userId="f932e6a7-513b-4f8f-b71e-1f37278898b3" providerId="ADAL" clId="{6C00770E-94F7-477C-8409-7194018A008F}" dt="2025-02-16T08:00:41.502" v="881" actId="255"/>
          <ac:spMkLst>
            <pc:docMk/>
            <pc:sldMk cId="1776764315" sldId="742"/>
            <ac:spMk id="39938" creationId="{2B4E30E8-C744-0B2D-780F-1ED0A2B65CE8}"/>
          </ac:spMkLst>
        </pc:spChg>
        <pc:spChg chg="add mod">
          <ac:chgData name="Owen Noel Newton Fernando (Dr)" userId="f932e6a7-513b-4f8f-b71e-1f37278898b3" providerId="ADAL" clId="{6C00770E-94F7-477C-8409-7194018A008F}" dt="2025-02-16T08:01:02.028" v="882"/>
          <ac:spMkLst>
            <pc:docMk/>
            <pc:sldMk cId="1776764315" sldId="742"/>
            <ac:spMk id="39939" creationId="{E536F99E-1D33-B74D-5A84-FAEDDB29A130}"/>
          </ac:spMkLst>
        </pc:spChg>
      </pc:sldChg>
      <pc:sldChg chg="addSp delSp modSp add mod modAnim modNotesTx">
        <pc:chgData name="Owen Noel Newton Fernando (Dr)" userId="f932e6a7-513b-4f8f-b71e-1f37278898b3" providerId="ADAL" clId="{6C00770E-94F7-477C-8409-7194018A008F}" dt="2025-02-16T09:13:56.480" v="1428" actId="6549"/>
        <pc:sldMkLst>
          <pc:docMk/>
          <pc:sldMk cId="486105199" sldId="743"/>
        </pc:sldMkLst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4" creationId="{B5860B33-B6A4-5791-AA7E-2BDB74EF5893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6" creationId="{0EB5BA61-2DEB-DD25-1D7B-DB366B2C223B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9" creationId="{A007AC79-5BB8-63C5-BD21-510A47E1F02D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14" creationId="{4A592750-C32F-5FE9-0284-2E411BE4048C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15" creationId="{6305EDA0-A848-3248-8009-12401068F032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16" creationId="{E711A576-F49E-282F-CEAE-A4202B4FB4EC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19" creationId="{6970877C-FB03-BC9B-5E22-787286354020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23" creationId="{86D548BB-6776-14A8-ADBF-09BAC56ED71B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26" creationId="{C449C8DC-7B77-3892-32A9-856B0727B072}"/>
          </ac:spMkLst>
        </pc:spChg>
        <pc:spChg chg="del">
          <ac:chgData name="Owen Noel Newton Fernando (Dr)" userId="f932e6a7-513b-4f8f-b71e-1f37278898b3" providerId="ADAL" clId="{6C00770E-94F7-477C-8409-7194018A008F}" dt="2025-02-16T08:01:20.714" v="884" actId="478"/>
          <ac:spMkLst>
            <pc:docMk/>
            <pc:sldMk cId="486105199" sldId="743"/>
            <ac:spMk id="27" creationId="{3E6E8842-6032-E90D-E98B-D21AB6C0B624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42" creationId="{3B5381B8-5DD5-A27B-8F09-18F4B21D284E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45" creationId="{C484E191-8863-F8A9-65B3-3EF31FA6206A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46" creationId="{F7DC360D-7DFB-A171-1B48-289BA23E7AA4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49" creationId="{EFD938B5-3A72-2EE3-F0BD-796BCF5C1A86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51" creationId="{4A37E73E-E6BB-D842-03FE-29BD483C263D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54" creationId="{33C8C034-5DC8-66BC-7C4D-1444660C90A1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55" creationId="{716BB7FE-0755-39E9-7835-ADE8D730DE88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58" creationId="{6B164FCD-E9CE-D2A6-37BB-F789EC2F5960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59" creationId="{6E56DC5F-5BC3-9719-CB75-B519CD7B74D7}"/>
          </ac:spMkLst>
        </pc:spChg>
        <pc:spChg chg="add mod">
          <ac:chgData name="Owen Noel Newton Fernando (Dr)" userId="f932e6a7-513b-4f8f-b71e-1f37278898b3" providerId="ADAL" clId="{6C00770E-94F7-477C-8409-7194018A008F}" dt="2025-02-16T08:01:21.499" v="885"/>
          <ac:spMkLst>
            <pc:docMk/>
            <pc:sldMk cId="486105199" sldId="743"/>
            <ac:spMk id="62" creationId="{87CC20A9-E18E-E57D-BAB5-EC37664977D0}"/>
          </ac:spMkLst>
        </pc:spChg>
        <pc:spChg chg="mod">
          <ac:chgData name="Owen Noel Newton Fernando (Dr)" userId="f932e6a7-513b-4f8f-b71e-1f37278898b3" providerId="ADAL" clId="{6C00770E-94F7-477C-8409-7194018A008F}" dt="2025-02-16T08:01:54.016" v="890" actId="12"/>
          <ac:spMkLst>
            <pc:docMk/>
            <pc:sldMk cId="486105199" sldId="743"/>
            <ac:spMk id="39938" creationId="{ADCE968A-A327-18D5-6ABA-824DE3E2FB39}"/>
          </ac:spMkLst>
        </pc:spChg>
        <pc:spChg chg="add 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52" creationId="{F2ED77B9-AA8B-7E1F-846F-FCC31099119A}"/>
          </ac:spMkLst>
        </pc:spChg>
        <pc:spChg chg="add 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53" creationId="{DBEA3336-E2DE-1A8D-675D-DF64EEA6D43E}"/>
          </ac:spMkLst>
        </pc:spChg>
        <pc:spChg chg="add 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55" creationId="{2C5D6284-7373-B3B3-C2FD-1DADAE86321E}"/>
          </ac:spMkLst>
        </pc:spChg>
        <pc:spChg chg="add 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56" creationId="{168AD6BF-C905-29BF-7419-821E3C7B4D2C}"/>
          </ac:spMkLst>
        </pc:spChg>
        <pc:spChg chg="add 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59" creationId="{913D03CD-2ECA-69A7-71A9-F9D31204EE65}"/>
          </ac:spMkLst>
        </pc:spChg>
        <pc:spChg chg="add 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60" creationId="{6C1D8036-EE90-5FD7-D2C5-F440454E5883}"/>
          </ac:spMkLst>
        </pc:spChg>
        <pc:spChg chg="add 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61" creationId="{35BE19E1-DB91-CF79-4AAB-D1421F64BD14}"/>
          </ac:spMkLst>
        </pc:spChg>
        <pc:spChg chg="add 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66" creationId="{E3DC9B2F-4BED-C04E-96D9-A9240EC75BFD}"/>
          </ac:spMkLst>
        </pc:spChg>
        <pc:spChg chg="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71" creationId="{05D44241-123B-0031-6031-A59A17D1DB7F}"/>
          </ac:spMkLst>
        </pc:spChg>
        <pc:spChg chg="mod">
          <ac:chgData name="Owen Noel Newton Fernando (Dr)" userId="f932e6a7-513b-4f8f-b71e-1f37278898b3" providerId="ADAL" clId="{6C00770E-94F7-477C-8409-7194018A008F}" dt="2025-02-16T08:02:20.089" v="891"/>
          <ac:spMkLst>
            <pc:docMk/>
            <pc:sldMk cId="486105199" sldId="743"/>
            <ac:spMk id="39985" creationId="{CE018804-7E89-BE36-0064-BAD091717134}"/>
          </ac:spMkLst>
        </pc:spChg>
      </pc:sldChg>
      <pc:sldChg chg="addSp delSp modSp add del mod delAnim modAnim">
        <pc:chgData name="Owen Noel Newton Fernando (Dr)" userId="f932e6a7-513b-4f8f-b71e-1f37278898b3" providerId="ADAL" clId="{6C00770E-94F7-477C-8409-7194018A008F}" dt="2025-02-16T08:25:38.907" v="1386" actId="47"/>
        <pc:sldMkLst>
          <pc:docMk/>
          <pc:sldMk cId="1793307548" sldId="744"/>
        </pc:sldMkLst>
        <pc:spChg chg="add del mod">
          <ac:chgData name="Owen Noel Newton Fernando (Dr)" userId="f932e6a7-513b-4f8f-b71e-1f37278898b3" providerId="ADAL" clId="{6C00770E-94F7-477C-8409-7194018A008F}" dt="2025-02-16T08:13:30.733" v="1043" actId="113"/>
          <ac:spMkLst>
            <pc:docMk/>
            <pc:sldMk cId="1793307548" sldId="744"/>
            <ac:spMk id="3" creationId="{7B15BCC4-A877-5D96-D102-D2B55DA35D9F}"/>
          </ac:spMkLst>
        </pc:spChg>
        <pc:spChg chg="add mod">
          <ac:chgData name="Owen Noel Newton Fernando (Dr)" userId="f932e6a7-513b-4f8f-b71e-1f37278898b3" providerId="ADAL" clId="{6C00770E-94F7-477C-8409-7194018A008F}" dt="2025-02-16T08:10:20.746" v="965" actId="14100"/>
          <ac:spMkLst>
            <pc:docMk/>
            <pc:sldMk cId="1793307548" sldId="744"/>
            <ac:spMk id="4" creationId="{17E8251F-34F7-D053-4E8E-E65E0FC63350}"/>
          </ac:spMkLst>
        </pc:spChg>
        <pc:spChg chg="add mod">
          <ac:chgData name="Owen Noel Newton Fernando (Dr)" userId="f932e6a7-513b-4f8f-b71e-1f37278898b3" providerId="ADAL" clId="{6C00770E-94F7-477C-8409-7194018A008F}" dt="2025-02-16T08:10:20.746" v="965" actId="14100"/>
          <ac:spMkLst>
            <pc:docMk/>
            <pc:sldMk cId="1793307548" sldId="744"/>
            <ac:spMk id="8" creationId="{BB6FB3E6-624E-553D-B0C0-3C1A83386D6B}"/>
          </ac:spMkLst>
        </pc:spChg>
        <pc:spChg chg="add mod">
          <ac:chgData name="Owen Noel Newton Fernando (Dr)" userId="f932e6a7-513b-4f8f-b71e-1f37278898b3" providerId="ADAL" clId="{6C00770E-94F7-477C-8409-7194018A008F}" dt="2025-02-16T08:10:20.746" v="965" actId="14100"/>
          <ac:spMkLst>
            <pc:docMk/>
            <pc:sldMk cId="1793307548" sldId="744"/>
            <ac:spMk id="9" creationId="{F811AE9D-CCFC-838C-9E90-B77B2E88BB5E}"/>
          </ac:spMkLst>
        </pc:spChg>
        <pc:spChg chg="add mod">
          <ac:chgData name="Owen Noel Newton Fernando (Dr)" userId="f932e6a7-513b-4f8f-b71e-1f37278898b3" providerId="ADAL" clId="{6C00770E-94F7-477C-8409-7194018A008F}" dt="2025-02-16T08:10:20.746" v="965" actId="14100"/>
          <ac:spMkLst>
            <pc:docMk/>
            <pc:sldMk cId="1793307548" sldId="744"/>
            <ac:spMk id="12" creationId="{CC1BF87A-9854-D830-91B6-F5CDC1A23306}"/>
          </ac:spMkLst>
        </pc:spChg>
        <pc:spChg chg="add mod">
          <ac:chgData name="Owen Noel Newton Fernando (Dr)" userId="f932e6a7-513b-4f8f-b71e-1f37278898b3" providerId="ADAL" clId="{6C00770E-94F7-477C-8409-7194018A008F}" dt="2025-02-16T08:10:20.746" v="965" actId="14100"/>
          <ac:spMkLst>
            <pc:docMk/>
            <pc:sldMk cId="1793307548" sldId="744"/>
            <ac:spMk id="13" creationId="{E5700D39-4CA5-DC53-45E7-3ADB4BECAFC5}"/>
          </ac:spMkLst>
        </pc:spChg>
        <pc:spChg chg="add del mod">
          <ac:chgData name="Owen Noel Newton Fernando (Dr)" userId="f932e6a7-513b-4f8f-b71e-1f37278898b3" providerId="ADAL" clId="{6C00770E-94F7-477C-8409-7194018A008F}" dt="2025-02-16T08:12:38.747" v="1009" actId="478"/>
          <ac:spMkLst>
            <pc:docMk/>
            <pc:sldMk cId="1793307548" sldId="744"/>
            <ac:spMk id="21" creationId="{FC57F5D0-B044-155C-0F51-0CFC6E53CBEF}"/>
          </ac:spMkLst>
        </pc:spChg>
        <pc:spChg chg="add del mod">
          <ac:chgData name="Owen Noel Newton Fernando (Dr)" userId="f932e6a7-513b-4f8f-b71e-1f37278898b3" providerId="ADAL" clId="{6C00770E-94F7-477C-8409-7194018A008F}" dt="2025-02-16T08:12:38.747" v="1009" actId="478"/>
          <ac:spMkLst>
            <pc:docMk/>
            <pc:sldMk cId="1793307548" sldId="744"/>
            <ac:spMk id="22" creationId="{88334ECC-D325-6507-4573-C87F54FB9CF8}"/>
          </ac:spMkLst>
        </pc:spChg>
        <pc:spChg chg="add del mod">
          <ac:chgData name="Owen Noel Newton Fernando (Dr)" userId="f932e6a7-513b-4f8f-b71e-1f37278898b3" providerId="ADAL" clId="{6C00770E-94F7-477C-8409-7194018A008F}" dt="2025-02-16T08:12:38.747" v="1009" actId="478"/>
          <ac:spMkLst>
            <pc:docMk/>
            <pc:sldMk cId="1793307548" sldId="744"/>
            <ac:spMk id="25" creationId="{0BF71C8F-8C52-E7ED-AC62-D48AA32D746F}"/>
          </ac:spMkLst>
        </pc:spChg>
        <pc:spChg chg="add del mod">
          <ac:chgData name="Owen Noel Newton Fernando (Dr)" userId="f932e6a7-513b-4f8f-b71e-1f37278898b3" providerId="ADAL" clId="{6C00770E-94F7-477C-8409-7194018A008F}" dt="2025-02-16T08:14:21.091" v="1044" actId="478"/>
          <ac:spMkLst>
            <pc:docMk/>
            <pc:sldMk cId="1793307548" sldId="744"/>
            <ac:spMk id="37" creationId="{70E05978-DDC0-D6A4-7566-D566B9DE0AB5}"/>
          </ac:spMkLst>
        </pc:spChg>
        <pc:spChg chg="add del mod">
          <ac:chgData name="Owen Noel Newton Fernando (Dr)" userId="f932e6a7-513b-4f8f-b71e-1f37278898b3" providerId="ADAL" clId="{6C00770E-94F7-477C-8409-7194018A008F}" dt="2025-02-16T08:14:21.091" v="1044" actId="478"/>
          <ac:spMkLst>
            <pc:docMk/>
            <pc:sldMk cId="1793307548" sldId="744"/>
            <ac:spMk id="38" creationId="{B50681AB-E0EB-F722-65FE-60B6278FA3AD}"/>
          </ac:spMkLst>
        </pc:spChg>
        <pc:spChg chg="add del mod">
          <ac:chgData name="Owen Noel Newton Fernando (Dr)" userId="f932e6a7-513b-4f8f-b71e-1f37278898b3" providerId="ADAL" clId="{6C00770E-94F7-477C-8409-7194018A008F}" dt="2025-02-16T08:14:21.091" v="1044" actId="478"/>
          <ac:spMkLst>
            <pc:docMk/>
            <pc:sldMk cId="1793307548" sldId="744"/>
            <ac:spMk id="41" creationId="{088580BF-0C78-CBE0-931F-B75D60BF5A21}"/>
          </ac:spMkLst>
        </pc:spChg>
        <pc:spChg chg="add del mod">
          <ac:chgData name="Owen Noel Newton Fernando (Dr)" userId="f932e6a7-513b-4f8f-b71e-1f37278898b3" providerId="ADAL" clId="{6C00770E-94F7-477C-8409-7194018A008F}" dt="2025-02-16T08:15:22.499" v="1049" actId="478"/>
          <ac:spMkLst>
            <pc:docMk/>
            <pc:sldMk cId="1793307548" sldId="744"/>
            <ac:spMk id="45" creationId="{F8DE8E06-BFFC-417A-C8E0-3644DD64A7EF}"/>
          </ac:spMkLst>
        </pc:spChg>
        <pc:spChg chg="add del mod">
          <ac:chgData name="Owen Noel Newton Fernando (Dr)" userId="f932e6a7-513b-4f8f-b71e-1f37278898b3" providerId="ADAL" clId="{6C00770E-94F7-477C-8409-7194018A008F}" dt="2025-02-16T08:15:22.499" v="1049" actId="478"/>
          <ac:spMkLst>
            <pc:docMk/>
            <pc:sldMk cId="1793307548" sldId="744"/>
            <ac:spMk id="46" creationId="{B37095C8-72BD-0616-197A-D31710BCFE80}"/>
          </ac:spMkLst>
        </pc:spChg>
        <pc:spChg chg="add del mod">
          <ac:chgData name="Owen Noel Newton Fernando (Dr)" userId="f932e6a7-513b-4f8f-b71e-1f37278898b3" providerId="ADAL" clId="{6C00770E-94F7-477C-8409-7194018A008F}" dt="2025-02-16T08:15:22.499" v="1049" actId="478"/>
          <ac:spMkLst>
            <pc:docMk/>
            <pc:sldMk cId="1793307548" sldId="744"/>
            <ac:spMk id="49" creationId="{6B8D3CF7-371F-B5C5-0ADC-7777D8F73E6B}"/>
          </ac:spMkLst>
        </pc:spChg>
        <pc:spChg chg="add mod">
          <ac:chgData name="Owen Noel Newton Fernando (Dr)" userId="f932e6a7-513b-4f8f-b71e-1f37278898b3" providerId="ADAL" clId="{6C00770E-94F7-477C-8409-7194018A008F}" dt="2025-02-16T08:15:23.277" v="1050"/>
          <ac:spMkLst>
            <pc:docMk/>
            <pc:sldMk cId="1793307548" sldId="744"/>
            <ac:spMk id="53" creationId="{1BDCC708-1176-AFC4-3A2D-726BB795CC7B}"/>
          </ac:spMkLst>
        </pc:spChg>
        <pc:spChg chg="add mod">
          <ac:chgData name="Owen Noel Newton Fernando (Dr)" userId="f932e6a7-513b-4f8f-b71e-1f37278898b3" providerId="ADAL" clId="{6C00770E-94F7-477C-8409-7194018A008F}" dt="2025-02-16T08:15:23.277" v="1050"/>
          <ac:spMkLst>
            <pc:docMk/>
            <pc:sldMk cId="1793307548" sldId="744"/>
            <ac:spMk id="54" creationId="{01A7387A-B6DE-311A-33AB-F38495782591}"/>
          </ac:spMkLst>
        </pc:spChg>
        <pc:spChg chg="add mod">
          <ac:chgData name="Owen Noel Newton Fernando (Dr)" userId="f932e6a7-513b-4f8f-b71e-1f37278898b3" providerId="ADAL" clId="{6C00770E-94F7-477C-8409-7194018A008F}" dt="2025-02-16T08:15:23.277" v="1050"/>
          <ac:spMkLst>
            <pc:docMk/>
            <pc:sldMk cId="1793307548" sldId="744"/>
            <ac:spMk id="57" creationId="{A6A47140-49B4-4ED3-DF8F-C2392037731A}"/>
          </ac:spMkLst>
        </pc:spChg>
        <pc:spChg chg="add del mod">
          <ac:chgData name="Owen Noel Newton Fernando (Dr)" userId="f932e6a7-513b-4f8f-b71e-1f37278898b3" providerId="ADAL" clId="{6C00770E-94F7-477C-8409-7194018A008F}" dt="2025-02-16T08:20:07.402" v="1110" actId="478"/>
          <ac:spMkLst>
            <pc:docMk/>
            <pc:sldMk cId="1793307548" sldId="744"/>
            <ac:spMk id="61" creationId="{1B10089A-2620-E356-B069-B3C6D7DCDEF5}"/>
          </ac:spMkLst>
        </pc:spChg>
        <pc:spChg chg="add del mod">
          <ac:chgData name="Owen Noel Newton Fernando (Dr)" userId="f932e6a7-513b-4f8f-b71e-1f37278898b3" providerId="ADAL" clId="{6C00770E-94F7-477C-8409-7194018A008F}" dt="2025-02-16T08:20:07.402" v="1110" actId="478"/>
          <ac:spMkLst>
            <pc:docMk/>
            <pc:sldMk cId="1793307548" sldId="744"/>
            <ac:spMk id="62" creationId="{BD2C29EB-8C48-79BE-5D02-C4FC4236B91D}"/>
          </ac:spMkLst>
        </pc:spChg>
        <pc:spChg chg="mod">
          <ac:chgData name="Owen Noel Newton Fernando (Dr)" userId="f932e6a7-513b-4f8f-b71e-1f37278898b3" providerId="ADAL" clId="{6C00770E-94F7-477C-8409-7194018A008F}" dt="2025-02-16T08:09:41.293" v="960"/>
          <ac:spMkLst>
            <pc:docMk/>
            <pc:sldMk cId="1793307548" sldId="744"/>
            <ac:spMk id="39937" creationId="{054802ED-829F-520E-6C7C-99695EBE606C}"/>
          </ac:spMkLst>
        </pc:spChg>
        <pc:spChg chg="del">
          <ac:chgData name="Owen Noel Newton Fernando (Dr)" userId="f932e6a7-513b-4f8f-b71e-1f37278898b3" providerId="ADAL" clId="{6C00770E-94F7-477C-8409-7194018A008F}" dt="2025-02-16T08:10:05.907" v="961" actId="478"/>
          <ac:spMkLst>
            <pc:docMk/>
            <pc:sldMk cId="1793307548" sldId="744"/>
            <ac:spMk id="39938" creationId="{41D0F80D-00B4-5B98-C1C7-34B1C7FF27EE}"/>
          </ac:spMkLst>
        </pc:spChg>
        <pc:spChg chg="add del mod">
          <ac:chgData name="Owen Noel Newton Fernando (Dr)" userId="f932e6a7-513b-4f8f-b71e-1f37278898b3" providerId="ADAL" clId="{6C00770E-94F7-477C-8409-7194018A008F}" dt="2025-02-16T08:20:07.402" v="1110" actId="478"/>
          <ac:spMkLst>
            <pc:docMk/>
            <pc:sldMk cId="1793307548" sldId="744"/>
            <ac:spMk id="39939" creationId="{82FF8DDF-3DDB-BA83-F1D5-F767B973F319}"/>
          </ac:spMkLst>
        </pc:spChg>
        <pc:spChg chg="add mod">
          <ac:chgData name="Owen Noel Newton Fernando (Dr)" userId="f932e6a7-513b-4f8f-b71e-1f37278898b3" providerId="ADAL" clId="{6C00770E-94F7-477C-8409-7194018A008F}" dt="2025-02-16T08:20:08.216" v="1111"/>
          <ac:spMkLst>
            <pc:docMk/>
            <pc:sldMk cId="1793307548" sldId="744"/>
            <ac:spMk id="39943" creationId="{B1BC879D-106B-98BD-4E4C-4CA4D421AC49}"/>
          </ac:spMkLst>
        </pc:spChg>
        <pc:spChg chg="add mod">
          <ac:chgData name="Owen Noel Newton Fernando (Dr)" userId="f932e6a7-513b-4f8f-b71e-1f37278898b3" providerId="ADAL" clId="{6C00770E-94F7-477C-8409-7194018A008F}" dt="2025-02-16T08:20:08.216" v="1111"/>
          <ac:spMkLst>
            <pc:docMk/>
            <pc:sldMk cId="1793307548" sldId="744"/>
            <ac:spMk id="39944" creationId="{D2F5B77C-60F1-9AB5-7DB9-97ED03780F46}"/>
          </ac:spMkLst>
        </pc:spChg>
        <pc:spChg chg="add mod">
          <ac:chgData name="Owen Noel Newton Fernando (Dr)" userId="f932e6a7-513b-4f8f-b71e-1f37278898b3" providerId="ADAL" clId="{6C00770E-94F7-477C-8409-7194018A008F}" dt="2025-02-16T08:20:08.216" v="1111"/>
          <ac:spMkLst>
            <pc:docMk/>
            <pc:sldMk cId="1793307548" sldId="744"/>
            <ac:spMk id="39947" creationId="{650D205A-898A-C33C-85F1-D81A01D04C7F}"/>
          </ac:spMkLst>
        </pc:spChg>
        <pc:spChg chg="add mod">
          <ac:chgData name="Owen Noel Newton Fernando (Dr)" userId="f932e6a7-513b-4f8f-b71e-1f37278898b3" providerId="ADAL" clId="{6C00770E-94F7-477C-8409-7194018A008F}" dt="2025-02-16T08:20:15.597" v="1113"/>
          <ac:spMkLst>
            <pc:docMk/>
            <pc:sldMk cId="1793307548" sldId="744"/>
            <ac:spMk id="39951" creationId="{63C8129E-D944-54C0-956A-22A23021B439}"/>
          </ac:spMkLst>
        </pc:spChg>
        <pc:spChg chg="add mod">
          <ac:chgData name="Owen Noel Newton Fernando (Dr)" userId="f932e6a7-513b-4f8f-b71e-1f37278898b3" providerId="ADAL" clId="{6C00770E-94F7-477C-8409-7194018A008F}" dt="2025-02-16T08:20:15.597" v="1113"/>
          <ac:spMkLst>
            <pc:docMk/>
            <pc:sldMk cId="1793307548" sldId="744"/>
            <ac:spMk id="39952" creationId="{D5B4FD19-9BEF-B043-99B1-20D0CD6842C4}"/>
          </ac:spMkLst>
        </pc:spChg>
        <pc:spChg chg="add mod">
          <ac:chgData name="Owen Noel Newton Fernando (Dr)" userId="f932e6a7-513b-4f8f-b71e-1f37278898b3" providerId="ADAL" clId="{6C00770E-94F7-477C-8409-7194018A008F}" dt="2025-02-16T08:20:15.597" v="1113"/>
          <ac:spMkLst>
            <pc:docMk/>
            <pc:sldMk cId="1793307548" sldId="744"/>
            <ac:spMk id="39955" creationId="{7A8C479E-CF92-5C7D-52CE-1E40274A7D68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56" creationId="{E6B93A89-9A65-BBFE-A31F-A9C3371C04D4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57" creationId="{26D0DAE6-A91B-FD61-FFAA-A749336915B3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60" creationId="{A2C3F71A-BCBA-31E3-A3AA-03806075B988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61" creationId="{7D6AC39C-EEDD-D67F-B5A2-DD1853146E66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66" creationId="{C8F685F4-0F1F-2D7F-9B5B-C6BEC920A3BB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67" creationId="{A30953EF-81C8-EC4B-27D8-877A9022539F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72" creationId="{964508CC-478D-A3B0-E093-63A1BDF4E38E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74" creationId="{32C5CF3B-80B9-70E5-0C4B-0B2AE7DAD1D7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77" creationId="{842DD6EE-9004-9310-26CC-4486EC4A690E}"/>
          </ac:spMkLst>
        </pc:spChg>
        <pc:spChg chg="add mod">
          <ac:chgData name="Owen Noel Newton Fernando (Dr)" userId="f932e6a7-513b-4f8f-b71e-1f37278898b3" providerId="ADAL" clId="{6C00770E-94F7-477C-8409-7194018A008F}" dt="2025-02-16T08:24:48.606" v="1382" actId="1036"/>
          <ac:spMkLst>
            <pc:docMk/>
            <pc:sldMk cId="1793307548" sldId="744"/>
            <ac:spMk id="39978" creationId="{F55E37D1-21B7-9481-3734-6744D73616C1}"/>
          </ac:spMkLst>
        </pc:spChg>
        <pc:spChg chg="del">
          <ac:chgData name="Owen Noel Newton Fernando (Dr)" userId="f932e6a7-513b-4f8f-b71e-1f37278898b3" providerId="ADAL" clId="{6C00770E-94F7-477C-8409-7194018A008F}" dt="2025-02-16T08:25:06.981" v="1385" actId="478"/>
          <ac:spMkLst>
            <pc:docMk/>
            <pc:sldMk cId="1793307548" sldId="744"/>
            <ac:spMk id="39994" creationId="{83CA2C58-66BF-D150-3D13-E9E902AE07CE}"/>
          </ac:spMkLst>
        </pc:spChg>
        <pc:spChg chg="del">
          <ac:chgData name="Owen Noel Newton Fernando (Dr)" userId="f932e6a7-513b-4f8f-b71e-1f37278898b3" providerId="ADAL" clId="{6C00770E-94F7-477C-8409-7194018A008F}" dt="2025-02-16T08:25:04.058" v="1384" actId="478"/>
          <ac:spMkLst>
            <pc:docMk/>
            <pc:sldMk cId="1793307548" sldId="744"/>
            <ac:spMk id="39995" creationId="{670C471D-96CB-D944-9E61-F3613E47DF96}"/>
          </ac:spMkLst>
        </pc:spChg>
        <pc:picChg chg="add mod">
          <ac:chgData name="Owen Noel Newton Fernando (Dr)" userId="f932e6a7-513b-4f8f-b71e-1f37278898b3" providerId="ADAL" clId="{6C00770E-94F7-477C-8409-7194018A008F}" dt="2025-02-16T08:10:20.746" v="965" actId="14100"/>
          <ac:picMkLst>
            <pc:docMk/>
            <pc:sldMk cId="1793307548" sldId="744"/>
            <ac:picMk id="5" creationId="{95EA9A5B-64BB-7B96-5457-459D500A567C}"/>
          </ac:picMkLst>
        </pc:picChg>
        <pc:picChg chg="add del mod">
          <ac:chgData name="Owen Noel Newton Fernando (Dr)" userId="f932e6a7-513b-4f8f-b71e-1f37278898b3" providerId="ADAL" clId="{6C00770E-94F7-477C-8409-7194018A008F}" dt="2025-02-16T08:12:42.089" v="1010" actId="478"/>
          <ac:picMkLst>
            <pc:docMk/>
            <pc:sldMk cId="1793307548" sldId="744"/>
            <ac:picMk id="18" creationId="{035377CB-5B31-6900-888F-B45F06D97F94}"/>
          </ac:picMkLst>
        </pc:picChg>
        <pc:picChg chg="add del mod">
          <ac:chgData name="Owen Noel Newton Fernando (Dr)" userId="f932e6a7-513b-4f8f-b71e-1f37278898b3" providerId="ADAL" clId="{6C00770E-94F7-477C-8409-7194018A008F}" dt="2025-02-16T08:14:21.091" v="1044" actId="478"/>
          <ac:picMkLst>
            <pc:docMk/>
            <pc:sldMk cId="1793307548" sldId="744"/>
            <ac:picMk id="34" creationId="{99FF0993-85B7-6D7C-714F-E08CCE81B951}"/>
          </ac:picMkLst>
        </pc:picChg>
        <pc:picChg chg="add del mod">
          <ac:chgData name="Owen Noel Newton Fernando (Dr)" userId="f932e6a7-513b-4f8f-b71e-1f37278898b3" providerId="ADAL" clId="{6C00770E-94F7-477C-8409-7194018A008F}" dt="2025-02-16T08:15:18.288" v="1048" actId="478"/>
          <ac:picMkLst>
            <pc:docMk/>
            <pc:sldMk cId="1793307548" sldId="744"/>
            <ac:picMk id="42" creationId="{D7159064-E387-7996-7879-55D838D550D0}"/>
          </ac:picMkLst>
        </pc:picChg>
        <pc:picChg chg="add mod">
          <ac:chgData name="Owen Noel Newton Fernando (Dr)" userId="f932e6a7-513b-4f8f-b71e-1f37278898b3" providerId="ADAL" clId="{6C00770E-94F7-477C-8409-7194018A008F}" dt="2025-02-16T08:15:23.277" v="1050"/>
          <ac:picMkLst>
            <pc:docMk/>
            <pc:sldMk cId="1793307548" sldId="744"/>
            <ac:picMk id="50" creationId="{DE9AC1A3-925D-5ECE-0D05-73FB935F505A}"/>
          </ac:picMkLst>
        </pc:picChg>
        <pc:picChg chg="add del mod">
          <ac:chgData name="Owen Noel Newton Fernando (Dr)" userId="f932e6a7-513b-4f8f-b71e-1f37278898b3" providerId="ADAL" clId="{6C00770E-94F7-477C-8409-7194018A008F}" dt="2025-02-16T08:20:07.402" v="1110" actId="478"/>
          <ac:picMkLst>
            <pc:docMk/>
            <pc:sldMk cId="1793307548" sldId="744"/>
            <ac:picMk id="58" creationId="{C8309379-BC55-CFF3-B37D-33CBD19F169E}"/>
          </ac:picMkLst>
        </pc:picChg>
        <pc:picChg chg="add mod">
          <ac:chgData name="Owen Noel Newton Fernando (Dr)" userId="f932e6a7-513b-4f8f-b71e-1f37278898b3" providerId="ADAL" clId="{6C00770E-94F7-477C-8409-7194018A008F}" dt="2025-02-16T08:20:08.216" v="1111"/>
          <ac:picMkLst>
            <pc:docMk/>
            <pc:sldMk cId="1793307548" sldId="744"/>
            <ac:picMk id="39940" creationId="{3FC119E7-1C5B-B1FA-E0D7-85DAF7A53129}"/>
          </ac:picMkLst>
        </pc:picChg>
        <pc:picChg chg="add mod">
          <ac:chgData name="Owen Noel Newton Fernando (Dr)" userId="f932e6a7-513b-4f8f-b71e-1f37278898b3" providerId="ADAL" clId="{6C00770E-94F7-477C-8409-7194018A008F}" dt="2025-02-16T08:20:15.597" v="1113"/>
          <ac:picMkLst>
            <pc:docMk/>
            <pc:sldMk cId="1793307548" sldId="744"/>
            <ac:picMk id="39948" creationId="{5FDAF1D3-4016-B20C-29A2-B4266C1999A9}"/>
          </ac:picMkLst>
        </pc:picChg>
        <pc:cxnChg chg="add mod">
          <ac:chgData name="Owen Noel Newton Fernando (Dr)" userId="f932e6a7-513b-4f8f-b71e-1f37278898b3" providerId="ADAL" clId="{6C00770E-94F7-477C-8409-7194018A008F}" dt="2025-02-16T08:10:20.746" v="965" actId="14100"/>
          <ac:cxnSpMkLst>
            <pc:docMk/>
            <pc:sldMk cId="1793307548" sldId="744"/>
            <ac:cxnSpMk id="6" creationId="{93869E33-1702-8B9E-F344-BD5F6A60D8F8}"/>
          </ac:cxnSpMkLst>
        </pc:cxnChg>
        <pc:cxnChg chg="add mod">
          <ac:chgData name="Owen Noel Newton Fernando (Dr)" userId="f932e6a7-513b-4f8f-b71e-1f37278898b3" providerId="ADAL" clId="{6C00770E-94F7-477C-8409-7194018A008F}" dt="2025-02-16T08:10:20.746" v="965" actId="14100"/>
          <ac:cxnSpMkLst>
            <pc:docMk/>
            <pc:sldMk cId="1793307548" sldId="744"/>
            <ac:cxnSpMk id="7" creationId="{D8DA365D-B8FB-DFE3-0B25-4AC2885240AB}"/>
          </ac:cxnSpMkLst>
        </pc:cxnChg>
        <pc:cxnChg chg="add mod">
          <ac:chgData name="Owen Noel Newton Fernando (Dr)" userId="f932e6a7-513b-4f8f-b71e-1f37278898b3" providerId="ADAL" clId="{6C00770E-94F7-477C-8409-7194018A008F}" dt="2025-02-16T08:10:20.746" v="965" actId="14100"/>
          <ac:cxnSpMkLst>
            <pc:docMk/>
            <pc:sldMk cId="1793307548" sldId="744"/>
            <ac:cxnSpMk id="10" creationId="{6F06B5E8-045B-51E4-86EA-27CA6B732779}"/>
          </ac:cxnSpMkLst>
        </pc:cxnChg>
        <pc:cxnChg chg="add mod">
          <ac:chgData name="Owen Noel Newton Fernando (Dr)" userId="f932e6a7-513b-4f8f-b71e-1f37278898b3" providerId="ADAL" clId="{6C00770E-94F7-477C-8409-7194018A008F}" dt="2025-02-16T08:10:20.746" v="965" actId="14100"/>
          <ac:cxnSpMkLst>
            <pc:docMk/>
            <pc:sldMk cId="1793307548" sldId="744"/>
            <ac:cxnSpMk id="11" creationId="{050BA3F6-69F2-50D5-74DB-0885A9E32085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2:38.747" v="1009" actId="478"/>
          <ac:cxnSpMkLst>
            <pc:docMk/>
            <pc:sldMk cId="1793307548" sldId="744"/>
            <ac:cxnSpMk id="19" creationId="{50C56E39-2D97-AE7E-7612-A0B18BB8BA54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2:38.747" v="1009" actId="478"/>
          <ac:cxnSpMkLst>
            <pc:docMk/>
            <pc:sldMk cId="1793307548" sldId="744"/>
            <ac:cxnSpMk id="20" creationId="{74672237-CA09-6D8E-CC5C-EF73903FD107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2:38.747" v="1009" actId="478"/>
          <ac:cxnSpMkLst>
            <pc:docMk/>
            <pc:sldMk cId="1793307548" sldId="744"/>
            <ac:cxnSpMk id="23" creationId="{CEC4DCC7-5C74-A646-A71F-0DD621DF362B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2:38.747" v="1009" actId="478"/>
          <ac:cxnSpMkLst>
            <pc:docMk/>
            <pc:sldMk cId="1793307548" sldId="744"/>
            <ac:cxnSpMk id="24" creationId="{E1B55C0B-324C-F4A1-9FE0-7F8855EA6884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4:21.091" v="1044" actId="478"/>
          <ac:cxnSpMkLst>
            <pc:docMk/>
            <pc:sldMk cId="1793307548" sldId="744"/>
            <ac:cxnSpMk id="35" creationId="{6AC3FC51-2C3D-C48E-05C8-A6E5FBB036D8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4:21.091" v="1044" actId="478"/>
          <ac:cxnSpMkLst>
            <pc:docMk/>
            <pc:sldMk cId="1793307548" sldId="744"/>
            <ac:cxnSpMk id="36" creationId="{C9C8AF95-6D29-95F4-9FB4-A470986C943F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4:21.091" v="1044" actId="478"/>
          <ac:cxnSpMkLst>
            <pc:docMk/>
            <pc:sldMk cId="1793307548" sldId="744"/>
            <ac:cxnSpMk id="39" creationId="{456D4CB0-008F-53BB-6E93-BBFB4D82B3BB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4:21.091" v="1044" actId="478"/>
          <ac:cxnSpMkLst>
            <pc:docMk/>
            <pc:sldMk cId="1793307548" sldId="744"/>
            <ac:cxnSpMk id="40" creationId="{D8AA6042-F25B-7879-0D12-F69749790425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5:22.499" v="1049" actId="478"/>
          <ac:cxnSpMkLst>
            <pc:docMk/>
            <pc:sldMk cId="1793307548" sldId="744"/>
            <ac:cxnSpMk id="43" creationId="{BEA2B95E-8EE1-09F1-64C2-2232B8AC6388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5:22.499" v="1049" actId="478"/>
          <ac:cxnSpMkLst>
            <pc:docMk/>
            <pc:sldMk cId="1793307548" sldId="744"/>
            <ac:cxnSpMk id="44" creationId="{D6713808-3FDA-2230-6AF4-EE5FA643C6BF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5:22.499" v="1049" actId="478"/>
          <ac:cxnSpMkLst>
            <pc:docMk/>
            <pc:sldMk cId="1793307548" sldId="744"/>
            <ac:cxnSpMk id="47" creationId="{AEDDB006-290C-7D4F-D690-76F6363D8A43}"/>
          </ac:cxnSpMkLst>
        </pc:cxnChg>
        <pc:cxnChg chg="add del mod">
          <ac:chgData name="Owen Noel Newton Fernando (Dr)" userId="f932e6a7-513b-4f8f-b71e-1f37278898b3" providerId="ADAL" clId="{6C00770E-94F7-477C-8409-7194018A008F}" dt="2025-02-16T08:15:22.499" v="1049" actId="478"/>
          <ac:cxnSpMkLst>
            <pc:docMk/>
            <pc:sldMk cId="1793307548" sldId="744"/>
            <ac:cxnSpMk id="48" creationId="{E546D701-F933-606C-05A6-BABF3FD1F50F}"/>
          </ac:cxnSpMkLst>
        </pc:cxnChg>
        <pc:cxnChg chg="add mod">
          <ac:chgData name="Owen Noel Newton Fernando (Dr)" userId="f932e6a7-513b-4f8f-b71e-1f37278898b3" providerId="ADAL" clId="{6C00770E-94F7-477C-8409-7194018A008F}" dt="2025-02-16T08:15:23.277" v="1050"/>
          <ac:cxnSpMkLst>
            <pc:docMk/>
            <pc:sldMk cId="1793307548" sldId="744"/>
            <ac:cxnSpMk id="51" creationId="{32A0FD48-14C1-9E65-0EB7-D070893BAA0B}"/>
          </ac:cxnSpMkLst>
        </pc:cxnChg>
        <pc:cxnChg chg="add mod">
          <ac:chgData name="Owen Noel Newton Fernando (Dr)" userId="f932e6a7-513b-4f8f-b71e-1f37278898b3" providerId="ADAL" clId="{6C00770E-94F7-477C-8409-7194018A008F}" dt="2025-02-16T08:15:23.277" v="1050"/>
          <ac:cxnSpMkLst>
            <pc:docMk/>
            <pc:sldMk cId="1793307548" sldId="744"/>
            <ac:cxnSpMk id="52" creationId="{1E72B198-65C2-E5DC-33C2-241C6B90B24A}"/>
          </ac:cxnSpMkLst>
        </pc:cxnChg>
        <pc:cxnChg chg="add mod">
          <ac:chgData name="Owen Noel Newton Fernando (Dr)" userId="f932e6a7-513b-4f8f-b71e-1f37278898b3" providerId="ADAL" clId="{6C00770E-94F7-477C-8409-7194018A008F}" dt="2025-02-16T08:15:23.277" v="1050"/>
          <ac:cxnSpMkLst>
            <pc:docMk/>
            <pc:sldMk cId="1793307548" sldId="744"/>
            <ac:cxnSpMk id="55" creationId="{A52B2516-91F6-D211-46E4-81D6EB61CC78}"/>
          </ac:cxnSpMkLst>
        </pc:cxnChg>
        <pc:cxnChg chg="add mod">
          <ac:chgData name="Owen Noel Newton Fernando (Dr)" userId="f932e6a7-513b-4f8f-b71e-1f37278898b3" providerId="ADAL" clId="{6C00770E-94F7-477C-8409-7194018A008F}" dt="2025-02-16T08:15:23.277" v="1050"/>
          <ac:cxnSpMkLst>
            <pc:docMk/>
            <pc:sldMk cId="1793307548" sldId="744"/>
            <ac:cxnSpMk id="56" creationId="{D88598FB-8BB0-545A-6C82-126FD5740230}"/>
          </ac:cxnSpMkLst>
        </pc:cxnChg>
        <pc:cxnChg chg="add del mod">
          <ac:chgData name="Owen Noel Newton Fernando (Dr)" userId="f932e6a7-513b-4f8f-b71e-1f37278898b3" providerId="ADAL" clId="{6C00770E-94F7-477C-8409-7194018A008F}" dt="2025-02-16T08:20:07.402" v="1110" actId="478"/>
          <ac:cxnSpMkLst>
            <pc:docMk/>
            <pc:sldMk cId="1793307548" sldId="744"/>
            <ac:cxnSpMk id="59" creationId="{8C3F256B-8BC9-D4F2-C026-98B98F36E2E7}"/>
          </ac:cxnSpMkLst>
        </pc:cxnChg>
        <pc:cxnChg chg="add del mod">
          <ac:chgData name="Owen Noel Newton Fernando (Dr)" userId="f932e6a7-513b-4f8f-b71e-1f37278898b3" providerId="ADAL" clId="{6C00770E-94F7-477C-8409-7194018A008F}" dt="2025-02-16T08:20:07.402" v="1110" actId="478"/>
          <ac:cxnSpMkLst>
            <pc:docMk/>
            <pc:sldMk cId="1793307548" sldId="744"/>
            <ac:cxnSpMk id="60" creationId="{0CAED07C-8D88-F9BD-1110-437BC9A30190}"/>
          </ac:cxnSpMkLst>
        </pc:cxnChg>
        <pc:cxnChg chg="add del mod">
          <ac:chgData name="Owen Noel Newton Fernando (Dr)" userId="f932e6a7-513b-4f8f-b71e-1f37278898b3" providerId="ADAL" clId="{6C00770E-94F7-477C-8409-7194018A008F}" dt="2025-02-16T08:20:07.402" v="1110" actId="478"/>
          <ac:cxnSpMkLst>
            <pc:docMk/>
            <pc:sldMk cId="1793307548" sldId="744"/>
            <ac:cxnSpMk id="63" creationId="{6DDF0187-DA70-28C2-EF86-3CE19CDE2380}"/>
          </ac:cxnSpMkLst>
        </pc:cxnChg>
        <pc:cxnChg chg="add del mod">
          <ac:chgData name="Owen Noel Newton Fernando (Dr)" userId="f932e6a7-513b-4f8f-b71e-1f37278898b3" providerId="ADAL" clId="{6C00770E-94F7-477C-8409-7194018A008F}" dt="2025-02-16T08:20:07.402" v="1110" actId="478"/>
          <ac:cxnSpMkLst>
            <pc:docMk/>
            <pc:sldMk cId="1793307548" sldId="744"/>
            <ac:cxnSpMk id="39936" creationId="{AF21D6CD-04DA-8781-F60E-161CA9B1CAC7}"/>
          </ac:cxnSpMkLst>
        </pc:cxnChg>
        <pc:cxnChg chg="add mod">
          <ac:chgData name="Owen Noel Newton Fernando (Dr)" userId="f932e6a7-513b-4f8f-b71e-1f37278898b3" providerId="ADAL" clId="{6C00770E-94F7-477C-8409-7194018A008F}" dt="2025-02-16T08:20:08.216" v="1111"/>
          <ac:cxnSpMkLst>
            <pc:docMk/>
            <pc:sldMk cId="1793307548" sldId="744"/>
            <ac:cxnSpMk id="39941" creationId="{86014D9E-CA32-47A0-8859-25544AAF8A71}"/>
          </ac:cxnSpMkLst>
        </pc:cxnChg>
        <pc:cxnChg chg="add mod">
          <ac:chgData name="Owen Noel Newton Fernando (Dr)" userId="f932e6a7-513b-4f8f-b71e-1f37278898b3" providerId="ADAL" clId="{6C00770E-94F7-477C-8409-7194018A008F}" dt="2025-02-16T08:20:08.216" v="1111"/>
          <ac:cxnSpMkLst>
            <pc:docMk/>
            <pc:sldMk cId="1793307548" sldId="744"/>
            <ac:cxnSpMk id="39942" creationId="{1B8F2FC4-2362-15FA-1223-A35F0FF57D72}"/>
          </ac:cxnSpMkLst>
        </pc:cxnChg>
        <pc:cxnChg chg="add mod">
          <ac:chgData name="Owen Noel Newton Fernando (Dr)" userId="f932e6a7-513b-4f8f-b71e-1f37278898b3" providerId="ADAL" clId="{6C00770E-94F7-477C-8409-7194018A008F}" dt="2025-02-16T08:20:08.216" v="1111"/>
          <ac:cxnSpMkLst>
            <pc:docMk/>
            <pc:sldMk cId="1793307548" sldId="744"/>
            <ac:cxnSpMk id="39945" creationId="{B255C1D1-5568-CB2E-6D6C-7FD979940340}"/>
          </ac:cxnSpMkLst>
        </pc:cxnChg>
        <pc:cxnChg chg="add mod">
          <ac:chgData name="Owen Noel Newton Fernando (Dr)" userId="f932e6a7-513b-4f8f-b71e-1f37278898b3" providerId="ADAL" clId="{6C00770E-94F7-477C-8409-7194018A008F}" dt="2025-02-16T08:20:08.216" v="1111"/>
          <ac:cxnSpMkLst>
            <pc:docMk/>
            <pc:sldMk cId="1793307548" sldId="744"/>
            <ac:cxnSpMk id="39946" creationId="{38095349-A21D-7626-2135-02CF0BE044F0}"/>
          </ac:cxnSpMkLst>
        </pc:cxnChg>
        <pc:cxnChg chg="add mod">
          <ac:chgData name="Owen Noel Newton Fernando (Dr)" userId="f932e6a7-513b-4f8f-b71e-1f37278898b3" providerId="ADAL" clId="{6C00770E-94F7-477C-8409-7194018A008F}" dt="2025-02-16T08:20:15.597" v="1113"/>
          <ac:cxnSpMkLst>
            <pc:docMk/>
            <pc:sldMk cId="1793307548" sldId="744"/>
            <ac:cxnSpMk id="39949" creationId="{653FA18C-5E0F-BDAF-AE22-02097CBB9CDD}"/>
          </ac:cxnSpMkLst>
        </pc:cxnChg>
        <pc:cxnChg chg="add mod">
          <ac:chgData name="Owen Noel Newton Fernando (Dr)" userId="f932e6a7-513b-4f8f-b71e-1f37278898b3" providerId="ADAL" clId="{6C00770E-94F7-477C-8409-7194018A008F}" dt="2025-02-16T08:20:15.597" v="1113"/>
          <ac:cxnSpMkLst>
            <pc:docMk/>
            <pc:sldMk cId="1793307548" sldId="744"/>
            <ac:cxnSpMk id="39950" creationId="{F7D104AF-A7CC-9ACB-44D6-9B51BC5296A5}"/>
          </ac:cxnSpMkLst>
        </pc:cxnChg>
        <pc:cxnChg chg="add mod">
          <ac:chgData name="Owen Noel Newton Fernando (Dr)" userId="f932e6a7-513b-4f8f-b71e-1f37278898b3" providerId="ADAL" clId="{6C00770E-94F7-477C-8409-7194018A008F}" dt="2025-02-16T08:20:15.597" v="1113"/>
          <ac:cxnSpMkLst>
            <pc:docMk/>
            <pc:sldMk cId="1793307548" sldId="744"/>
            <ac:cxnSpMk id="39953" creationId="{375BF556-FB82-3680-1C1A-D9FE131D28BE}"/>
          </ac:cxnSpMkLst>
        </pc:cxnChg>
        <pc:cxnChg chg="add mod">
          <ac:chgData name="Owen Noel Newton Fernando (Dr)" userId="f932e6a7-513b-4f8f-b71e-1f37278898b3" providerId="ADAL" clId="{6C00770E-94F7-477C-8409-7194018A008F}" dt="2025-02-16T08:20:15.597" v="1113"/>
          <ac:cxnSpMkLst>
            <pc:docMk/>
            <pc:sldMk cId="1793307548" sldId="744"/>
            <ac:cxnSpMk id="39954" creationId="{ADD28740-2347-DDBF-EB53-096234956010}"/>
          </ac:cxnSpMkLst>
        </pc:cxnChg>
      </pc:sldChg>
      <pc:sldChg chg="modSp add del mod modAnim">
        <pc:chgData name="Owen Noel Newton Fernando (Dr)" userId="f932e6a7-513b-4f8f-b71e-1f37278898b3" providerId="ADAL" clId="{6C00770E-94F7-477C-8409-7194018A008F}" dt="2025-02-16T08:19:50.760" v="1109" actId="47"/>
        <pc:sldMkLst>
          <pc:docMk/>
          <pc:sldMk cId="1243618766" sldId="745"/>
        </pc:sldMkLst>
        <pc:spChg chg="mod">
          <ac:chgData name="Owen Noel Newton Fernando (Dr)" userId="f932e6a7-513b-4f8f-b71e-1f37278898b3" providerId="ADAL" clId="{6C00770E-94F7-477C-8409-7194018A008F}" dt="2025-02-16T08:18:26.369" v="1100" actId="1037"/>
          <ac:spMkLst>
            <pc:docMk/>
            <pc:sldMk cId="1243618766" sldId="745"/>
            <ac:spMk id="20" creationId="{00000000-0000-0000-0000-000000000000}"/>
          </ac:spMkLst>
        </pc:spChg>
        <pc:spChg chg="mod">
          <ac:chgData name="Owen Noel Newton Fernando (Dr)" userId="f932e6a7-513b-4f8f-b71e-1f37278898b3" providerId="ADAL" clId="{6C00770E-94F7-477C-8409-7194018A008F}" dt="2025-02-16T08:18:26.369" v="1100" actId="1037"/>
          <ac:spMkLst>
            <pc:docMk/>
            <pc:sldMk cId="1243618766" sldId="745"/>
            <ac:spMk id="23" creationId="{00000000-0000-0000-0000-000000000000}"/>
          </ac:spMkLst>
        </pc:spChg>
        <pc:picChg chg="mod">
          <ac:chgData name="Owen Noel Newton Fernando (Dr)" userId="f932e6a7-513b-4f8f-b71e-1f37278898b3" providerId="ADAL" clId="{6C00770E-94F7-477C-8409-7194018A008F}" dt="2025-02-16T08:19:36.371" v="1108" actId="1038"/>
          <ac:picMkLst>
            <pc:docMk/>
            <pc:sldMk cId="1243618766" sldId="745"/>
            <ac:picMk id="16" creationId="{00000000-0000-0000-0000-000000000000}"/>
          </ac:picMkLst>
        </pc:picChg>
      </pc:sldChg>
      <pc:sldChg chg="addSp delSp modSp add del mod delAnim modAnim">
        <pc:chgData name="Owen Noel Newton Fernando (Dr)" userId="f932e6a7-513b-4f8f-b71e-1f37278898b3" providerId="ADAL" clId="{6C00770E-94F7-477C-8409-7194018A008F}" dt="2025-02-16T08:25:50.152" v="1387" actId="47"/>
        <pc:sldMkLst>
          <pc:docMk/>
          <pc:sldMk cId="2975044630" sldId="745"/>
        </pc:sldMkLst>
        <pc:spChg chg="mod">
          <ac:chgData name="Owen Noel Newton Fernando (Dr)" userId="f932e6a7-513b-4f8f-b71e-1f37278898b3" providerId="ADAL" clId="{6C00770E-94F7-477C-8409-7194018A008F}" dt="2025-02-16T08:22:15.354" v="1203" actId="27636"/>
          <ac:spMkLst>
            <pc:docMk/>
            <pc:sldMk cId="2975044630" sldId="745"/>
            <ac:spMk id="2" creationId="{2C1D7DE5-A933-270E-F2FE-864971F4F30D}"/>
          </ac:spMkLst>
        </pc:spChg>
        <pc:spChg chg="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8" creationId="{4288DE91-43BE-E61A-E311-A1378CDBF37B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10" creationId="{54EAA182-E793-90F9-AE4B-ABCCEE346D7E}"/>
          </ac:spMkLst>
        </pc:spChg>
        <pc:spChg chg="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13" creationId="{C3C725EB-FE89-F018-7318-4E2887B21ACA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15" creationId="{5296E8A9-8641-8C70-4A9A-DE7BE3540869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16" creationId="{209056CA-E392-A54C-46D7-847D6CF2D302}"/>
          </ac:spMkLst>
        </pc:spChg>
        <pc:spChg chg="add 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18" creationId="{76BF46D2-87FC-5725-C9DF-E842021A5B62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19" creationId="{38465C1C-4572-FCCD-21EC-26A0C7A9B918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20" creationId="{14A55FBA-E2CB-AAB8-A8F7-EC129DB753BC}"/>
          </ac:spMkLst>
        </pc:spChg>
        <pc:spChg chg="add 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24" creationId="{802080B2-E34F-3467-C63A-FD7C7EB3BC43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25" creationId="{2549B066-C8DF-AA19-FB07-C63AC64B3458}"/>
          </ac:spMkLst>
        </pc:spChg>
        <pc:spChg chg="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28" creationId="{0F9AA1F5-A56A-F6CB-48C7-96E3AC48B94B}"/>
          </ac:spMkLst>
        </pc:spChg>
        <pc:spChg chg="add 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29" creationId="{B85F694C-D459-01EB-C43C-3A1E1B238396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30" creationId="{314F1D58-BC2A-AFDD-EE0A-63FC1CFDA160}"/>
          </ac:spMkLst>
        </pc:spChg>
        <pc:spChg chg="add 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31" creationId="{331DEB57-5084-CEE3-DFC0-25A7EBFD23E5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32" creationId="{0A33007B-6C8A-452E-B764-2542E4CE0FD9}"/>
          </ac:spMkLst>
        </pc:spChg>
        <pc:spChg chg="del mod">
          <ac:chgData name="Owen Noel Newton Fernando (Dr)" userId="f932e6a7-513b-4f8f-b71e-1f37278898b3" providerId="ADAL" clId="{6C00770E-94F7-477C-8409-7194018A008F}" dt="2025-02-16T08:22:18.113" v="1204" actId="478"/>
          <ac:spMkLst>
            <pc:docMk/>
            <pc:sldMk cId="2975044630" sldId="745"/>
            <ac:spMk id="33" creationId="{57F5EFCE-F338-1B76-96F9-F673AED1F506}"/>
          </ac:spMkLst>
        </pc:spChg>
        <pc:spChg chg="add 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34" creationId="{BD95B495-A115-F2D5-D4D9-83DBAF927667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50" creationId="{6F20BC3B-2F5F-28F5-0581-D940D75DC5F5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53" creationId="{D9BB2C72-9F1E-FEAF-077D-649BE9A41507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55" creationId="{80C357A8-3EA7-5E59-E7A2-B22E84FD0E48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56" creationId="{88481884-7933-8A84-9C83-329E2720839B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61" creationId="{347CD16B-4D7A-2CDD-1E7D-FAC95E435BE5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63" creationId="{3310B51C-1D76-3B33-09B2-F9E6A62C83BF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64" creationId="{3CC3B669-67DE-5EF0-B78B-1DC176657A24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67" creationId="{296DBCE7-32D6-C63A-6AE7-E151DC76145B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68" creationId="{D91631D1-498A-BB97-B3DF-5B0B3FDF65AE}"/>
          </ac:spMkLst>
        </pc:spChg>
        <pc:spChg chg="del">
          <ac:chgData name="Owen Noel Newton Fernando (Dr)" userId="f932e6a7-513b-4f8f-b71e-1f37278898b3" providerId="ADAL" clId="{6C00770E-94F7-477C-8409-7194018A008F}" dt="2025-02-16T08:21:09.431" v="1118" actId="478"/>
          <ac:spMkLst>
            <pc:docMk/>
            <pc:sldMk cId="2975044630" sldId="745"/>
            <ac:spMk id="69" creationId="{F5B08479-B030-2D0D-84CF-49B1BCB78687}"/>
          </ac:spMkLst>
        </pc:spChg>
        <pc:spChg chg="add 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85" creationId="{351BE118-3787-112C-E847-75AC6991E859}"/>
          </ac:spMkLst>
        </pc:spChg>
        <pc:spChg chg="add mod">
          <ac:chgData name="Owen Noel Newton Fernando (Dr)" userId="f932e6a7-513b-4f8f-b71e-1f37278898b3" providerId="ADAL" clId="{6C00770E-94F7-477C-8409-7194018A008F}" dt="2025-02-16T08:21:10.136" v="1119"/>
          <ac:spMkLst>
            <pc:docMk/>
            <pc:sldMk cId="2975044630" sldId="745"/>
            <ac:spMk id="86" creationId="{D2DF4D9B-7655-C539-5DA8-7076C761380D}"/>
          </ac:spMkLst>
        </pc:spChg>
        <pc:spChg chg="add del mod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93" creationId="{DF531537-C55D-F09B-83F5-9EDCB023BA37}"/>
          </ac:spMkLst>
        </pc:spChg>
        <pc:spChg chg="mod">
          <ac:chgData name="Owen Noel Newton Fernando (Dr)" userId="f932e6a7-513b-4f8f-b71e-1f37278898b3" providerId="ADAL" clId="{6C00770E-94F7-477C-8409-7194018A008F}" dt="2025-02-16T08:22:21.988" v="1205"/>
          <ac:spMkLst>
            <pc:docMk/>
            <pc:sldMk cId="2975044630" sldId="745"/>
            <ac:spMk id="97" creationId="{AAE4CA11-AADD-C8DA-4772-0C7D98B7650F}"/>
          </ac:spMkLst>
        </pc:spChg>
        <pc:spChg chg="add del mod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98" creationId="{B1FC415A-A635-DB47-7274-F39A3F21AD2B}"/>
          </ac:spMkLst>
        </pc:spChg>
        <pc:spChg chg="add del mod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99" creationId="{A36A82F1-819B-430D-9777-4E2C6E4A945B}"/>
          </ac:spMkLst>
        </pc:spChg>
        <pc:spChg chg="del mod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101" creationId="{CAEBBDA1-0576-7F6E-46CB-07CE853BEFE0}"/>
          </ac:spMkLst>
        </pc:spChg>
        <pc:spChg chg="del mod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102" creationId="{14C78326-69D7-08FB-17C1-4450E16B72A4}"/>
          </ac:spMkLst>
        </pc:spChg>
        <pc:spChg chg="add mod">
          <ac:chgData name="Owen Noel Newton Fernando (Dr)" userId="f932e6a7-513b-4f8f-b71e-1f37278898b3" providerId="ADAL" clId="{6C00770E-94F7-477C-8409-7194018A008F}" dt="2025-02-16T08:22:21.988" v="1205"/>
          <ac:spMkLst>
            <pc:docMk/>
            <pc:sldMk cId="2975044630" sldId="745"/>
            <ac:spMk id="103" creationId="{F28A4369-3074-A64E-DE02-3F886B293A60}"/>
          </ac:spMkLst>
        </pc:spChg>
        <pc:spChg chg="mod">
          <ac:chgData name="Owen Noel Newton Fernando (Dr)" userId="f932e6a7-513b-4f8f-b71e-1f37278898b3" providerId="ADAL" clId="{6C00770E-94F7-477C-8409-7194018A008F}" dt="2025-02-16T08:22:21.988" v="1205"/>
          <ac:spMkLst>
            <pc:docMk/>
            <pc:sldMk cId="2975044630" sldId="745"/>
            <ac:spMk id="105" creationId="{B6F860E3-CB82-E73E-B52F-5471EC33730D}"/>
          </ac:spMkLst>
        </pc:spChg>
        <pc:spChg chg="mod">
          <ac:chgData name="Owen Noel Newton Fernando (Dr)" userId="f932e6a7-513b-4f8f-b71e-1f37278898b3" providerId="ADAL" clId="{6C00770E-94F7-477C-8409-7194018A008F}" dt="2025-02-16T08:22:21.988" v="1205"/>
          <ac:spMkLst>
            <pc:docMk/>
            <pc:sldMk cId="2975044630" sldId="745"/>
            <ac:spMk id="106" creationId="{DE9B7708-B552-4248-E290-AEC1A7F65B62}"/>
          </ac:spMkLst>
        </pc:spChg>
        <pc:spChg chg="del mod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107" creationId="{F8B42B26-F77E-DDBC-AFEF-F30A6B3C5D36}"/>
          </ac:spMkLst>
        </pc:spChg>
        <pc:spChg chg="mod">
          <ac:chgData name="Owen Noel Newton Fernando (Dr)" userId="f932e6a7-513b-4f8f-b71e-1f37278898b3" providerId="ADAL" clId="{6C00770E-94F7-477C-8409-7194018A008F}" dt="2025-02-16T08:22:21.988" v="1205"/>
          <ac:spMkLst>
            <pc:docMk/>
            <pc:sldMk cId="2975044630" sldId="745"/>
            <ac:spMk id="110" creationId="{581A21D1-2CA2-A932-72E2-25ED6CCE4922}"/>
          </ac:spMkLst>
        </pc:spChg>
        <pc:spChg chg="mod">
          <ac:chgData name="Owen Noel Newton Fernando (Dr)" userId="f932e6a7-513b-4f8f-b71e-1f37278898b3" providerId="ADAL" clId="{6C00770E-94F7-477C-8409-7194018A008F}" dt="2025-02-16T08:22:21.988" v="1205"/>
          <ac:spMkLst>
            <pc:docMk/>
            <pc:sldMk cId="2975044630" sldId="745"/>
            <ac:spMk id="111" creationId="{06A43FC9-61D6-81C9-185F-C429A238DFA9}"/>
          </ac:spMkLst>
        </pc:spChg>
        <pc:spChg chg="del mod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112" creationId="{795B8ADE-9D47-385D-A0D5-EBA9D2911342}"/>
          </ac:spMkLst>
        </pc:spChg>
        <pc:spChg chg="del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113" creationId="{CDA7AAC6-94F3-6D1D-4D46-FF608A10C83E}"/>
          </ac:spMkLst>
        </pc:spChg>
        <pc:spChg chg="del mod">
          <ac:chgData name="Owen Noel Newton Fernando (Dr)" userId="f932e6a7-513b-4f8f-b71e-1f37278898b3" providerId="ADAL" clId="{6C00770E-94F7-477C-8409-7194018A008F}" dt="2025-02-16T08:23:05.161" v="1276" actId="478"/>
          <ac:spMkLst>
            <pc:docMk/>
            <pc:sldMk cId="2975044630" sldId="745"/>
            <ac:spMk id="114" creationId="{CB78419C-8060-F77B-4B39-3C4991B121BF}"/>
          </ac:spMkLst>
        </pc:spChg>
        <pc:spChg chg="del">
          <ac:chgData name="Owen Noel Newton Fernando (Dr)" userId="f932e6a7-513b-4f8f-b71e-1f37278898b3" providerId="ADAL" clId="{6C00770E-94F7-477C-8409-7194018A008F}" dt="2025-02-16T08:23:05.161" v="1276" actId="478"/>
          <ac:spMkLst>
            <pc:docMk/>
            <pc:sldMk cId="2975044630" sldId="745"/>
            <ac:spMk id="115" creationId="{29C73194-AC9C-F580-7BB2-6578FF9E332B}"/>
          </ac:spMkLst>
        </pc:spChg>
        <pc:spChg chg="del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116" creationId="{4B0661FB-F965-72FB-6EF9-79C72C842D06}"/>
          </ac:spMkLst>
        </pc:spChg>
        <pc:spChg chg="del mod">
          <ac:chgData name="Owen Noel Newton Fernando (Dr)" userId="f932e6a7-513b-4f8f-b71e-1f37278898b3" providerId="ADAL" clId="{6C00770E-94F7-477C-8409-7194018A008F}" dt="2025-02-16T08:22:59.733" v="1275" actId="478"/>
          <ac:spMkLst>
            <pc:docMk/>
            <pc:sldMk cId="2975044630" sldId="745"/>
            <ac:spMk id="130" creationId="{1AA18482-C73D-57AB-5380-B07A2DDA82F8}"/>
          </ac:spMkLst>
        </pc:spChg>
        <pc:spChg chg="add del mod">
          <ac:chgData name="Owen Noel Newton Fernando (Dr)" userId="f932e6a7-513b-4f8f-b71e-1f37278898b3" providerId="ADAL" clId="{6C00770E-94F7-477C-8409-7194018A008F}" dt="2025-02-16T08:23:05.161" v="1276" actId="478"/>
          <ac:spMkLst>
            <pc:docMk/>
            <pc:sldMk cId="2975044630" sldId="745"/>
            <ac:spMk id="131" creationId="{36B5F4C9-F930-B0E3-7B62-DD9A9670B321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36" creationId="{A4665D01-203E-F605-CA24-3D0978BF8F1B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38" creationId="{8CBF12DA-973E-58B2-45A7-DE8802B5CFD5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40" creationId="{EA63421F-470F-09ED-D983-E242D7985FA3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42" creationId="{A9A563CF-4973-EF9B-4732-3ABB3E3A084D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44" creationId="{A8C8C690-F931-A9DE-4FDB-9507992B3EAB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45" creationId="{B2B812C1-D966-77A9-E226-EE10A9A2D4C7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46" creationId="{D2705E31-A5EA-0E49-E0F2-352CEEFECE14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49" creationId="{E0B46216-D780-A703-BDD9-1449D9139C75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54" creationId="{54830307-B977-47B8-F33F-4C99C65A39BC}"/>
          </ac:spMkLst>
        </pc:spChg>
        <pc:spChg chg="add mod">
          <ac:chgData name="Owen Noel Newton Fernando (Dr)" userId="f932e6a7-513b-4f8f-b71e-1f37278898b3" providerId="ADAL" clId="{6C00770E-94F7-477C-8409-7194018A008F}" dt="2025-02-16T08:23:53.278" v="1307" actId="1036"/>
          <ac:spMkLst>
            <pc:docMk/>
            <pc:sldMk cId="2975044630" sldId="745"/>
            <ac:spMk id="170" creationId="{A1262F4D-3601-5C49-760F-AB31C73D1C8A}"/>
          </ac:spMkLst>
        </pc:spChg>
        <pc:cxnChg chg="del mod">
          <ac:chgData name="Owen Noel Newton Fernando (Dr)" userId="f932e6a7-513b-4f8f-b71e-1f37278898b3" providerId="ADAL" clId="{6C00770E-94F7-477C-8409-7194018A008F}" dt="2025-02-16T08:23:05.161" v="1276" actId="478"/>
          <ac:cxnSpMkLst>
            <pc:docMk/>
            <pc:sldMk cId="2975044630" sldId="745"/>
            <ac:cxnSpMk id="125" creationId="{6DFCD88C-74F7-1C7B-AE98-C49E8D548DF6}"/>
          </ac:cxnSpMkLst>
        </pc:cxnChg>
      </pc:sldChg>
      <pc:sldChg chg="add del">
        <pc:chgData name="Owen Noel Newton Fernando (Dr)" userId="f932e6a7-513b-4f8f-b71e-1f37278898b3" providerId="ADAL" clId="{6C00770E-94F7-477C-8409-7194018A008F}" dt="2025-02-16T08:17:54.640" v="1069"/>
        <pc:sldMkLst>
          <pc:docMk/>
          <pc:sldMk cId="4064003374" sldId="745"/>
        </pc:sldMkLst>
      </pc:sldChg>
      <pc:sldMasterChg chg="modAnim delSldLayout">
        <pc:chgData name="Owen Noel Newton Fernando (Dr)" userId="f932e6a7-513b-4f8f-b71e-1f37278898b3" providerId="ADAL" clId="{6C00770E-94F7-477C-8409-7194018A008F}" dt="2025-02-16T08:20:37.094" v="1114" actId="47"/>
        <pc:sldMasterMkLst>
          <pc:docMk/>
          <pc:sldMasterMk cId="233372548" sldId="2147483697"/>
        </pc:sldMasterMkLst>
        <pc:sldLayoutChg chg="del">
          <pc:chgData name="Owen Noel Newton Fernando (Dr)" userId="f932e6a7-513b-4f8f-b71e-1f37278898b3" providerId="ADAL" clId="{6C00770E-94F7-477C-8409-7194018A008F}" dt="2025-02-16T08:20:37.094" v="1114" actId="47"/>
          <pc:sldLayoutMkLst>
            <pc:docMk/>
            <pc:sldMasterMk cId="233372548" sldId="2147483697"/>
            <pc:sldLayoutMk cId="2205976350" sldId="214748371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006009-C8A5-F11E-E268-93F974210E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C0CA48C-09AF-7C9A-4195-3D2328B898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7776C944-EA5B-1FAF-B28C-8D8CA6F34CC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F00AD5-AD79-FF2F-0790-B8A4F97E4A1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4317DC3-BFDA-0947-A178-1C298ABF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8A19D3-F2AC-CA32-3DA3-E3ED416DC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7701A-D056-2203-2DC3-AE192D1E50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5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D6B0F57A-04E5-0540-A1A0-952260D73BE1}" type="datetimeFigureOut">
              <a:rPr lang="en-US" altLang="en-US"/>
              <a:pPr>
                <a:defRPr/>
              </a:pPr>
              <a:t>2/10/2026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96BB95-6A69-34AB-1339-78BD7D188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2113" y="684213"/>
            <a:ext cx="6073775" cy="3417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727E08-A12F-E29B-335E-D474A0326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FFD0A-71DC-9E9D-A3BD-CA756C07BF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BAAF5-D0F0-5094-5D9A-B211B413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BD23AC-336B-CE4A-AE44-9815AB59A4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98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1AFFA-5214-4CD7-AC14-54BF2F08C1E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981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1AFFA-5214-4CD7-AC14-54BF2F08C1E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913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EE2EE-649E-604B-5F04-FF33FC58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7B955-352C-ABAF-772F-FD0B45CB3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CA393-1E8D-F4B4-019A-62F932BE6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3068F-A031-93DD-B54E-27C7E45F2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31AFFA-5214-4CD7-AC14-54BF2F08C1E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931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23746-6C20-8D51-3E9F-3C4FC5FA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BADAA-3F29-8FB0-6E16-7878855BF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91717-CBD9-80C6-0CA9-74C451D38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F66F3-6EA8-546E-7A89-99C4A44F0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7106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873B-5CBF-9026-C348-0C8AFED6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C4122-05A5-152E-12A8-A26BF5D4F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BF472-B04D-F466-D18F-7E65E9876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begin to discuss non-linear data structures such as Binary Trees.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BF919-838D-81B4-80F6-5EC52EAB3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540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2375-54C9-DC51-4EB5-934A7FA8C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7E6ED-D639-F0BF-B8A9-F06A641E1C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6AD6F-24C3-DB87-906D-390E9FC45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1466B-BB54-9EC1-CF33-A053EF629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7457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715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5230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F4D4-5BDF-EE1D-00B2-3E0E9DE6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F2574-1B79-2091-90CF-D214D13AA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2F5B1-6858-97B7-BF30-B902B39B6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60083-C839-B612-4E4E-AF7BFBF62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511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26D5-9F79-DB73-CECD-395020E8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1CA8B-7BDC-5A4E-DF56-9C075C678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16760-95D4-E639-D975-1AF307786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A2164-C75B-B3CB-516B-1FFFE0139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2837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1E87-9EB9-2889-AB98-63252F10B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EF691D-2AE0-E604-9FD9-8EB97C02E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0CAEE-6D46-0159-8B66-90CD3723B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EC0DC-9AE6-F8E8-0CBB-0111BB072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402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5CD0-6983-4E29-FB93-FA2FA8FE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3A385-08EB-350D-17E4-F66C5B3B9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41C051-25FC-B989-A24D-2700ED3B9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CFB7E-F9EB-33D4-61A5-8B5C1B3AA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651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3494-1B27-A78E-F74A-2964AC450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F9472-E506-5306-DDED-2224D8190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D1810-43F6-F8B6-BE06-3E6CA7DBD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9CE46-9579-8E5F-1A51-3EE7DE61A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3615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F44B-98AF-8790-F692-5AED8EE7E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C86F1-B5D1-FF90-4E6F-4EE6065B4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89BCC-A7E8-7950-64EC-977D881BD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7BF1C-52D7-3808-1F90-1E38AE0ED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634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E504-FE28-17F8-FA1F-3E2E5C2D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616FB-8AFE-4128-D16A-8E272AFC2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F09EB-3581-C9F8-DAA7-73A528DB0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112A1-25CE-BBBC-B844-C6A2B5E82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49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07FE-DF67-5ADF-0A32-4C136FFE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5E8D6-67DF-EDA9-AEE4-227540885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1676E-93B2-E58F-5D3A-DA91AC7F8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0B864-C21C-E82D-00ED-1D5889AE9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985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A48F3-E87B-5ECD-02E3-426D82B5D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9893B-332D-EAD2-35D2-0E2A3417F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747DF-80F5-D432-DF0C-AD58E5F6D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F26CE-ABFE-DFAC-03BC-F733B3B48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13920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A0DD-DB33-E5F2-5053-258941C3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AC741-6CA5-2D2F-1CCC-3EA866650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61E60-28C2-A3BB-EED2-042EF300C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ways, nodes deletion can be happened and according to the case the tree needs to be updated after deletion.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783C0-0CC7-4A81-B4D8-9C3F8B319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6812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6D9D-6923-0C74-BCEE-C6C80603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ADD6A-5F3E-5B23-E341-78F123FD8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C631B-DADB-52C9-45D4-E55741C7A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ways, nodes deletion can be happened and according to the case the tree needs to be updated after deletion.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B13F5-379B-F248-277F-D4AEFB1C5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5238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77103-E49B-C14F-CE3B-4940D5D0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8D74A-5D15-511A-5953-E6FC6157F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FA494-8916-339A-74DB-7D19F4842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7399E-5A10-37B9-576D-062442B25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8664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07E3-95FC-8409-DFE5-037F0C3E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D6E5A-DD01-0F58-A2EE-4835BBF58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F73D9-11A7-84AD-CD17-2C77AE3BD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F826-9C74-3083-22DF-736F932EB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120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11BD7-61EE-09EF-6CEA-A1C5C6F4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077CA-035B-CEA2-3BA0-7901EB72A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F908C-E70D-B3A2-8E1C-2E97B2DC4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D987D-0800-C1D7-E352-B4C969384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8443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CCFA-0D8B-DE31-C573-7CF5F33C3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EEB6D-E3D6-EB90-647C-D6CC81EBD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5A205-ACEF-487C-F257-8F97690F0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94C96-7745-8136-3A0A-CF3D8C86B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2514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2E202-FA62-5161-616E-F262C12B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A1B4B-CF81-B586-7226-868658501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52186-138F-7CE9-3A63-8C2DD6163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C77C3-BEF1-FE4D-6F62-AEA13FE7A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6926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0E3B6-3B7A-FC0D-475C-1D03C20AA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FE221-A31B-7F7F-17C4-B34929B0F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0F0CD-4C62-43CF-55A6-CC0AD73EB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061FF-8057-32EC-7D57-EEBC79447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53218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9CC7-3B14-2AD3-8564-316B88A1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E8ECF-B22B-C75F-2683-A3972F97B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A9BAC-986A-12FA-0222-06BFB5A6F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C5EAE-C694-A64B-A65C-FB542FE79F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13617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024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E2CF-DFDC-6170-87AB-97AAB82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BB765-BE9D-E288-185A-5DB5A6CC1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2AFC8-27BC-971A-04CF-E7C667EEE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7CFE7-8F56-485F-A00D-77F3434A1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26051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6EAD6-6969-36D9-B6FF-8A6F55CDA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E0CD2-9F26-800E-4F91-0E2E5E3C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F2B33-7D59-7507-86B0-163A9E5C2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AEFAE-41EC-9BC5-74D2-F1487AFA4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80516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1383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7618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E42FF-9BF7-F4BC-AC90-C187CFD3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AC750-8B92-C8CB-0473-66B8C663D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B812E-F8EC-C48A-1955-37251777E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82139-6A1E-69E0-60E3-F7E249183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71613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4635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33131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49265-9D0D-19BA-88BA-1367CC1A7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83B4E-A0D1-BB37-88CE-11E969B32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D9A02-A8D0-567C-AB4B-5DC5FD699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5EC8E-8644-9EBD-DA07-0118AE04B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1443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257E-3053-48F9-AF47-8B01721D4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174E0-5944-4878-AEF1-C5259EDCE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80E95-E146-4257-8F12-3E0D566F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C5C43-CA97-470C-ADE9-4AC83332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5057-47E6-487A-BAEE-43A95AC0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30A5-D5CA-A246-A156-56ED2EC776E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88DE-A057-42F6-A6DC-1E6DF10A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4FE7-DE29-4220-B45B-E3165A57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7D05-41BE-4646-ADC0-F29FF52F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FC04D-2B6D-4F02-9379-39DFF221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C647-66B2-43EA-9EED-9BA0B148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508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D9EB-7DC7-4DB2-8F4F-CFC94777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C1CF0-6AB6-49D7-BECC-7021BA4C3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DE906-1373-4F27-A451-5D3267D2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0FA46-69A7-4811-90E1-DEDA05B5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AD46-5D9D-4D4A-A154-E4EF4B1D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46413-4138-1741-9544-A971B9E4B9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58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648D-C56C-438A-A0B5-241602DB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FEC0-93F6-4BD7-BB41-54D2A7877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46F53-6ED2-4C35-A945-F0DB5BB6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E855A-2919-49A1-9404-A262E1AB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CF54-A1EF-4ABE-88A3-1958B154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EBC3D-C887-42C4-B1FC-D798377A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B943D-DA51-A44E-9BC0-B926421C4F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9CD365C-8F07-492B-BA5A-847747DB0CCC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159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B275-7417-43D8-9207-B8A69C1A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D745B-7392-4FF0-B273-B59D5BB3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A104B-C8A4-4139-A010-907410F45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191E3-BE5A-4659-8984-E68769E89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5E952-80E1-40AA-9342-48B3C6807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33580-B74A-4F2A-AD5E-261D58F9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028E1-C39E-4724-BB9B-5A310E0B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42FC7-CCA5-45FB-A278-92F4FC46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C4715-6A71-1C46-9980-4AE305EAD29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5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1C20-B2EB-48DC-A5EC-875632D2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DF8CB-93B7-409D-97EF-356CB343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394EB-F370-4E97-9997-BE95563E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02EBB-F440-4B59-B9FD-2AD261B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47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38CC-4969-4BC0-BDB6-58028D0A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48A11F-1F25-46CE-AAEE-C6D38B735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7E0829-F0AB-F54C-9D83-2E2209BD69B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B3765F-2D42-490D-9396-82AA56A8BADC}"/>
              </a:ext>
            </a:extLst>
          </p:cNvPr>
          <p:cNvSpPr/>
          <p:nvPr userDrawn="1"/>
        </p:nvSpPr>
        <p:spPr>
          <a:xfrm>
            <a:off x="76200" y="838200"/>
            <a:ext cx="12039600" cy="556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15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0B2A47-46D6-42D5-BDBE-E52134F7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62E42-B7B3-4F33-84D7-831A1B12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FE50F-0B21-4838-90C1-7F40FB4E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62868-DD1E-A642-8FEC-D36C027838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825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B924-D81C-44C0-BCB3-553AB7B0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D6CF-C78F-4B8A-9B44-1FB03E17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BBEC-DD5A-499C-A78A-03DEA8384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498EE-3406-4371-8BC1-4EFAC61D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95007-4873-4C8D-B644-8C0C3EE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8359E-A9CF-4F4B-8649-D470D91C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E60E2-CFCD-8D45-BC62-DECE35FE1F6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156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AB15-9B2D-438E-BC92-9D0A8F42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4865A-3459-441D-8F43-4997461B0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2B3DD-A484-4942-8A0C-B7C3E1672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CE3D4-C063-49D7-9B3B-782D063E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D7425-E34A-4A52-BCF8-D008C185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D05D9-6E17-46C2-A1DD-9681823A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E8B059-8C46-F247-8A74-0D28BDE5E33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65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5B43-A193-4493-A2BE-590A4341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B9682-392E-4813-AD6E-F3DCE6BF9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28A7-1DD5-422E-BEC2-46438760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67C8-162D-4B22-AD42-B006811C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B4873-B533-4221-8469-57AA3753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490574-997A-3847-9212-FE26D54637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351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23116-7B90-4155-BA93-0075939EB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8B8FC-A1A9-43F9-AFDC-2D5477B47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D2FD-FD11-4EDB-AB71-E449803E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F371-418F-48A7-B0BC-45A3E60E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3C50-2A85-45FB-BCC2-76043CB7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33E6B6-6649-824A-9F70-3BBE9847395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097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"/>
            <a:ext cx="12192000" cy="565607"/>
          </a:xfrm>
        </p:spPr>
        <p:txBody>
          <a:bodyPr/>
          <a:lstStyle>
            <a:lvl1pPr>
              <a:defRPr cap="all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 userDrawn="1"/>
        </p:nvSpPr>
        <p:spPr>
          <a:xfrm>
            <a:off x="1463041" y="1380226"/>
            <a:ext cx="9299199" cy="43224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ea typeface="Cambria Math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759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11" y="1"/>
            <a:ext cx="12202411" cy="6857999"/>
          </a:xfrm>
          <a:prstGeom prst="rect">
            <a:avLst/>
          </a:prstGeom>
          <a:solidFill>
            <a:schemeClr val="tx1">
              <a:alpha val="38000"/>
            </a:schemeClr>
          </a:solidFill>
        </p:spPr>
      </p:pic>
      <p:sp>
        <p:nvSpPr>
          <p:cNvPr id="10" name="Rectangle 9"/>
          <p:cNvSpPr/>
          <p:nvPr userDrawn="1"/>
        </p:nvSpPr>
        <p:spPr>
          <a:xfrm>
            <a:off x="0" y="2052736"/>
            <a:ext cx="12192000" cy="274320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06082"/>
            <a:ext cx="10363200" cy="150388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2" descr="https://lh3.googleusercontent.com/-SopXTghmfjQ/VrwtwwavOXI/AAAAAAAABYw/eA1lMnzRaiU/s512/2016-02-10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221" y="239572"/>
            <a:ext cx="4125756" cy="167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807904" y="5973054"/>
            <a:ext cx="10576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</a:rPr>
              <a:t>College of Engineering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School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2667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"/>
            <a:ext cx="12192000" cy="565607"/>
          </a:xfrm>
        </p:spPr>
        <p:txBody>
          <a:bodyPr/>
          <a:lstStyle>
            <a:lvl1pPr>
              <a:defRPr cap="all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 userDrawn="1"/>
        </p:nvSpPr>
        <p:spPr>
          <a:xfrm>
            <a:off x="1463041" y="1380226"/>
            <a:ext cx="9299199" cy="43224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ea typeface="Cambria Math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298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"/>
            <a:ext cx="12192000" cy="5656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838200" y="920555"/>
            <a:ext cx="10515600" cy="4957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26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267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00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15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94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837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856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084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486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880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10" y="1"/>
            <a:ext cx="12202409" cy="6857999"/>
          </a:xfrm>
          <a:prstGeom prst="rect">
            <a:avLst/>
          </a:prstGeom>
          <a:solidFill>
            <a:schemeClr val="tx1">
              <a:alpha val="38000"/>
            </a:schemeClr>
          </a:solidFill>
        </p:spPr>
      </p:pic>
      <p:sp>
        <p:nvSpPr>
          <p:cNvPr id="6" name="Rectangle 5"/>
          <p:cNvSpPr/>
          <p:nvPr userDrawn="1"/>
        </p:nvSpPr>
        <p:spPr>
          <a:xfrm>
            <a:off x="-78143" y="2431973"/>
            <a:ext cx="12326588" cy="1994054"/>
          </a:xfrm>
          <a:prstGeom prst="rect">
            <a:avLst/>
          </a:prstGeom>
          <a:solidFill>
            <a:schemeClr val="tx1">
              <a:alpha val="20000"/>
            </a:schemeClr>
          </a:solidFill>
          <a:ln w="3175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endParaRPr lang="en-US" altLang="en-US" sz="135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4" name="Picture 2" descr="https://lh3.googleusercontent.com/-SopXTghmfjQ/VrwtwwavOXI/AAAAAAAABYw/eA1lMnzRaiU/s512/2016-02-10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221" y="239572"/>
            <a:ext cx="4125756" cy="167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 userDrawn="1"/>
        </p:nvSpPr>
        <p:spPr>
          <a:xfrm>
            <a:off x="807904" y="5973054"/>
            <a:ext cx="10576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</a:rPr>
              <a:t>College of Engineering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School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9168234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"/>
            <a:ext cx="12192000" cy="565607"/>
          </a:xfrm>
        </p:spPr>
        <p:txBody>
          <a:bodyPr/>
          <a:lstStyle>
            <a:lvl1pPr>
              <a:defRPr cap="all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 sz="2200"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 sz="20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600"/>
            </a:lvl4pPr>
            <a:lvl5pPr marL="18288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053" y="6627044"/>
            <a:ext cx="1809947" cy="230957"/>
          </a:xfrm>
          <a:prstGeom prst="rect">
            <a:avLst/>
          </a:prstGeom>
        </p:spPr>
        <p:txBody>
          <a:bodyPr/>
          <a:lstStyle/>
          <a:p>
            <a:fld id="{CCDB99F5-34B1-4C6B-950F-6A530B12E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494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1">
            <a:extLst>
              <a:ext uri="{FF2B5EF4-FFF2-40B4-BE49-F238E27FC236}">
                <a16:creationId xmlns:a16="http://schemas.microsoft.com/office/drawing/2014/main" id="{49FFF804-B704-429E-AA42-543A09AD9A80}"/>
              </a:ext>
            </a:extLst>
          </p:cNvPr>
          <p:cNvSpPr/>
          <p:nvPr userDrawn="1"/>
        </p:nvSpPr>
        <p:spPr>
          <a:xfrm>
            <a:off x="1217085" y="1241425"/>
            <a:ext cx="9808633" cy="4872038"/>
          </a:xfrm>
          <a:prstGeom prst="roundRect">
            <a:avLst>
              <a:gd name="adj" fmla="val 648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190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-23222" y="1"/>
            <a:ext cx="12215223" cy="5691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1504545" y="1439694"/>
            <a:ext cx="9234792" cy="4438591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CF2A4-E643-4A1F-8702-0C76FA9601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82251" y="6627814"/>
            <a:ext cx="1809749" cy="2301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F845A96F-11FF-4EB3-BFC4-E6CECD6054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99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>
            <a:extLst>
              <a:ext uri="{FF2B5EF4-FFF2-40B4-BE49-F238E27FC236}">
                <a16:creationId xmlns:a16="http://schemas.microsoft.com/office/drawing/2014/main" id="{B16F45E7-D03F-4586-B0E0-EC63E966491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38200" y="1066800"/>
            <a:ext cx="10363200" cy="510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tlCol="0"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800" i="1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8F009-9366-4850-9E23-2A84A3F7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1130530"/>
            <a:ext cx="10020300" cy="5041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422F-6D07-497F-B7A0-A689BBB3B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7E0829-F0AB-F54C-9D83-2E2209BD69B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6C82-C460-43F0-9B4C-C710E9B5099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12192000" cy="712560"/>
          </a:xfrm>
          <a:prstGeom prst="rect">
            <a:avLst/>
          </a:prstGeom>
          <a:solidFill>
            <a:srgbClr val="005684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0534D-CF79-4C82-943E-954E07D7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978768-B8C8-4719-8F17-5A23840DCCE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638300" y="6416675"/>
            <a:ext cx="87630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Content Copyright Nanyang Technological University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F39C9BC-F78C-4B17-929F-32B2ED95D225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37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9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10" r:id="rId1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"/>
          <a:stretch/>
        </p:blipFill>
        <p:spPr>
          <a:xfrm>
            <a:off x="-23223" y="1"/>
            <a:ext cx="12213189" cy="6857999"/>
          </a:xfrm>
          <a:prstGeom prst="rect">
            <a:avLst/>
          </a:prstGeom>
        </p:spPr>
      </p:pic>
      <p:sp>
        <p:nvSpPr>
          <p:cNvPr id="8" name="Rounded Rectangle 3"/>
          <p:cNvSpPr/>
          <p:nvPr userDrawn="1"/>
        </p:nvSpPr>
        <p:spPr>
          <a:xfrm>
            <a:off x="1191904" y="1241417"/>
            <a:ext cx="9808192" cy="4872250"/>
          </a:xfrm>
          <a:prstGeom prst="roundRect">
            <a:avLst>
              <a:gd name="adj" fmla="val 648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1905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400">
              <a:latin typeface="+mj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969" y="1"/>
            <a:ext cx="11980505" cy="5691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20555"/>
            <a:ext cx="10515600" cy="4957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3551239" y="6629400"/>
            <a:ext cx="513080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00" b="0" dirty="0">
                <a:solidFill>
                  <a:srgbClr val="47474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Content Copyright Nanyang Technological University</a:t>
            </a:r>
          </a:p>
        </p:txBody>
      </p:sp>
      <p:sp>
        <p:nvSpPr>
          <p:cNvPr id="10" name="Rectangle 6"/>
          <p:cNvSpPr txBox="1">
            <a:spLocks noChangeArrowheads="1"/>
          </p:cNvSpPr>
          <p:nvPr userDrawn="1"/>
        </p:nvSpPr>
        <p:spPr>
          <a:xfrm>
            <a:off x="9691688" y="6611982"/>
            <a:ext cx="2336800" cy="263525"/>
          </a:xfrm>
          <a:prstGeom prst="rect">
            <a:avLst/>
          </a:prstGeom>
        </p:spPr>
        <p:txBody>
          <a:bodyPr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F46D539D-DEC7-4435-BF19-E7719BE9AEE7}" type="slidenum">
              <a:rPr lang="en-US" altLang="en-US" sz="900" b="0" smtClean="0">
                <a:solidFill>
                  <a:srgbClr val="898989"/>
                </a:solidFill>
                <a:latin typeface="Verdana" panose="020B0604030504040204" pitchFamily="34" charset="0"/>
              </a:rPr>
              <a:pPr algn="r" eaLnBrk="1" hangingPunct="1">
                <a:defRPr/>
              </a:pPr>
              <a:t>‹#›</a:t>
            </a:fld>
            <a:endParaRPr lang="en-US" altLang="en-US" sz="900" b="0">
              <a:solidFill>
                <a:srgbClr val="898989"/>
              </a:solidFill>
              <a:latin typeface="Verdana" panose="020B0604030504040204" pitchFamily="34" charset="0"/>
            </a:endParaRPr>
          </a:p>
        </p:txBody>
      </p:sp>
      <p:sp>
        <p:nvSpPr>
          <p:cNvPr id="11" name="Rectangle 17"/>
          <p:cNvSpPr>
            <a:spLocks noChangeArrowheads="1"/>
          </p:cNvSpPr>
          <p:nvPr userDrawn="1"/>
        </p:nvSpPr>
        <p:spPr bwMode="auto">
          <a:xfrm>
            <a:off x="0" y="6610350"/>
            <a:ext cx="12192000" cy="190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551355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000" b="1" kern="1200" cap="all" baseline="0">
          <a:solidFill>
            <a:schemeClr val="bg1"/>
          </a:solidFill>
          <a:latin typeface="+mj-lt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4E137-ACEE-41BF-87CB-D2B72CD5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1" r="1898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1DDACFC5-EB70-4F0D-A5C1-F08AA8632C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719" y="2865536"/>
            <a:ext cx="9176481" cy="1672517"/>
          </a:xfrm>
        </p:spPr>
        <p:txBody>
          <a:bodyPr rtlCol="0" anchor="b">
            <a:noAutofit/>
          </a:bodyPr>
          <a:lstStyle/>
          <a:p>
            <a:pPr algn="l">
              <a:defRPr/>
            </a:pPr>
            <a: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Data Structures &amp; Algorithms in Python: </a:t>
            </a:r>
            <a:r>
              <a:rPr lang="en-US" sz="1800" dirty="0"/>
              <a:t>Binary Search Trees</a:t>
            </a: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lang="fr-FR" alt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Dr. Owen Noel Newton Fernando</a:t>
            </a:r>
            <a:br>
              <a:rPr lang="en-US" altLang="en-US" sz="2000" dirty="0">
                <a:solidFill>
                  <a:schemeClr val="bg1"/>
                </a:solidFill>
                <a:latin typeface="Verdana" panose="020B0604030504040204" pitchFamily="34" charset="0"/>
              </a:rPr>
            </a:b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57AFD-D505-4500-9697-EDFFEF0B2629}"/>
              </a:ext>
            </a:extLst>
          </p:cNvPr>
          <p:cNvSpPr txBox="1"/>
          <p:nvPr/>
        </p:nvSpPr>
        <p:spPr>
          <a:xfrm>
            <a:off x="0" y="6054782"/>
            <a:ext cx="4248279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1400" b="1" dirty="0">
                <a:solidFill>
                  <a:schemeClr val="bg1"/>
                </a:solidFill>
              </a:rPr>
              <a:t>College of Computing and Data Science</a:t>
            </a:r>
            <a:endParaRPr lang="en-SG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SG" sz="14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DDBA02-A0B9-4A7D-9F97-3DA4C9378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6704"/>
            <a:ext cx="3878519" cy="1551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 txBox="1">
            <a:spLocks/>
          </p:cNvSpPr>
          <p:nvPr/>
        </p:nvSpPr>
        <p:spPr>
          <a:xfrm>
            <a:off x="891950" y="1092957"/>
            <a:ext cx="8681280" cy="43224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SG" sz="2000" b="1" dirty="0"/>
              <a:t>Pre‐order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b="1" dirty="0"/>
              <a:t>Process the current node’s data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dirty="0"/>
              <a:t>Visit the left child subtree 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dirty="0"/>
              <a:t>Visit the right child subtree</a:t>
            </a:r>
          </a:p>
          <a:p>
            <a:pPr algn="just">
              <a:lnSpc>
                <a:spcPct val="150000"/>
              </a:lnSpc>
            </a:pPr>
            <a:r>
              <a:rPr lang="en-SG" sz="2000" b="1" dirty="0"/>
              <a:t>In‐order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dirty="0"/>
              <a:t>Visit the left child subtree 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b="1" dirty="0"/>
              <a:t>Process the current node’s data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dirty="0"/>
              <a:t>Visit the right child subtree</a:t>
            </a:r>
          </a:p>
          <a:p>
            <a:pPr algn="just">
              <a:lnSpc>
                <a:spcPct val="150000"/>
              </a:lnSpc>
            </a:pPr>
            <a:r>
              <a:rPr lang="en-SG" sz="2000" b="1" dirty="0"/>
              <a:t>Post‐order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dirty="0"/>
              <a:t>Visit the left child subtree 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dirty="0"/>
              <a:t>Visit the right child subtree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b="1" dirty="0"/>
              <a:t>Process the current node’s data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SG" sz="1800" dirty="0"/>
          </a:p>
          <a:p>
            <a:pPr algn="just">
              <a:lnSpc>
                <a:spcPct val="150000"/>
              </a:lnSpc>
            </a:pPr>
            <a:endParaRPr lang="en-SG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7091"/>
            <a:ext cx="12192000" cy="565607"/>
          </a:xfrm>
        </p:spPr>
        <p:txBody>
          <a:bodyPr/>
          <a:lstStyle/>
          <a:p>
            <a:r>
              <a:rPr kumimoji="0" lang="en-SG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Pre-</a:t>
            </a:r>
            <a:r>
              <a:rPr lang="en-SG" cap="none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order, In-order and </a:t>
            </a:r>
            <a:r>
              <a:rPr kumimoji="0" lang="en-SG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Post-order Depth First Traversal</a:t>
            </a:r>
            <a:endParaRPr lang="en-SG" dirty="0"/>
          </a:p>
        </p:txBody>
      </p:sp>
      <p:sp>
        <p:nvSpPr>
          <p:cNvPr id="4" name="object 49">
            <a:extLst>
              <a:ext uri="{FF2B5EF4-FFF2-40B4-BE49-F238E27FC236}">
                <a16:creationId xmlns:a16="http://schemas.microsoft.com/office/drawing/2014/main" id="{25704120-863B-3025-0CEA-AB81F00799AD}"/>
              </a:ext>
            </a:extLst>
          </p:cNvPr>
          <p:cNvSpPr/>
          <p:nvPr/>
        </p:nvSpPr>
        <p:spPr>
          <a:xfrm>
            <a:off x="8924957" y="1600200"/>
            <a:ext cx="797560" cy="508000"/>
          </a:xfrm>
          <a:custGeom>
            <a:avLst/>
            <a:gdLst/>
            <a:ahLst/>
            <a:cxnLst/>
            <a:rect l="l" t="t" r="r" b="b"/>
            <a:pathLst>
              <a:path w="797559" h="508000">
                <a:moveTo>
                  <a:pt x="0" y="253948"/>
                </a:moveTo>
                <a:lnTo>
                  <a:pt x="5218" y="212757"/>
                </a:lnTo>
                <a:lnTo>
                  <a:pt x="20326" y="173681"/>
                </a:lnTo>
                <a:lnTo>
                  <a:pt x="44502" y="137244"/>
                </a:lnTo>
                <a:lnTo>
                  <a:pt x="76927" y="103970"/>
                </a:lnTo>
                <a:lnTo>
                  <a:pt x="116778" y="74379"/>
                </a:lnTo>
                <a:lnTo>
                  <a:pt x="163235" y="48997"/>
                </a:lnTo>
                <a:lnTo>
                  <a:pt x="215477" y="28345"/>
                </a:lnTo>
                <a:lnTo>
                  <a:pt x="272683" y="12946"/>
                </a:lnTo>
                <a:lnTo>
                  <a:pt x="334033" y="3323"/>
                </a:lnTo>
                <a:lnTo>
                  <a:pt x="398705" y="0"/>
                </a:lnTo>
                <a:lnTo>
                  <a:pt x="431405" y="841"/>
                </a:lnTo>
                <a:lnTo>
                  <a:pt x="494519" y="7380"/>
                </a:lnTo>
                <a:lnTo>
                  <a:pt x="553900" y="19956"/>
                </a:lnTo>
                <a:lnTo>
                  <a:pt x="608727" y="38047"/>
                </a:lnTo>
                <a:lnTo>
                  <a:pt x="658179" y="61130"/>
                </a:lnTo>
                <a:lnTo>
                  <a:pt x="701436" y="88681"/>
                </a:lnTo>
                <a:lnTo>
                  <a:pt x="737676" y="120179"/>
                </a:lnTo>
                <a:lnTo>
                  <a:pt x="766079" y="155100"/>
                </a:lnTo>
                <a:lnTo>
                  <a:pt x="785824" y="192922"/>
                </a:lnTo>
                <a:lnTo>
                  <a:pt x="796090" y="233121"/>
                </a:lnTo>
                <a:lnTo>
                  <a:pt x="797412" y="253948"/>
                </a:lnTo>
                <a:lnTo>
                  <a:pt x="796090" y="274776"/>
                </a:lnTo>
                <a:lnTo>
                  <a:pt x="785824" y="314975"/>
                </a:lnTo>
                <a:lnTo>
                  <a:pt x="766079" y="352797"/>
                </a:lnTo>
                <a:lnTo>
                  <a:pt x="737676" y="387718"/>
                </a:lnTo>
                <a:lnTo>
                  <a:pt x="701436" y="419216"/>
                </a:lnTo>
                <a:lnTo>
                  <a:pt x="658179" y="446767"/>
                </a:lnTo>
                <a:lnTo>
                  <a:pt x="608727" y="469850"/>
                </a:lnTo>
                <a:lnTo>
                  <a:pt x="553900" y="487941"/>
                </a:lnTo>
                <a:lnTo>
                  <a:pt x="494519" y="500517"/>
                </a:lnTo>
                <a:lnTo>
                  <a:pt x="431405" y="507056"/>
                </a:lnTo>
                <a:lnTo>
                  <a:pt x="398705" y="507898"/>
                </a:lnTo>
                <a:lnTo>
                  <a:pt x="366005" y="507056"/>
                </a:lnTo>
                <a:lnTo>
                  <a:pt x="302892" y="500517"/>
                </a:lnTo>
                <a:lnTo>
                  <a:pt x="243511" y="487941"/>
                </a:lnTo>
                <a:lnTo>
                  <a:pt x="188684" y="469850"/>
                </a:lnTo>
                <a:lnTo>
                  <a:pt x="139232" y="446767"/>
                </a:lnTo>
                <a:lnTo>
                  <a:pt x="95975" y="419216"/>
                </a:lnTo>
                <a:lnTo>
                  <a:pt x="59735" y="387718"/>
                </a:lnTo>
                <a:lnTo>
                  <a:pt x="31332" y="352797"/>
                </a:lnTo>
                <a:lnTo>
                  <a:pt x="11587" y="314975"/>
                </a:lnTo>
                <a:lnTo>
                  <a:pt x="1321" y="274776"/>
                </a:lnTo>
                <a:lnTo>
                  <a:pt x="0" y="253948"/>
                </a:lnTo>
                <a:close/>
              </a:path>
            </a:pathLst>
          </a:custGeom>
          <a:ln w="76199">
            <a:solidFill>
              <a:srgbClr val="FAA757"/>
            </a:solidFill>
          </a:ln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D79E572D-2772-685E-5FE4-F2C241AC13A0}"/>
              </a:ext>
            </a:extLst>
          </p:cNvPr>
          <p:cNvSpPr/>
          <p:nvPr/>
        </p:nvSpPr>
        <p:spPr>
          <a:xfrm>
            <a:off x="9124346" y="1679937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r>
              <a:rPr lang="en-US" sz="2000" dirty="0">
                <a:solidFill>
                  <a:prstClr val="black"/>
                </a:solidFill>
              </a:rPr>
              <a:t> E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2F51CF8C-344F-FE6F-0174-B5078D02FBBE}"/>
              </a:ext>
            </a:extLst>
          </p:cNvPr>
          <p:cNvSpPr/>
          <p:nvPr/>
        </p:nvSpPr>
        <p:spPr>
          <a:xfrm>
            <a:off x="9124346" y="1679937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40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E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32F0103A-A9DC-F1D7-B0B5-42711FFE11DA}"/>
              </a:ext>
            </a:extLst>
          </p:cNvPr>
          <p:cNvSpPr/>
          <p:nvPr/>
        </p:nvSpPr>
        <p:spPr>
          <a:xfrm>
            <a:off x="8127508" y="2272403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2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B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8" name="object 11">
            <a:extLst>
              <a:ext uri="{FF2B5EF4-FFF2-40B4-BE49-F238E27FC236}">
                <a16:creationId xmlns:a16="http://schemas.microsoft.com/office/drawing/2014/main" id="{021D4A09-B1F4-FED4-F010-5A72A24EF451}"/>
              </a:ext>
            </a:extLst>
          </p:cNvPr>
          <p:cNvSpPr/>
          <p:nvPr/>
        </p:nvSpPr>
        <p:spPr>
          <a:xfrm>
            <a:off x="7629107" y="2867776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05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A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CB0B5F50-D87D-D2F6-B8F1-4CB9449A1356}"/>
              </a:ext>
            </a:extLst>
          </p:cNvPr>
          <p:cNvSpPr/>
          <p:nvPr/>
        </p:nvSpPr>
        <p:spPr>
          <a:xfrm>
            <a:off x="8725641" y="2867776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443EA965-0CA0-5B20-0CD1-2C4DD69D41D9}"/>
              </a:ext>
            </a:extLst>
          </p:cNvPr>
          <p:cNvSpPr/>
          <p:nvPr/>
        </p:nvSpPr>
        <p:spPr>
          <a:xfrm>
            <a:off x="8725641" y="2867776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05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C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68BEAD76-BD73-5531-3C6A-BCD7826ED427}"/>
              </a:ext>
            </a:extLst>
          </p:cNvPr>
          <p:cNvSpPr/>
          <p:nvPr/>
        </p:nvSpPr>
        <p:spPr>
          <a:xfrm>
            <a:off x="10182955" y="2316697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9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G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ECEC5479-1FF7-6B24-3FD6-E77186F5D2D6}"/>
              </a:ext>
            </a:extLst>
          </p:cNvPr>
          <p:cNvSpPr/>
          <p:nvPr/>
        </p:nvSpPr>
        <p:spPr>
          <a:xfrm>
            <a:off x="9523052" y="2872595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E485F748-1D7D-77D0-D93F-1808626EB77A}"/>
              </a:ext>
            </a:extLst>
          </p:cNvPr>
          <p:cNvSpPr/>
          <p:nvPr/>
        </p:nvSpPr>
        <p:spPr>
          <a:xfrm>
            <a:off x="9523052" y="2872595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F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4" name="object 19">
            <a:extLst>
              <a:ext uri="{FF2B5EF4-FFF2-40B4-BE49-F238E27FC236}">
                <a16:creationId xmlns:a16="http://schemas.microsoft.com/office/drawing/2014/main" id="{31D8CB74-0E8B-16D0-6996-60C8ACCD992F}"/>
              </a:ext>
            </a:extLst>
          </p:cNvPr>
          <p:cNvSpPr/>
          <p:nvPr/>
        </p:nvSpPr>
        <p:spPr>
          <a:xfrm>
            <a:off x="10719208" y="2914170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2000">
                <a:solidFill>
                  <a:prstClr val="black"/>
                </a:solidFill>
              </a:rPr>
              <a:t> I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5" name="object 38">
            <a:extLst>
              <a:ext uri="{FF2B5EF4-FFF2-40B4-BE49-F238E27FC236}">
                <a16:creationId xmlns:a16="http://schemas.microsoft.com/office/drawing/2014/main" id="{FB22DC2B-D72F-C98D-42E3-914EC28AB1FA}"/>
              </a:ext>
            </a:extLst>
          </p:cNvPr>
          <p:cNvSpPr/>
          <p:nvPr/>
        </p:nvSpPr>
        <p:spPr>
          <a:xfrm>
            <a:off x="8924994" y="3550105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16" name="object 39">
            <a:extLst>
              <a:ext uri="{FF2B5EF4-FFF2-40B4-BE49-F238E27FC236}">
                <a16:creationId xmlns:a16="http://schemas.microsoft.com/office/drawing/2014/main" id="{0E2C2C60-F849-5259-C23E-1827BB4A0EB5}"/>
              </a:ext>
            </a:extLst>
          </p:cNvPr>
          <p:cNvSpPr/>
          <p:nvPr/>
        </p:nvSpPr>
        <p:spPr>
          <a:xfrm>
            <a:off x="8924994" y="3550105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050" dirty="0">
                <a:solidFill>
                  <a:prstClr val="black"/>
                </a:solidFill>
              </a:rPr>
              <a:t> </a:t>
            </a:r>
            <a:r>
              <a:rPr lang="en-US" sz="2000">
                <a:solidFill>
                  <a:prstClr val="black"/>
                </a:solidFill>
              </a:rPr>
              <a:t>D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7" name="object 41">
            <a:extLst>
              <a:ext uri="{FF2B5EF4-FFF2-40B4-BE49-F238E27FC236}">
                <a16:creationId xmlns:a16="http://schemas.microsoft.com/office/drawing/2014/main" id="{1468889C-D0FD-1900-9334-797CC18C6956}"/>
              </a:ext>
            </a:extLst>
          </p:cNvPr>
          <p:cNvSpPr/>
          <p:nvPr/>
        </p:nvSpPr>
        <p:spPr>
          <a:xfrm>
            <a:off x="10420389" y="3634834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05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H</a:t>
            </a:r>
            <a:endParaRPr sz="2000" dirty="0">
              <a:solidFill>
                <a:prstClr val="black"/>
              </a:solidFill>
            </a:endParaRPr>
          </a:p>
        </p:txBody>
      </p:sp>
      <p:cxnSp>
        <p:nvCxnSpPr>
          <p:cNvPr id="18" name="直接箭头连接符 22">
            <a:extLst>
              <a:ext uri="{FF2B5EF4-FFF2-40B4-BE49-F238E27FC236}">
                <a16:creationId xmlns:a16="http://schemas.microsoft.com/office/drawing/2014/main" id="{B5287513-63DA-ABEA-F529-C0BAE752BC7D}"/>
              </a:ext>
            </a:extLst>
          </p:cNvPr>
          <p:cNvCxnSpPr>
            <a:stCxn id="6" idx="5"/>
            <a:endCxn id="11" idx="1"/>
          </p:cNvCxnSpPr>
          <p:nvPr/>
        </p:nvCxnSpPr>
        <p:spPr>
          <a:xfrm>
            <a:off x="9464726" y="1933596"/>
            <a:ext cx="776629" cy="4266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23">
            <a:extLst>
              <a:ext uri="{FF2B5EF4-FFF2-40B4-BE49-F238E27FC236}">
                <a16:creationId xmlns:a16="http://schemas.microsoft.com/office/drawing/2014/main" id="{F4635D6E-EF1D-CBE9-4F5C-EF3292830499}"/>
              </a:ext>
            </a:extLst>
          </p:cNvPr>
          <p:cNvCxnSpPr>
            <a:stCxn id="6" idx="3"/>
          </p:cNvCxnSpPr>
          <p:nvPr/>
        </p:nvCxnSpPr>
        <p:spPr>
          <a:xfrm flipH="1">
            <a:off x="8467888" y="1933596"/>
            <a:ext cx="714858" cy="4232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24">
            <a:extLst>
              <a:ext uri="{FF2B5EF4-FFF2-40B4-BE49-F238E27FC236}">
                <a16:creationId xmlns:a16="http://schemas.microsoft.com/office/drawing/2014/main" id="{34FFE236-4C8C-F3B4-1914-6BF438E01225}"/>
              </a:ext>
            </a:extLst>
          </p:cNvPr>
          <p:cNvCxnSpPr>
            <a:endCxn id="8" idx="0"/>
          </p:cNvCxnSpPr>
          <p:nvPr/>
        </p:nvCxnSpPr>
        <p:spPr>
          <a:xfrm flipH="1">
            <a:off x="7828497" y="2569583"/>
            <a:ext cx="357410" cy="2981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5">
            <a:extLst>
              <a:ext uri="{FF2B5EF4-FFF2-40B4-BE49-F238E27FC236}">
                <a16:creationId xmlns:a16="http://schemas.microsoft.com/office/drawing/2014/main" id="{6DEE12CA-D19A-99A4-0B22-3F124686BE84}"/>
              </a:ext>
            </a:extLst>
          </p:cNvPr>
          <p:cNvCxnSpPr>
            <a:stCxn id="11" idx="3"/>
          </p:cNvCxnSpPr>
          <p:nvPr/>
        </p:nvCxnSpPr>
        <p:spPr>
          <a:xfrm flipH="1">
            <a:off x="9853040" y="2570356"/>
            <a:ext cx="388315" cy="352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6">
            <a:extLst>
              <a:ext uri="{FF2B5EF4-FFF2-40B4-BE49-F238E27FC236}">
                <a16:creationId xmlns:a16="http://schemas.microsoft.com/office/drawing/2014/main" id="{D4A52DC7-78A2-0412-EE25-DF82FCAD5BD7}"/>
              </a:ext>
            </a:extLst>
          </p:cNvPr>
          <p:cNvCxnSpPr>
            <a:stCxn id="7" idx="5"/>
            <a:endCxn id="10" idx="1"/>
          </p:cNvCxnSpPr>
          <p:nvPr/>
        </p:nvCxnSpPr>
        <p:spPr>
          <a:xfrm>
            <a:off x="8467888" y="2526062"/>
            <a:ext cx="316153" cy="3852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7">
            <a:extLst>
              <a:ext uri="{FF2B5EF4-FFF2-40B4-BE49-F238E27FC236}">
                <a16:creationId xmlns:a16="http://schemas.microsoft.com/office/drawing/2014/main" id="{3597A8EF-990C-0D07-6C01-F1D46E104628}"/>
              </a:ext>
            </a:extLst>
          </p:cNvPr>
          <p:cNvCxnSpPr>
            <a:stCxn id="11" idx="5"/>
          </p:cNvCxnSpPr>
          <p:nvPr/>
        </p:nvCxnSpPr>
        <p:spPr>
          <a:xfrm>
            <a:off x="10523335" y="2570356"/>
            <a:ext cx="335121" cy="34381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8">
            <a:extLst>
              <a:ext uri="{FF2B5EF4-FFF2-40B4-BE49-F238E27FC236}">
                <a16:creationId xmlns:a16="http://schemas.microsoft.com/office/drawing/2014/main" id="{2810B5FD-DD8F-7B7E-B388-5E7064C91536}"/>
              </a:ext>
            </a:extLst>
          </p:cNvPr>
          <p:cNvCxnSpPr>
            <a:stCxn id="10" idx="4"/>
            <a:endCxn id="15" idx="0"/>
          </p:cNvCxnSpPr>
          <p:nvPr/>
        </p:nvCxnSpPr>
        <p:spPr>
          <a:xfrm>
            <a:off x="8925032" y="3164957"/>
            <a:ext cx="199353" cy="3851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9">
            <a:extLst>
              <a:ext uri="{FF2B5EF4-FFF2-40B4-BE49-F238E27FC236}">
                <a16:creationId xmlns:a16="http://schemas.microsoft.com/office/drawing/2014/main" id="{BB639C40-D2C4-E17F-EBA9-FF7F3BDA1D46}"/>
              </a:ext>
            </a:extLst>
          </p:cNvPr>
          <p:cNvCxnSpPr>
            <a:stCxn id="14" idx="4"/>
            <a:endCxn id="17" idx="0"/>
          </p:cNvCxnSpPr>
          <p:nvPr/>
        </p:nvCxnSpPr>
        <p:spPr>
          <a:xfrm flipH="1">
            <a:off x="10619779" y="3211350"/>
            <a:ext cx="298819" cy="423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370161"/>
      </p:ext>
    </p:extLst>
  </p:cSld>
  <p:clrMapOvr>
    <a:masterClrMapping/>
  </p:clrMapOvr>
  <p:transition>
    <p:wipe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9961"/>
            <a:ext cx="12192000" cy="565607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cs typeface="Arial" panose="020B0604020202020204" pitchFamily="34" charset="0"/>
              </a:rPr>
              <a:t>Summary of Depth First Traversal</a:t>
            </a:r>
            <a:endParaRPr lang="en-SG" dirty="0">
              <a:latin typeface="Verdana" panose="020B0604030504040204" pitchFamily="34" charset="0"/>
            </a:endParaRP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2621280" y="1380226"/>
            <a:ext cx="7386320" cy="4322498"/>
          </a:xfrm>
          <a:prstGeom prst="rect">
            <a:avLst/>
          </a:prstGeom>
        </p:spPr>
        <p:txBody>
          <a:bodyPr l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SG" sz="1800"/>
          </a:p>
          <a:p>
            <a:pPr marL="0" indent="0" algn="just">
              <a:lnSpc>
                <a:spcPct val="150000"/>
              </a:lnSpc>
              <a:buNone/>
            </a:pPr>
            <a:endParaRPr lang="en-SG" sz="1800"/>
          </a:p>
          <a:p>
            <a:pPr marL="457200" lvl="1" indent="0" algn="just">
              <a:lnSpc>
                <a:spcPct val="150000"/>
              </a:lnSpc>
              <a:buNone/>
            </a:pPr>
            <a:endParaRPr lang="en-SG" sz="1800"/>
          </a:p>
          <a:p>
            <a:pPr marL="0" indent="0" algn="just">
              <a:lnSpc>
                <a:spcPct val="150000"/>
              </a:lnSpc>
              <a:buNone/>
            </a:pPr>
            <a:endParaRPr lang="en-SG" sz="600"/>
          </a:p>
          <a:p>
            <a:pPr marL="0" indent="0" algn="just">
              <a:lnSpc>
                <a:spcPct val="150000"/>
              </a:lnSpc>
              <a:buNone/>
            </a:pPr>
            <a:endParaRPr lang="en-SG" sz="1800"/>
          </a:p>
        </p:txBody>
      </p:sp>
      <p:sp>
        <p:nvSpPr>
          <p:cNvPr id="5" name="object 49"/>
          <p:cNvSpPr/>
          <p:nvPr/>
        </p:nvSpPr>
        <p:spPr>
          <a:xfrm>
            <a:off x="7801393" y="1492960"/>
            <a:ext cx="797560" cy="508000"/>
          </a:xfrm>
          <a:custGeom>
            <a:avLst/>
            <a:gdLst/>
            <a:ahLst/>
            <a:cxnLst/>
            <a:rect l="l" t="t" r="r" b="b"/>
            <a:pathLst>
              <a:path w="797559" h="508000">
                <a:moveTo>
                  <a:pt x="0" y="253948"/>
                </a:moveTo>
                <a:lnTo>
                  <a:pt x="5218" y="212757"/>
                </a:lnTo>
                <a:lnTo>
                  <a:pt x="20326" y="173681"/>
                </a:lnTo>
                <a:lnTo>
                  <a:pt x="44502" y="137244"/>
                </a:lnTo>
                <a:lnTo>
                  <a:pt x="76927" y="103970"/>
                </a:lnTo>
                <a:lnTo>
                  <a:pt x="116778" y="74379"/>
                </a:lnTo>
                <a:lnTo>
                  <a:pt x="163235" y="48997"/>
                </a:lnTo>
                <a:lnTo>
                  <a:pt x="215477" y="28345"/>
                </a:lnTo>
                <a:lnTo>
                  <a:pt x="272683" y="12946"/>
                </a:lnTo>
                <a:lnTo>
                  <a:pt x="334033" y="3323"/>
                </a:lnTo>
                <a:lnTo>
                  <a:pt x="398705" y="0"/>
                </a:lnTo>
                <a:lnTo>
                  <a:pt x="431405" y="841"/>
                </a:lnTo>
                <a:lnTo>
                  <a:pt x="494519" y="7380"/>
                </a:lnTo>
                <a:lnTo>
                  <a:pt x="553900" y="19956"/>
                </a:lnTo>
                <a:lnTo>
                  <a:pt x="608727" y="38047"/>
                </a:lnTo>
                <a:lnTo>
                  <a:pt x="658179" y="61130"/>
                </a:lnTo>
                <a:lnTo>
                  <a:pt x="701436" y="88681"/>
                </a:lnTo>
                <a:lnTo>
                  <a:pt x="737676" y="120179"/>
                </a:lnTo>
                <a:lnTo>
                  <a:pt x="766079" y="155100"/>
                </a:lnTo>
                <a:lnTo>
                  <a:pt x="785824" y="192922"/>
                </a:lnTo>
                <a:lnTo>
                  <a:pt x="796090" y="233121"/>
                </a:lnTo>
                <a:lnTo>
                  <a:pt x="797412" y="253948"/>
                </a:lnTo>
                <a:lnTo>
                  <a:pt x="796090" y="274776"/>
                </a:lnTo>
                <a:lnTo>
                  <a:pt x="785824" y="314975"/>
                </a:lnTo>
                <a:lnTo>
                  <a:pt x="766079" y="352797"/>
                </a:lnTo>
                <a:lnTo>
                  <a:pt x="737676" y="387718"/>
                </a:lnTo>
                <a:lnTo>
                  <a:pt x="701436" y="419216"/>
                </a:lnTo>
                <a:lnTo>
                  <a:pt x="658179" y="446767"/>
                </a:lnTo>
                <a:lnTo>
                  <a:pt x="608727" y="469850"/>
                </a:lnTo>
                <a:lnTo>
                  <a:pt x="553900" y="487941"/>
                </a:lnTo>
                <a:lnTo>
                  <a:pt x="494519" y="500517"/>
                </a:lnTo>
                <a:lnTo>
                  <a:pt x="431405" y="507056"/>
                </a:lnTo>
                <a:lnTo>
                  <a:pt x="398705" y="507898"/>
                </a:lnTo>
                <a:lnTo>
                  <a:pt x="366005" y="507056"/>
                </a:lnTo>
                <a:lnTo>
                  <a:pt x="302892" y="500517"/>
                </a:lnTo>
                <a:lnTo>
                  <a:pt x="243511" y="487941"/>
                </a:lnTo>
                <a:lnTo>
                  <a:pt x="188684" y="469850"/>
                </a:lnTo>
                <a:lnTo>
                  <a:pt x="139232" y="446767"/>
                </a:lnTo>
                <a:lnTo>
                  <a:pt x="95975" y="419216"/>
                </a:lnTo>
                <a:lnTo>
                  <a:pt x="59735" y="387718"/>
                </a:lnTo>
                <a:lnTo>
                  <a:pt x="31332" y="352797"/>
                </a:lnTo>
                <a:lnTo>
                  <a:pt x="11587" y="314975"/>
                </a:lnTo>
                <a:lnTo>
                  <a:pt x="1321" y="274776"/>
                </a:lnTo>
                <a:lnTo>
                  <a:pt x="0" y="253948"/>
                </a:lnTo>
                <a:close/>
              </a:path>
            </a:pathLst>
          </a:custGeom>
          <a:ln w="76199">
            <a:solidFill>
              <a:srgbClr val="FAA757"/>
            </a:solidFill>
          </a:ln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00782" y="1572697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r>
              <a:rPr lang="en-US" sz="2000" dirty="0">
                <a:solidFill>
                  <a:prstClr val="black"/>
                </a:solidFill>
              </a:rPr>
              <a:t> E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00782" y="1572697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E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03370" y="2123245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03370" y="2123244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2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B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04666" y="2760536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04666" y="2760536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05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A</a:t>
            </a:r>
            <a:endParaRPr sz="2000" dirty="0"/>
          </a:p>
        </p:txBody>
      </p:sp>
      <p:sp>
        <p:nvSpPr>
          <p:cNvPr id="12" name="object 12"/>
          <p:cNvSpPr/>
          <p:nvPr/>
        </p:nvSpPr>
        <p:spPr>
          <a:xfrm>
            <a:off x="7602077" y="2760536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02077" y="2760536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05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C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798192" y="2123245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98192" y="2123244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900">
                <a:solidFill>
                  <a:prstClr val="black"/>
                </a:solidFill>
              </a:rPr>
              <a:t> </a:t>
            </a:r>
            <a:r>
              <a:rPr lang="en-US" sz="2000">
                <a:solidFill>
                  <a:prstClr val="black"/>
                </a:solidFill>
              </a:rPr>
              <a:t>G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99488" y="2765355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99488" y="2765355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4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F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96899" y="2765355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96898" y="2765355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2000">
                <a:solidFill>
                  <a:prstClr val="black"/>
                </a:solidFill>
              </a:rPr>
              <a:t> I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20" name="object 38"/>
          <p:cNvSpPr/>
          <p:nvPr/>
        </p:nvSpPr>
        <p:spPr>
          <a:xfrm>
            <a:off x="7801430" y="3442865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21" name="object 39"/>
          <p:cNvSpPr/>
          <p:nvPr/>
        </p:nvSpPr>
        <p:spPr>
          <a:xfrm>
            <a:off x="7801430" y="3442865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050">
                <a:solidFill>
                  <a:prstClr val="black"/>
                </a:solidFill>
              </a:rPr>
              <a:t> </a:t>
            </a:r>
            <a:r>
              <a:rPr lang="en-US" sz="2000">
                <a:solidFill>
                  <a:prstClr val="black"/>
                </a:solidFill>
              </a:rPr>
              <a:t>D</a:t>
            </a:r>
            <a:endParaRPr sz="2000" dirty="0">
              <a:solidFill>
                <a:prstClr val="black"/>
              </a:solidFill>
            </a:endParaRPr>
          </a:p>
        </p:txBody>
      </p:sp>
      <p:sp>
        <p:nvSpPr>
          <p:cNvPr id="22" name="object 40"/>
          <p:cNvSpPr/>
          <p:nvPr/>
        </p:nvSpPr>
        <p:spPr>
          <a:xfrm>
            <a:off x="8997545" y="3442865"/>
            <a:ext cx="39878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2000">
              <a:solidFill>
                <a:prstClr val="black"/>
              </a:solidFill>
            </a:endParaRPr>
          </a:p>
        </p:txBody>
      </p:sp>
      <p:sp>
        <p:nvSpPr>
          <p:cNvPr id="23" name="object 41"/>
          <p:cNvSpPr/>
          <p:nvPr/>
        </p:nvSpPr>
        <p:spPr>
          <a:xfrm>
            <a:off x="8997545" y="3442865"/>
            <a:ext cx="39878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05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H</a:t>
            </a:r>
            <a:endParaRPr sz="2000" dirty="0">
              <a:solidFill>
                <a:prstClr val="black"/>
              </a:solidFill>
            </a:endParaRPr>
          </a:p>
        </p:txBody>
      </p:sp>
      <p:cxnSp>
        <p:nvCxnSpPr>
          <p:cNvPr id="24" name="直接箭头连接符 38"/>
          <p:cNvCxnSpPr>
            <a:stCxn id="7" idx="5"/>
            <a:endCxn id="15" idx="1"/>
          </p:cNvCxnSpPr>
          <p:nvPr/>
        </p:nvCxnSpPr>
        <p:spPr>
          <a:xfrm>
            <a:off x="8341162" y="1826357"/>
            <a:ext cx="515430" cy="3404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39"/>
          <p:cNvCxnSpPr>
            <a:stCxn id="7" idx="3"/>
            <a:endCxn id="8" idx="7"/>
          </p:cNvCxnSpPr>
          <p:nvPr/>
        </p:nvCxnSpPr>
        <p:spPr>
          <a:xfrm flipH="1">
            <a:off x="7543750" y="1826356"/>
            <a:ext cx="515432" cy="3404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40"/>
          <p:cNvCxnSpPr>
            <a:stCxn id="8" idx="3"/>
            <a:endCxn id="11" idx="0"/>
          </p:cNvCxnSpPr>
          <p:nvPr/>
        </p:nvCxnSpPr>
        <p:spPr>
          <a:xfrm flipH="1">
            <a:off x="7004056" y="2376904"/>
            <a:ext cx="257714" cy="3836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41"/>
          <p:cNvCxnSpPr>
            <a:stCxn id="15" idx="3"/>
            <a:endCxn id="16" idx="0"/>
          </p:cNvCxnSpPr>
          <p:nvPr/>
        </p:nvCxnSpPr>
        <p:spPr>
          <a:xfrm flipH="1">
            <a:off x="8598878" y="2376903"/>
            <a:ext cx="257714" cy="388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42"/>
          <p:cNvCxnSpPr>
            <a:stCxn id="9" idx="5"/>
            <a:endCxn id="12" idx="0"/>
          </p:cNvCxnSpPr>
          <p:nvPr/>
        </p:nvCxnSpPr>
        <p:spPr>
          <a:xfrm>
            <a:off x="7543751" y="2376904"/>
            <a:ext cx="257717" cy="3836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43"/>
          <p:cNvCxnSpPr>
            <a:stCxn id="15" idx="5"/>
            <a:endCxn id="18" idx="0"/>
          </p:cNvCxnSpPr>
          <p:nvPr/>
        </p:nvCxnSpPr>
        <p:spPr>
          <a:xfrm>
            <a:off x="9138573" y="2376903"/>
            <a:ext cx="257717" cy="388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44"/>
          <p:cNvCxnSpPr>
            <a:stCxn id="13" idx="4"/>
            <a:endCxn id="20" idx="0"/>
          </p:cNvCxnSpPr>
          <p:nvPr/>
        </p:nvCxnSpPr>
        <p:spPr>
          <a:xfrm>
            <a:off x="7801468" y="3057717"/>
            <a:ext cx="199353" cy="3851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45"/>
          <p:cNvCxnSpPr>
            <a:stCxn id="19" idx="4"/>
            <a:endCxn id="23" idx="0"/>
          </p:cNvCxnSpPr>
          <p:nvPr/>
        </p:nvCxnSpPr>
        <p:spPr>
          <a:xfrm flipH="1">
            <a:off x="9196936" y="3062535"/>
            <a:ext cx="199353" cy="3803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2621281" y="1671654"/>
            <a:ext cx="3822035" cy="970118"/>
            <a:chOff x="1097280" y="1671654"/>
            <a:chExt cx="3822035" cy="970118"/>
          </a:xfrm>
        </p:grpSpPr>
        <p:sp>
          <p:nvSpPr>
            <p:cNvPr id="34" name="矩形 2"/>
            <p:cNvSpPr/>
            <p:nvPr/>
          </p:nvSpPr>
          <p:spPr>
            <a:xfrm>
              <a:off x="1097280" y="2112033"/>
              <a:ext cx="3822035" cy="52973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Verdana (Body)"/>
              </a:endParaRPr>
            </a:p>
          </p:txBody>
        </p:sp>
        <p:sp>
          <p:nvSpPr>
            <p:cNvPr id="35" name="文本框 8"/>
            <p:cNvSpPr txBox="1"/>
            <p:nvPr/>
          </p:nvSpPr>
          <p:spPr>
            <a:xfrm>
              <a:off x="1152582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E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36" name="文本框 9"/>
            <p:cNvSpPr txBox="1"/>
            <p:nvPr/>
          </p:nvSpPr>
          <p:spPr>
            <a:xfrm>
              <a:off x="1097280" y="1671654"/>
              <a:ext cx="3386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Verdana (Body)"/>
                </a:rPr>
                <a:t>Pre-Order Traversal</a:t>
              </a:r>
              <a:endParaRPr lang="zh-CN" altLang="en-US" dirty="0">
                <a:latin typeface="Verdana (Body)"/>
              </a:endParaRPr>
            </a:p>
          </p:txBody>
        </p:sp>
        <p:sp>
          <p:nvSpPr>
            <p:cNvPr id="37" name="文本框 46"/>
            <p:cNvSpPr txBox="1"/>
            <p:nvPr/>
          </p:nvSpPr>
          <p:spPr>
            <a:xfrm>
              <a:off x="1484293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B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38" name="文本框 47"/>
            <p:cNvSpPr txBox="1"/>
            <p:nvPr/>
          </p:nvSpPr>
          <p:spPr>
            <a:xfrm>
              <a:off x="1816004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A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39" name="文本框 48"/>
            <p:cNvSpPr txBox="1"/>
            <p:nvPr/>
          </p:nvSpPr>
          <p:spPr>
            <a:xfrm>
              <a:off x="2147715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C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40" name="文本框 49"/>
            <p:cNvSpPr txBox="1"/>
            <p:nvPr/>
          </p:nvSpPr>
          <p:spPr>
            <a:xfrm>
              <a:off x="2479426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D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41" name="文本框 50"/>
            <p:cNvSpPr txBox="1"/>
            <p:nvPr/>
          </p:nvSpPr>
          <p:spPr>
            <a:xfrm>
              <a:off x="2811137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G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42" name="文本框 51"/>
            <p:cNvSpPr txBox="1"/>
            <p:nvPr/>
          </p:nvSpPr>
          <p:spPr>
            <a:xfrm>
              <a:off x="3142848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  <a:latin typeface="Verdana (Body)"/>
                </a:rPr>
                <a:t>F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43" name="文本框 52"/>
            <p:cNvSpPr txBox="1"/>
            <p:nvPr/>
          </p:nvSpPr>
          <p:spPr>
            <a:xfrm>
              <a:off x="3474559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  <a:latin typeface="Verdana (Body)"/>
                </a:rPr>
                <a:t> </a:t>
              </a:r>
              <a:r>
                <a:rPr lang="en-US" altLang="zh-CN">
                  <a:solidFill>
                    <a:schemeClr val="bg1"/>
                  </a:solidFill>
                  <a:latin typeface="Verdana (Body)"/>
                </a:rPr>
                <a:t>I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44" name="文本框 53"/>
            <p:cNvSpPr txBox="1"/>
            <p:nvPr/>
          </p:nvSpPr>
          <p:spPr>
            <a:xfrm>
              <a:off x="3806272" y="21537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H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621281" y="3057716"/>
            <a:ext cx="3822035" cy="970118"/>
            <a:chOff x="1249680" y="1824054"/>
            <a:chExt cx="3822035" cy="970118"/>
          </a:xfrm>
        </p:grpSpPr>
        <p:sp>
          <p:nvSpPr>
            <p:cNvPr id="45" name="矩形 2"/>
            <p:cNvSpPr/>
            <p:nvPr/>
          </p:nvSpPr>
          <p:spPr>
            <a:xfrm>
              <a:off x="1249680" y="2264433"/>
              <a:ext cx="3822035" cy="52973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Verdana (Body)"/>
              </a:endParaRPr>
            </a:p>
          </p:txBody>
        </p:sp>
        <p:sp>
          <p:nvSpPr>
            <p:cNvPr id="46" name="文本框 8"/>
            <p:cNvSpPr txBox="1"/>
            <p:nvPr/>
          </p:nvSpPr>
          <p:spPr>
            <a:xfrm>
              <a:off x="1304982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A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1249680" y="1824054"/>
              <a:ext cx="3386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Verdana (Body)"/>
                </a:rPr>
                <a:t>In-Order Traversal</a:t>
              </a:r>
              <a:endParaRPr lang="zh-CN" altLang="en-US" dirty="0">
                <a:latin typeface="Verdana (Body)"/>
              </a:endParaRPr>
            </a:p>
          </p:txBody>
        </p:sp>
        <p:sp>
          <p:nvSpPr>
            <p:cNvPr id="48" name="文本框 46"/>
            <p:cNvSpPr txBox="1"/>
            <p:nvPr/>
          </p:nvSpPr>
          <p:spPr>
            <a:xfrm>
              <a:off x="1636693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B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1968404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C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2300115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D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2631826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  <a:latin typeface="Verdana (Body)"/>
                </a:rPr>
                <a:t>E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52" name="文本框 50"/>
            <p:cNvSpPr txBox="1"/>
            <p:nvPr/>
          </p:nvSpPr>
          <p:spPr>
            <a:xfrm>
              <a:off x="2963537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  <a:latin typeface="Verdana (Body)"/>
                </a:rPr>
                <a:t>F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53" name="文本框 51"/>
            <p:cNvSpPr txBox="1"/>
            <p:nvPr/>
          </p:nvSpPr>
          <p:spPr>
            <a:xfrm>
              <a:off x="3295248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G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54" name="文本框 52"/>
            <p:cNvSpPr txBox="1"/>
            <p:nvPr/>
          </p:nvSpPr>
          <p:spPr>
            <a:xfrm>
              <a:off x="3626959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H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55" name="文本框 53"/>
            <p:cNvSpPr txBox="1"/>
            <p:nvPr/>
          </p:nvSpPr>
          <p:spPr>
            <a:xfrm>
              <a:off x="3958672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I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2610591" y="4445863"/>
            <a:ext cx="3822035" cy="970118"/>
            <a:chOff x="1249680" y="1824054"/>
            <a:chExt cx="3822035" cy="970118"/>
          </a:xfrm>
        </p:grpSpPr>
        <p:sp>
          <p:nvSpPr>
            <p:cNvPr id="57" name="矩形 2"/>
            <p:cNvSpPr/>
            <p:nvPr/>
          </p:nvSpPr>
          <p:spPr>
            <a:xfrm>
              <a:off x="1249680" y="2264433"/>
              <a:ext cx="3822035" cy="52973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Verdana (Body)"/>
              </a:endParaRPr>
            </a:p>
          </p:txBody>
        </p:sp>
        <p:sp>
          <p:nvSpPr>
            <p:cNvPr id="58" name="文本框 8"/>
            <p:cNvSpPr txBox="1"/>
            <p:nvPr/>
          </p:nvSpPr>
          <p:spPr>
            <a:xfrm>
              <a:off x="1304982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A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59" name="文本框 9"/>
            <p:cNvSpPr txBox="1"/>
            <p:nvPr/>
          </p:nvSpPr>
          <p:spPr>
            <a:xfrm>
              <a:off x="1249680" y="1824054"/>
              <a:ext cx="3386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Verdana (Body)"/>
                </a:rPr>
                <a:t>Post-Order Traversal</a:t>
              </a:r>
              <a:endParaRPr lang="zh-CN" altLang="en-US" dirty="0">
                <a:latin typeface="Verdana (Body)"/>
              </a:endParaRPr>
            </a:p>
          </p:txBody>
        </p:sp>
        <p:sp>
          <p:nvSpPr>
            <p:cNvPr id="60" name="文本框 46"/>
            <p:cNvSpPr txBox="1"/>
            <p:nvPr/>
          </p:nvSpPr>
          <p:spPr>
            <a:xfrm>
              <a:off x="1636693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D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61" name="文本框 47"/>
            <p:cNvSpPr txBox="1"/>
            <p:nvPr/>
          </p:nvSpPr>
          <p:spPr>
            <a:xfrm>
              <a:off x="1968404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C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62" name="文本框 48"/>
            <p:cNvSpPr txBox="1"/>
            <p:nvPr/>
          </p:nvSpPr>
          <p:spPr>
            <a:xfrm>
              <a:off x="2300115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B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63" name="文本框 49"/>
            <p:cNvSpPr txBox="1"/>
            <p:nvPr/>
          </p:nvSpPr>
          <p:spPr>
            <a:xfrm>
              <a:off x="2631826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F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64" name="文本框 50"/>
            <p:cNvSpPr txBox="1"/>
            <p:nvPr/>
          </p:nvSpPr>
          <p:spPr>
            <a:xfrm>
              <a:off x="2963537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H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65" name="文本框 51"/>
            <p:cNvSpPr txBox="1"/>
            <p:nvPr/>
          </p:nvSpPr>
          <p:spPr>
            <a:xfrm>
              <a:off x="3295248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altLang="zh-CN">
                  <a:solidFill>
                    <a:schemeClr val="bg1"/>
                  </a:solidFill>
                  <a:latin typeface="Verdana (Body)"/>
                </a:rPr>
                <a:t> I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66" name="文本框 52"/>
            <p:cNvSpPr txBox="1"/>
            <p:nvPr/>
          </p:nvSpPr>
          <p:spPr>
            <a:xfrm>
              <a:off x="3626959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G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  <p:sp>
          <p:nvSpPr>
            <p:cNvPr id="67" name="文本框 53"/>
            <p:cNvSpPr txBox="1"/>
            <p:nvPr/>
          </p:nvSpPr>
          <p:spPr>
            <a:xfrm>
              <a:off x="3958672" y="2306193"/>
              <a:ext cx="37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Verdana (Body)"/>
                </a:rPr>
                <a:t>E</a:t>
              </a:r>
              <a:endParaRPr lang="zh-CN" altLang="en-US" dirty="0">
                <a:solidFill>
                  <a:schemeClr val="bg1"/>
                </a:solidFill>
                <a:latin typeface="Verdana (Body)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071346"/>
      </p:ext>
    </p:extLst>
  </p:cSld>
  <p:clrMapOvr>
    <a:masterClrMapping/>
  </p:clrMapOvr>
  <p:transition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BD61-EC1A-733E-30AC-22CDEC0D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186FE-6D8C-3A9A-962B-4B25FF25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961"/>
            <a:ext cx="12192000" cy="565607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cs typeface="Arial" panose="020B0604020202020204" pitchFamily="34" charset="0"/>
              </a:rPr>
              <a:t>Breath-first Traversal: Level-by-level</a:t>
            </a:r>
            <a:endParaRPr lang="en-SG" dirty="0">
              <a:latin typeface="Verdana" panose="020B0604030504040204" pitchFamily="34" charset="0"/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1FCA107-7503-F918-2E5C-A77247960400}"/>
              </a:ext>
            </a:extLst>
          </p:cNvPr>
          <p:cNvSpPr txBox="1">
            <a:spLocks/>
          </p:cNvSpPr>
          <p:nvPr/>
        </p:nvSpPr>
        <p:spPr>
          <a:xfrm>
            <a:off x="2621280" y="1380226"/>
            <a:ext cx="7386320" cy="4322498"/>
          </a:xfrm>
          <a:prstGeom prst="rect">
            <a:avLst/>
          </a:prstGeom>
        </p:spPr>
        <p:txBody>
          <a:bodyPr l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endParaRPr lang="en-SG" sz="1800"/>
          </a:p>
          <a:p>
            <a:pPr marL="0" indent="0" algn="just">
              <a:lnSpc>
                <a:spcPct val="150000"/>
              </a:lnSpc>
              <a:buNone/>
            </a:pPr>
            <a:endParaRPr lang="en-SG" sz="1800"/>
          </a:p>
          <a:p>
            <a:pPr marL="457200" lvl="1" indent="0" algn="just">
              <a:lnSpc>
                <a:spcPct val="150000"/>
              </a:lnSpc>
              <a:buNone/>
            </a:pPr>
            <a:endParaRPr lang="en-SG" sz="1800"/>
          </a:p>
          <a:p>
            <a:pPr marL="0" indent="0" algn="just">
              <a:lnSpc>
                <a:spcPct val="150000"/>
              </a:lnSpc>
              <a:buNone/>
            </a:pPr>
            <a:endParaRPr lang="en-SG" sz="600"/>
          </a:p>
          <a:p>
            <a:pPr marL="0" indent="0" algn="just">
              <a:lnSpc>
                <a:spcPct val="150000"/>
              </a:lnSpc>
              <a:buNone/>
            </a:pPr>
            <a:endParaRPr lang="en-SG" sz="1800"/>
          </a:p>
        </p:txBody>
      </p:sp>
      <p:sp useBgFill="1">
        <p:nvSpPr>
          <p:cNvPr id="3" name="Content Placeholder 1">
            <a:extLst>
              <a:ext uri="{FF2B5EF4-FFF2-40B4-BE49-F238E27FC236}">
                <a16:creationId xmlns:a16="http://schemas.microsoft.com/office/drawing/2014/main" id="{1CBBE987-F7AE-AD60-E351-907BDB13651C}"/>
              </a:ext>
            </a:extLst>
          </p:cNvPr>
          <p:cNvSpPr txBox="1">
            <a:spLocks/>
          </p:cNvSpPr>
          <p:nvPr/>
        </p:nvSpPr>
        <p:spPr>
          <a:xfrm>
            <a:off x="0" y="905100"/>
            <a:ext cx="11723975" cy="56262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SG" sz="1500" b="1" dirty="0"/>
              <a:t>Initialize the queue:</a:t>
            </a:r>
          </a:p>
          <a:p>
            <a:pPr lvl="1" algn="just">
              <a:lnSpc>
                <a:spcPct val="100000"/>
              </a:lnSpc>
            </a:pPr>
            <a:r>
              <a:rPr lang="en-SG" sz="1500" dirty="0"/>
              <a:t>Create an instance of </a:t>
            </a:r>
            <a:r>
              <a:rPr lang="en-SG" sz="1500"/>
              <a:t>the Queue </a:t>
            </a:r>
            <a:r>
              <a:rPr lang="en-SG" sz="1500" dirty="0"/>
              <a:t>class.</a:t>
            </a:r>
          </a:p>
          <a:p>
            <a:pPr lvl="1" algn="just">
              <a:lnSpc>
                <a:spcPct val="100000"/>
              </a:lnSpc>
            </a:pPr>
            <a:r>
              <a:rPr lang="en-SG" sz="1500" dirty="0"/>
              <a:t>Add the root node to the queue using </a:t>
            </a:r>
            <a:r>
              <a:rPr lang="en-SG" sz="1500" b="1" dirty="0" err="1">
                <a:solidFill>
                  <a:srgbClr val="0070C0"/>
                </a:solidFill>
              </a:rPr>
              <a:t>queue.enqueue</a:t>
            </a:r>
            <a:r>
              <a:rPr lang="en-SG" sz="1500" b="1" dirty="0">
                <a:solidFill>
                  <a:srgbClr val="0070C0"/>
                </a:solidFill>
              </a:rPr>
              <a:t>(</a:t>
            </a:r>
            <a:r>
              <a:rPr lang="en-SG" sz="1500" b="1" dirty="0" err="1">
                <a:solidFill>
                  <a:srgbClr val="0070C0"/>
                </a:solidFill>
              </a:rPr>
              <a:t>self.root</a:t>
            </a:r>
            <a:r>
              <a:rPr lang="en-SG" sz="1500" b="1" dirty="0">
                <a:solidFill>
                  <a:srgbClr val="0070C0"/>
                </a:solidFill>
              </a:rPr>
              <a:t>).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SG" sz="1500" b="1" dirty="0"/>
              <a:t>Start the traversal loop:</a:t>
            </a:r>
          </a:p>
          <a:p>
            <a:pPr lvl="1" algn="just">
              <a:lnSpc>
                <a:spcPct val="100000"/>
              </a:lnSpc>
            </a:pPr>
            <a:r>
              <a:rPr lang="en-SG" sz="1500" dirty="0"/>
              <a:t>While the queue is not empty:</a:t>
            </a:r>
          </a:p>
          <a:p>
            <a:pPr lvl="2" algn="just">
              <a:lnSpc>
                <a:spcPct val="100000"/>
              </a:lnSpc>
            </a:pPr>
            <a:r>
              <a:rPr lang="en-SG" sz="1500" dirty="0"/>
              <a:t>Dequeue the front node using </a:t>
            </a:r>
            <a:r>
              <a:rPr lang="en-SG" sz="1500" b="1" dirty="0" err="1">
                <a:solidFill>
                  <a:srgbClr val="0070C0"/>
                </a:solidFill>
              </a:rPr>
              <a:t>queue.dequeue</a:t>
            </a:r>
            <a:r>
              <a:rPr lang="en-SG" sz="1500" b="1" dirty="0">
                <a:solidFill>
                  <a:srgbClr val="0070C0"/>
                </a:solidFill>
              </a:rPr>
              <a:t>() </a:t>
            </a:r>
            <a:r>
              <a:rPr lang="en-SG" sz="1500" dirty="0"/>
              <a:t>and print its data.</a:t>
            </a:r>
          </a:p>
          <a:p>
            <a:pPr lvl="2" algn="just">
              <a:lnSpc>
                <a:spcPct val="100000"/>
              </a:lnSpc>
            </a:pPr>
            <a:r>
              <a:rPr lang="en-SG" sz="1500" dirty="0"/>
              <a:t>Enqueue the left child if it exists.</a:t>
            </a:r>
          </a:p>
          <a:p>
            <a:pPr lvl="2" algn="just">
              <a:lnSpc>
                <a:spcPct val="100000"/>
              </a:lnSpc>
            </a:pPr>
            <a:r>
              <a:rPr lang="en-SG" sz="1500" dirty="0"/>
              <a:t>Enqueue the right child if it exists.</a:t>
            </a:r>
          </a:p>
          <a:p>
            <a:pPr marL="342900" indent="-342900" algn="just">
              <a:lnSpc>
                <a:spcPct val="100000"/>
              </a:lnSpc>
              <a:buFont typeface="+mj-lt"/>
              <a:buAutoNum type="arabicPeriod"/>
            </a:pPr>
            <a:r>
              <a:rPr lang="en-SG" sz="1500" b="1" dirty="0"/>
              <a:t>Finish traversal:</a:t>
            </a:r>
          </a:p>
          <a:p>
            <a:pPr lvl="1" algn="just">
              <a:lnSpc>
                <a:spcPct val="100000"/>
              </a:lnSpc>
            </a:pPr>
            <a:r>
              <a:rPr lang="en-SG" sz="1500" dirty="0"/>
              <a:t>Repeat the process until the queue is empty, ensuring level-by-level traversal.</a:t>
            </a:r>
          </a:p>
        </p:txBody>
      </p:sp>
      <p:sp useBgFill="1">
        <p:nvSpPr>
          <p:cNvPr id="69" name="TextBox 68">
            <a:extLst>
              <a:ext uri="{FF2B5EF4-FFF2-40B4-BE49-F238E27FC236}">
                <a16:creationId xmlns:a16="http://schemas.microsoft.com/office/drawing/2014/main" id="{C40908F8-E795-1465-9BC1-89AD55B205C2}"/>
              </a:ext>
            </a:extLst>
          </p:cNvPr>
          <p:cNvSpPr txBox="1"/>
          <p:nvPr/>
        </p:nvSpPr>
        <p:spPr>
          <a:xfrm>
            <a:off x="6918816" y="3470970"/>
            <a:ext cx="5127047" cy="33239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400" dirty="0"/>
              <a:t>def </a:t>
            </a:r>
            <a:r>
              <a:rPr lang="en-SG" sz="1400" dirty="0" err="1"/>
              <a:t>level_order_traversal</a:t>
            </a:r>
            <a:r>
              <a:rPr lang="en-SG" sz="1400" dirty="0"/>
              <a:t>(self):</a:t>
            </a:r>
          </a:p>
          <a:p>
            <a:r>
              <a:rPr lang="en-SG" sz="1400" dirty="0"/>
              <a:t>        if not </a:t>
            </a:r>
            <a:r>
              <a:rPr lang="en-SG" sz="1400" dirty="0" err="1"/>
              <a:t>self.root</a:t>
            </a:r>
            <a:r>
              <a:rPr lang="en-SG" sz="1400" dirty="0"/>
              <a:t>:</a:t>
            </a:r>
          </a:p>
          <a:p>
            <a:r>
              <a:rPr lang="en-SG" sz="1400" dirty="0"/>
              <a:t>            return</a:t>
            </a:r>
          </a:p>
          <a:p>
            <a:endParaRPr lang="en-SG" sz="1400" dirty="0"/>
          </a:p>
          <a:p>
            <a:r>
              <a:rPr lang="en-SG" sz="1400" dirty="0"/>
              <a:t>        queue = Queue()</a:t>
            </a:r>
          </a:p>
          <a:p>
            <a:r>
              <a:rPr lang="en-SG" sz="1400" dirty="0"/>
              <a:t>        </a:t>
            </a:r>
            <a:r>
              <a:rPr lang="en-SG" sz="1400" b="1" dirty="0" err="1">
                <a:solidFill>
                  <a:srgbClr val="0070C0"/>
                </a:solidFill>
              </a:rPr>
              <a:t>queue.enqueue</a:t>
            </a:r>
            <a:r>
              <a:rPr lang="en-SG" sz="1400" b="1" dirty="0">
                <a:solidFill>
                  <a:srgbClr val="0070C0"/>
                </a:solidFill>
              </a:rPr>
              <a:t>(</a:t>
            </a:r>
            <a:r>
              <a:rPr lang="en-SG" sz="1400" b="1" dirty="0" err="1">
                <a:solidFill>
                  <a:srgbClr val="0070C0"/>
                </a:solidFill>
              </a:rPr>
              <a:t>self.root</a:t>
            </a:r>
            <a:r>
              <a:rPr lang="en-SG" sz="1400" b="1" dirty="0">
                <a:solidFill>
                  <a:srgbClr val="0070C0"/>
                </a:solidFill>
              </a:rPr>
              <a:t>)</a:t>
            </a:r>
          </a:p>
          <a:p>
            <a:endParaRPr lang="en-SG" sz="1400" dirty="0"/>
          </a:p>
          <a:p>
            <a:r>
              <a:rPr lang="en-SG" sz="1400" dirty="0"/>
              <a:t>        while not </a:t>
            </a:r>
            <a:r>
              <a:rPr lang="en-SG" sz="1400" dirty="0" err="1"/>
              <a:t>queue.is_empty</a:t>
            </a:r>
            <a:r>
              <a:rPr lang="en-SG" sz="1400" dirty="0"/>
              <a:t>():</a:t>
            </a:r>
          </a:p>
          <a:p>
            <a:r>
              <a:rPr lang="en-SG" sz="1400" dirty="0"/>
              <a:t>            </a:t>
            </a:r>
            <a:r>
              <a:rPr lang="en-SG" sz="1400" dirty="0" err="1"/>
              <a:t>current_node</a:t>
            </a:r>
            <a:r>
              <a:rPr lang="en-SG" sz="1400" dirty="0"/>
              <a:t> = </a:t>
            </a:r>
            <a:r>
              <a:rPr lang="en-SG" sz="1400" b="1" dirty="0" err="1">
                <a:solidFill>
                  <a:srgbClr val="0070C0"/>
                </a:solidFill>
              </a:rPr>
              <a:t>queue.dequeue</a:t>
            </a:r>
            <a:r>
              <a:rPr lang="en-SG" sz="1400" b="1" dirty="0">
                <a:solidFill>
                  <a:srgbClr val="0070C0"/>
                </a:solidFill>
              </a:rPr>
              <a:t>()</a:t>
            </a:r>
          </a:p>
          <a:p>
            <a:r>
              <a:rPr lang="en-SG" sz="1400" dirty="0"/>
              <a:t>            print(</a:t>
            </a:r>
            <a:r>
              <a:rPr lang="en-SG" sz="1400" dirty="0" err="1"/>
              <a:t>current_node.data</a:t>
            </a:r>
            <a:r>
              <a:rPr lang="en-SG" sz="1400" dirty="0"/>
              <a:t>, end=" ")</a:t>
            </a:r>
          </a:p>
          <a:p>
            <a:endParaRPr lang="en-SG" sz="1400" dirty="0"/>
          </a:p>
          <a:p>
            <a:r>
              <a:rPr lang="en-SG" sz="1400" dirty="0"/>
              <a:t>            if </a:t>
            </a:r>
            <a:r>
              <a:rPr lang="en-SG" sz="1400" dirty="0" err="1"/>
              <a:t>current_node.left</a:t>
            </a:r>
            <a:r>
              <a:rPr lang="en-SG" sz="1400" dirty="0"/>
              <a:t>:</a:t>
            </a:r>
          </a:p>
          <a:p>
            <a:r>
              <a:rPr lang="en-SG" sz="1400" dirty="0"/>
              <a:t>                	</a:t>
            </a:r>
            <a:r>
              <a:rPr lang="en-SG" sz="1400" dirty="0" err="1"/>
              <a:t>queue.enqueue</a:t>
            </a:r>
            <a:r>
              <a:rPr lang="en-SG" sz="1400" dirty="0"/>
              <a:t>(</a:t>
            </a:r>
            <a:r>
              <a:rPr lang="en-SG" sz="1400" dirty="0" err="1"/>
              <a:t>current_node.left</a:t>
            </a:r>
            <a:r>
              <a:rPr lang="en-SG" sz="1400" dirty="0"/>
              <a:t>)</a:t>
            </a:r>
          </a:p>
          <a:p>
            <a:r>
              <a:rPr lang="en-SG" sz="1400" dirty="0"/>
              <a:t>            if </a:t>
            </a:r>
            <a:r>
              <a:rPr lang="en-SG" sz="1400" dirty="0" err="1"/>
              <a:t>current_node.right</a:t>
            </a:r>
            <a:r>
              <a:rPr lang="en-SG" sz="1400" dirty="0"/>
              <a:t>:</a:t>
            </a:r>
          </a:p>
          <a:p>
            <a:r>
              <a:rPr lang="en-SG" sz="1400" dirty="0"/>
              <a:t>                	</a:t>
            </a:r>
            <a:r>
              <a:rPr lang="en-SG" sz="1400" dirty="0" err="1"/>
              <a:t>queue.enqueue</a:t>
            </a:r>
            <a:r>
              <a:rPr lang="en-SG" sz="1400" dirty="0"/>
              <a:t>(</a:t>
            </a:r>
            <a:r>
              <a:rPr lang="en-SG" sz="1400" dirty="0" err="1"/>
              <a:t>current_node.right</a:t>
            </a:r>
            <a:r>
              <a:rPr lang="en-SG" sz="1400" dirty="0"/>
              <a:t>)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581B291-7A90-29A6-E35F-715AAC497A9B}"/>
              </a:ext>
            </a:extLst>
          </p:cNvPr>
          <p:cNvGrpSpPr/>
          <p:nvPr/>
        </p:nvGrpSpPr>
        <p:grpSpPr>
          <a:xfrm>
            <a:off x="7965233" y="611198"/>
            <a:ext cx="4226767" cy="2877692"/>
            <a:chOff x="7965233" y="417305"/>
            <a:chExt cx="4226767" cy="287769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3690560-BD56-F967-F918-ABC14B5BBB9E}"/>
                </a:ext>
              </a:extLst>
            </p:cNvPr>
            <p:cNvGrpSpPr/>
            <p:nvPr/>
          </p:nvGrpSpPr>
          <p:grpSpPr>
            <a:xfrm>
              <a:off x="7965233" y="417305"/>
              <a:ext cx="4226767" cy="2877692"/>
              <a:chOff x="7539134" y="882545"/>
              <a:chExt cx="4226767" cy="2877692"/>
            </a:xfrm>
          </p:grpSpPr>
          <p:sp>
            <p:nvSpPr>
              <p:cNvPr id="74" name="object 6">
                <a:extLst>
                  <a:ext uri="{FF2B5EF4-FFF2-40B4-BE49-F238E27FC236}">
                    <a16:creationId xmlns:a16="http://schemas.microsoft.com/office/drawing/2014/main" id="{C8887BD3-C718-E478-B5D3-1671CEDA5A68}"/>
                  </a:ext>
                </a:extLst>
              </p:cNvPr>
              <p:cNvSpPr/>
              <p:nvPr/>
            </p:nvSpPr>
            <p:spPr>
              <a:xfrm>
                <a:off x="9202858" y="1603252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70</a:t>
                </a:r>
                <a:endParaRPr sz="1400" dirty="0"/>
              </a:p>
            </p:txBody>
          </p:sp>
          <p:sp>
            <p:nvSpPr>
              <p:cNvPr id="75" name="object 7">
                <a:extLst>
                  <a:ext uri="{FF2B5EF4-FFF2-40B4-BE49-F238E27FC236}">
                    <a16:creationId xmlns:a16="http://schemas.microsoft.com/office/drawing/2014/main" id="{59FA8989-B61A-0371-B37E-F41BE39EE77B}"/>
                  </a:ext>
                </a:extLst>
              </p:cNvPr>
              <p:cNvSpPr/>
              <p:nvPr/>
            </p:nvSpPr>
            <p:spPr>
              <a:xfrm>
                <a:off x="9202858" y="1603252"/>
                <a:ext cx="337920" cy="266202"/>
              </a:xfrm>
              <a:prstGeom prst="ellipse">
                <a:avLst/>
              </a:prstGeom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endParaRPr sz="1400"/>
              </a:p>
            </p:txBody>
          </p:sp>
          <p:sp>
            <p:nvSpPr>
              <p:cNvPr id="76" name="object 8">
                <a:extLst>
                  <a:ext uri="{FF2B5EF4-FFF2-40B4-BE49-F238E27FC236}">
                    <a16:creationId xmlns:a16="http://schemas.microsoft.com/office/drawing/2014/main" id="{57804347-C9F8-94E5-DD59-CE63852CC0A8}"/>
                  </a:ext>
                </a:extLst>
              </p:cNvPr>
              <p:cNvSpPr/>
              <p:nvPr/>
            </p:nvSpPr>
            <p:spPr>
              <a:xfrm>
                <a:off x="8527144" y="2096411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/>
              <a:lstStyle/>
              <a:p>
                <a:endParaRPr sz="1400"/>
              </a:p>
            </p:txBody>
          </p:sp>
          <p:sp>
            <p:nvSpPr>
              <p:cNvPr id="77" name="object 9">
                <a:extLst>
                  <a:ext uri="{FF2B5EF4-FFF2-40B4-BE49-F238E27FC236}">
                    <a16:creationId xmlns:a16="http://schemas.microsoft.com/office/drawing/2014/main" id="{D0368D57-A6BD-86E7-C15C-3BB10C255D6D}"/>
                  </a:ext>
                </a:extLst>
              </p:cNvPr>
              <p:cNvSpPr/>
              <p:nvPr/>
            </p:nvSpPr>
            <p:spPr>
              <a:xfrm>
                <a:off x="8527144" y="2096410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31</a:t>
                </a:r>
                <a:endParaRPr sz="1400" dirty="0"/>
              </a:p>
            </p:txBody>
          </p:sp>
          <p:sp>
            <p:nvSpPr>
              <p:cNvPr id="78" name="object 10">
                <a:extLst>
                  <a:ext uri="{FF2B5EF4-FFF2-40B4-BE49-F238E27FC236}">
                    <a16:creationId xmlns:a16="http://schemas.microsoft.com/office/drawing/2014/main" id="{EC628797-7FA5-E67D-AD90-DD483C3D3AF4}"/>
                  </a:ext>
                </a:extLst>
              </p:cNvPr>
              <p:cNvSpPr/>
              <p:nvPr/>
            </p:nvSpPr>
            <p:spPr>
              <a:xfrm>
                <a:off x="8189289" y="2667271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/>
              <a:lstStyle/>
              <a:p>
                <a:endParaRPr sz="1400"/>
              </a:p>
            </p:txBody>
          </p:sp>
          <p:sp>
            <p:nvSpPr>
              <p:cNvPr id="79" name="object 11">
                <a:extLst>
                  <a:ext uri="{FF2B5EF4-FFF2-40B4-BE49-F238E27FC236}">
                    <a16:creationId xmlns:a16="http://schemas.microsoft.com/office/drawing/2014/main" id="{37D58B65-43D1-9FDD-8F96-D53FCD2E0315}"/>
                  </a:ext>
                </a:extLst>
              </p:cNvPr>
              <p:cNvSpPr/>
              <p:nvPr/>
            </p:nvSpPr>
            <p:spPr>
              <a:xfrm>
                <a:off x="8189289" y="2667271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14</a:t>
                </a:r>
                <a:endParaRPr sz="1400" dirty="0"/>
              </a:p>
            </p:txBody>
          </p:sp>
          <p:sp>
            <p:nvSpPr>
              <p:cNvPr id="80" name="object 14">
                <a:extLst>
                  <a:ext uri="{FF2B5EF4-FFF2-40B4-BE49-F238E27FC236}">
                    <a16:creationId xmlns:a16="http://schemas.microsoft.com/office/drawing/2014/main" id="{92DD37B4-DCD8-0A13-8116-01C6BA0BE7FB}"/>
                  </a:ext>
                </a:extLst>
              </p:cNvPr>
              <p:cNvSpPr/>
              <p:nvPr/>
            </p:nvSpPr>
            <p:spPr>
              <a:xfrm>
                <a:off x="9878570" y="2096411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/>
              <a:lstStyle/>
              <a:p>
                <a:endParaRPr sz="1400"/>
              </a:p>
            </p:txBody>
          </p:sp>
          <p:sp>
            <p:nvSpPr>
              <p:cNvPr id="81" name="object 15">
                <a:extLst>
                  <a:ext uri="{FF2B5EF4-FFF2-40B4-BE49-F238E27FC236}">
                    <a16:creationId xmlns:a16="http://schemas.microsoft.com/office/drawing/2014/main" id="{57563C48-94EA-4C40-FAB6-78CA51DC05D3}"/>
                  </a:ext>
                </a:extLst>
              </p:cNvPr>
              <p:cNvSpPr/>
              <p:nvPr/>
            </p:nvSpPr>
            <p:spPr>
              <a:xfrm>
                <a:off x="9878570" y="2096410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93</a:t>
                </a:r>
                <a:endParaRPr sz="1400" dirty="0"/>
              </a:p>
            </p:txBody>
          </p:sp>
          <p:sp>
            <p:nvSpPr>
              <p:cNvPr id="82" name="object 16">
                <a:extLst>
                  <a:ext uri="{FF2B5EF4-FFF2-40B4-BE49-F238E27FC236}">
                    <a16:creationId xmlns:a16="http://schemas.microsoft.com/office/drawing/2014/main" id="{420F1585-FD14-E3BD-73FC-2358684BF20F}"/>
                  </a:ext>
                </a:extLst>
              </p:cNvPr>
              <p:cNvSpPr/>
              <p:nvPr/>
            </p:nvSpPr>
            <p:spPr>
              <a:xfrm>
                <a:off x="9540715" y="2671588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/>
              <a:lstStyle/>
              <a:p>
                <a:endParaRPr sz="1400"/>
              </a:p>
            </p:txBody>
          </p:sp>
          <p:sp>
            <p:nvSpPr>
              <p:cNvPr id="83" name="object 17">
                <a:extLst>
                  <a:ext uri="{FF2B5EF4-FFF2-40B4-BE49-F238E27FC236}">
                    <a16:creationId xmlns:a16="http://schemas.microsoft.com/office/drawing/2014/main" id="{5997E580-12C0-955A-1CF1-D00B866816CC}"/>
                  </a:ext>
                </a:extLst>
              </p:cNvPr>
              <p:cNvSpPr/>
              <p:nvPr/>
            </p:nvSpPr>
            <p:spPr>
              <a:xfrm>
                <a:off x="9540715" y="2671588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73</a:t>
                </a:r>
                <a:endParaRPr sz="1400" dirty="0"/>
              </a:p>
            </p:txBody>
          </p:sp>
          <p:sp>
            <p:nvSpPr>
              <p:cNvPr id="84" name="object 18">
                <a:extLst>
                  <a:ext uri="{FF2B5EF4-FFF2-40B4-BE49-F238E27FC236}">
                    <a16:creationId xmlns:a16="http://schemas.microsoft.com/office/drawing/2014/main" id="{AFC14160-AA62-8FDF-C7AF-AB9BB36708FE}"/>
                  </a:ext>
                </a:extLst>
              </p:cNvPr>
              <p:cNvSpPr/>
              <p:nvPr/>
            </p:nvSpPr>
            <p:spPr>
              <a:xfrm>
                <a:off x="10216428" y="2671588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/>
              <a:lstStyle/>
              <a:p>
                <a:endParaRPr sz="1400"/>
              </a:p>
            </p:txBody>
          </p:sp>
          <p:sp>
            <p:nvSpPr>
              <p:cNvPr id="85" name="object 19">
                <a:extLst>
                  <a:ext uri="{FF2B5EF4-FFF2-40B4-BE49-F238E27FC236}">
                    <a16:creationId xmlns:a16="http://schemas.microsoft.com/office/drawing/2014/main" id="{948AB441-D3C8-A34D-8119-5247B1AE63F1}"/>
                  </a:ext>
                </a:extLst>
              </p:cNvPr>
              <p:cNvSpPr/>
              <p:nvPr/>
            </p:nvSpPr>
            <p:spPr>
              <a:xfrm>
                <a:off x="10216427" y="2671588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94</a:t>
                </a:r>
                <a:endParaRPr sz="1400" dirty="0"/>
              </a:p>
            </p:txBody>
          </p:sp>
          <p:sp>
            <p:nvSpPr>
              <p:cNvPr id="86" name="object 38">
                <a:extLst>
                  <a:ext uri="{FF2B5EF4-FFF2-40B4-BE49-F238E27FC236}">
                    <a16:creationId xmlns:a16="http://schemas.microsoft.com/office/drawing/2014/main" id="{F1202254-59D8-E8EF-F0A1-0F6502078498}"/>
                  </a:ext>
                </a:extLst>
              </p:cNvPr>
              <p:cNvSpPr/>
              <p:nvPr/>
            </p:nvSpPr>
            <p:spPr>
              <a:xfrm>
                <a:off x="8449305" y="3278475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/>
              <a:lstStyle/>
              <a:p>
                <a:endParaRPr sz="1400"/>
              </a:p>
            </p:txBody>
          </p:sp>
          <p:sp>
            <p:nvSpPr>
              <p:cNvPr id="87" name="object 39">
                <a:extLst>
                  <a:ext uri="{FF2B5EF4-FFF2-40B4-BE49-F238E27FC236}">
                    <a16:creationId xmlns:a16="http://schemas.microsoft.com/office/drawing/2014/main" id="{0B6412E2-93D3-5E7A-2D8B-1A3A30BE0280}"/>
                  </a:ext>
                </a:extLst>
              </p:cNvPr>
              <p:cNvSpPr/>
              <p:nvPr/>
            </p:nvSpPr>
            <p:spPr>
              <a:xfrm>
                <a:off x="8449305" y="3278475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23</a:t>
                </a:r>
                <a:endParaRPr sz="1400" dirty="0"/>
              </a:p>
            </p:txBody>
          </p:sp>
          <p:cxnSp>
            <p:nvCxnSpPr>
              <p:cNvPr id="88" name="直接箭头连接符 32">
                <a:extLst>
                  <a:ext uri="{FF2B5EF4-FFF2-40B4-BE49-F238E27FC236}">
                    <a16:creationId xmlns:a16="http://schemas.microsoft.com/office/drawing/2014/main" id="{E43C8D49-A88B-D8BC-1AA6-306716CCF22F}"/>
                  </a:ext>
                </a:extLst>
              </p:cNvPr>
              <p:cNvCxnSpPr>
                <a:stCxn id="75" idx="5"/>
                <a:endCxn id="81" idx="1"/>
              </p:cNvCxnSpPr>
              <p:nvPr/>
            </p:nvCxnSpPr>
            <p:spPr>
              <a:xfrm>
                <a:off x="9491291" y="1830470"/>
                <a:ext cx="436767" cy="30492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箭头连接符 33">
                <a:extLst>
                  <a:ext uri="{FF2B5EF4-FFF2-40B4-BE49-F238E27FC236}">
                    <a16:creationId xmlns:a16="http://schemas.microsoft.com/office/drawing/2014/main" id="{C8884D38-F0C5-D4A3-AB5F-E20A89DF1EC1}"/>
                  </a:ext>
                </a:extLst>
              </p:cNvPr>
              <p:cNvCxnSpPr>
                <a:stCxn id="75" idx="3"/>
                <a:endCxn id="76" idx="7"/>
              </p:cNvCxnSpPr>
              <p:nvPr/>
            </p:nvCxnSpPr>
            <p:spPr>
              <a:xfrm flipH="1">
                <a:off x="8815577" y="1830470"/>
                <a:ext cx="436769" cy="30492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箭头连接符 34">
                <a:extLst>
                  <a:ext uri="{FF2B5EF4-FFF2-40B4-BE49-F238E27FC236}">
                    <a16:creationId xmlns:a16="http://schemas.microsoft.com/office/drawing/2014/main" id="{C15529A4-B816-8860-4E94-046081809700}"/>
                  </a:ext>
                </a:extLst>
              </p:cNvPr>
              <p:cNvCxnSpPr>
                <a:stCxn id="76" idx="3"/>
                <a:endCxn id="79" idx="0"/>
              </p:cNvCxnSpPr>
              <p:nvPr/>
            </p:nvCxnSpPr>
            <p:spPr>
              <a:xfrm flipH="1">
                <a:off x="8358249" y="2323629"/>
                <a:ext cx="218383" cy="3436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箭头连接符 35">
                <a:extLst>
                  <a:ext uri="{FF2B5EF4-FFF2-40B4-BE49-F238E27FC236}">
                    <a16:creationId xmlns:a16="http://schemas.microsoft.com/office/drawing/2014/main" id="{FD102BB7-E261-D744-079C-6F8F19E16F79}"/>
                  </a:ext>
                </a:extLst>
              </p:cNvPr>
              <p:cNvCxnSpPr>
                <a:stCxn id="81" idx="3"/>
                <a:endCxn id="82" idx="0"/>
              </p:cNvCxnSpPr>
              <p:nvPr/>
            </p:nvCxnSpPr>
            <p:spPr>
              <a:xfrm flipH="1">
                <a:off x="9709675" y="2323628"/>
                <a:ext cx="218383" cy="347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37">
                <a:extLst>
                  <a:ext uri="{FF2B5EF4-FFF2-40B4-BE49-F238E27FC236}">
                    <a16:creationId xmlns:a16="http://schemas.microsoft.com/office/drawing/2014/main" id="{D86D851D-97C9-0CCE-57FF-458C359CEB65}"/>
                  </a:ext>
                </a:extLst>
              </p:cNvPr>
              <p:cNvCxnSpPr>
                <a:stCxn id="81" idx="5"/>
                <a:endCxn id="84" idx="0"/>
              </p:cNvCxnSpPr>
              <p:nvPr/>
            </p:nvCxnSpPr>
            <p:spPr>
              <a:xfrm>
                <a:off x="10167003" y="2323628"/>
                <a:ext cx="218385" cy="347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接箭头连接符 38">
                <a:extLst>
                  <a:ext uri="{FF2B5EF4-FFF2-40B4-BE49-F238E27FC236}">
                    <a16:creationId xmlns:a16="http://schemas.microsoft.com/office/drawing/2014/main" id="{90CC5D63-0C30-8CBB-F5A8-A5B82B68CD4D}"/>
                  </a:ext>
                </a:extLst>
              </p:cNvPr>
              <p:cNvCxnSpPr>
                <a:endCxn id="86" idx="0"/>
              </p:cNvCxnSpPr>
              <p:nvPr/>
            </p:nvCxnSpPr>
            <p:spPr>
              <a:xfrm>
                <a:off x="8449337" y="2933474"/>
                <a:ext cx="168928" cy="34500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bject 17">
                <a:extLst>
                  <a:ext uri="{FF2B5EF4-FFF2-40B4-BE49-F238E27FC236}">
                    <a16:creationId xmlns:a16="http://schemas.microsoft.com/office/drawing/2014/main" id="{0E34F59F-AF43-D4BE-3024-B13A55B69DC4}"/>
                  </a:ext>
                </a:extLst>
              </p:cNvPr>
              <p:cNvSpPr/>
              <p:nvPr/>
            </p:nvSpPr>
            <p:spPr>
              <a:xfrm>
                <a:off x="7833147" y="3278475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 7</a:t>
                </a:r>
                <a:endParaRPr sz="1400" dirty="0"/>
              </a:p>
            </p:txBody>
          </p:sp>
          <p:cxnSp>
            <p:nvCxnSpPr>
              <p:cNvPr id="95" name="直接箭头连接符 35">
                <a:extLst>
                  <a:ext uri="{FF2B5EF4-FFF2-40B4-BE49-F238E27FC236}">
                    <a16:creationId xmlns:a16="http://schemas.microsoft.com/office/drawing/2014/main" id="{ECFF2D43-08D2-9772-FAE0-B679F0C0B664}"/>
                  </a:ext>
                </a:extLst>
              </p:cNvPr>
              <p:cNvCxnSpPr/>
              <p:nvPr/>
            </p:nvCxnSpPr>
            <p:spPr>
              <a:xfrm flipH="1">
                <a:off x="8002107" y="2930515"/>
                <a:ext cx="218383" cy="347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bject 17">
                <a:extLst>
                  <a:ext uri="{FF2B5EF4-FFF2-40B4-BE49-F238E27FC236}">
                    <a16:creationId xmlns:a16="http://schemas.microsoft.com/office/drawing/2014/main" id="{E31D78E9-68F3-0F82-6D0F-056676F1D919}"/>
                  </a:ext>
                </a:extLst>
              </p:cNvPr>
              <p:cNvSpPr/>
              <p:nvPr/>
            </p:nvSpPr>
            <p:spPr>
              <a:xfrm>
                <a:off x="9114483" y="3278475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67</a:t>
                </a:r>
                <a:endParaRPr sz="1400" dirty="0"/>
              </a:p>
            </p:txBody>
          </p:sp>
          <p:cxnSp>
            <p:nvCxnSpPr>
              <p:cNvPr id="97" name="直接箭头连接符 35">
                <a:extLst>
                  <a:ext uri="{FF2B5EF4-FFF2-40B4-BE49-F238E27FC236}">
                    <a16:creationId xmlns:a16="http://schemas.microsoft.com/office/drawing/2014/main" id="{FB776411-0034-B11B-C422-E49F702C807A}"/>
                  </a:ext>
                </a:extLst>
              </p:cNvPr>
              <p:cNvCxnSpPr/>
              <p:nvPr/>
            </p:nvCxnSpPr>
            <p:spPr>
              <a:xfrm flipH="1">
                <a:off x="9326475" y="2930515"/>
                <a:ext cx="218383" cy="34796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object 39">
                <a:extLst>
                  <a:ext uri="{FF2B5EF4-FFF2-40B4-BE49-F238E27FC236}">
                    <a16:creationId xmlns:a16="http://schemas.microsoft.com/office/drawing/2014/main" id="{5FEE7091-536F-E6AE-FCF9-49A41C71C5FA}"/>
                  </a:ext>
                </a:extLst>
              </p:cNvPr>
              <p:cNvSpPr/>
              <p:nvPr/>
            </p:nvSpPr>
            <p:spPr>
              <a:xfrm>
                <a:off x="10533267" y="3246765"/>
                <a:ext cx="337920" cy="266202"/>
              </a:xfrm>
              <a:prstGeom prst="ellipse">
                <a:avLst/>
              </a:prstGeom>
              <a:solidFill>
                <a:schemeClr val="bg1"/>
              </a:solidFill>
              <a:ln w="25399">
                <a:solidFill>
                  <a:srgbClr val="839950"/>
                </a:solidFill>
              </a:ln>
            </p:spPr>
            <p:txBody>
              <a:bodyPr wrap="square" lIns="0" tIns="0" rIns="0" bIns="0" rtlCol="0"/>
              <a:lstStyle/>
              <a:p>
                <a:r>
                  <a:rPr lang="en-US" sz="1400" dirty="0"/>
                  <a:t>99</a:t>
                </a:r>
                <a:endParaRPr sz="1400" dirty="0"/>
              </a:p>
            </p:txBody>
          </p:sp>
          <p:cxnSp>
            <p:nvCxnSpPr>
              <p:cNvPr id="99" name="直接箭头连接符 38">
                <a:extLst>
                  <a:ext uri="{FF2B5EF4-FFF2-40B4-BE49-F238E27FC236}">
                    <a16:creationId xmlns:a16="http://schemas.microsoft.com/office/drawing/2014/main" id="{3721CACE-D410-CEF8-F129-ED64BCAB18B9}"/>
                  </a:ext>
                </a:extLst>
              </p:cNvPr>
              <p:cNvCxnSpPr/>
              <p:nvPr/>
            </p:nvCxnSpPr>
            <p:spPr>
              <a:xfrm>
                <a:off x="10533299" y="2901764"/>
                <a:ext cx="168928" cy="34500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F4A2E0D-5D13-BF34-9D0B-7D21BDD2DE3E}"/>
                  </a:ext>
                </a:extLst>
              </p:cNvPr>
              <p:cNvCxnSpPr/>
              <p:nvPr/>
            </p:nvCxnSpPr>
            <p:spPr>
              <a:xfrm>
                <a:off x="7959027" y="1955758"/>
                <a:ext cx="2743200" cy="0"/>
              </a:xfrm>
              <a:prstGeom prst="line">
                <a:avLst/>
              </a:prstGeom>
              <a:ln w="28575">
                <a:solidFill>
                  <a:srgbClr val="F79646"/>
                </a:solidFill>
              </a:ln>
              <a:effectLst>
                <a:outerShdw blurRad="40005" dist="20320" dir="5400000" algn="ctr" rotWithShape="0">
                  <a:schemeClr val="tx1">
                    <a:alpha val="38000"/>
                  </a:schemeClr>
                </a:outerShdw>
              </a:effectLst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25B327D7-EA5C-570A-3E70-E697E60B4090}"/>
                  </a:ext>
                </a:extLst>
              </p:cNvPr>
              <p:cNvCxnSpPr/>
              <p:nvPr/>
            </p:nvCxnSpPr>
            <p:spPr>
              <a:xfrm>
                <a:off x="7959027" y="2502971"/>
                <a:ext cx="2743200" cy="0"/>
              </a:xfrm>
              <a:prstGeom prst="line">
                <a:avLst/>
              </a:prstGeom>
              <a:ln w="28575">
                <a:solidFill>
                  <a:srgbClr val="F79646"/>
                </a:solidFill>
              </a:ln>
              <a:effectLst>
                <a:outerShdw blurRad="40005" dist="20320" dir="5400000" algn="ctr" rotWithShape="0">
                  <a:schemeClr val="tx1">
                    <a:alpha val="38000"/>
                  </a:schemeClr>
                </a:outerShdw>
              </a:effectLst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E28C9D8-09F7-17EE-76F8-C649F30EB28D}"/>
                  </a:ext>
                </a:extLst>
              </p:cNvPr>
              <p:cNvCxnSpPr/>
              <p:nvPr/>
            </p:nvCxnSpPr>
            <p:spPr>
              <a:xfrm>
                <a:off x="7991848" y="3048824"/>
                <a:ext cx="2743200" cy="0"/>
              </a:xfrm>
              <a:prstGeom prst="line">
                <a:avLst/>
              </a:prstGeom>
              <a:ln w="28575">
                <a:solidFill>
                  <a:srgbClr val="F79646"/>
                </a:solidFill>
              </a:ln>
              <a:effectLst>
                <a:outerShdw blurRad="40005" dist="20320" dir="5400000" algn="ctr" rotWithShape="0">
                  <a:schemeClr val="tx1">
                    <a:alpha val="38000"/>
                  </a:schemeClr>
                </a:outerShdw>
              </a:effectLst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C8E3FC06-1A56-C7F8-2EA3-576D638C4C3B}"/>
                  </a:ext>
                </a:extLst>
              </p:cNvPr>
              <p:cNvCxnSpPr/>
              <p:nvPr/>
            </p:nvCxnSpPr>
            <p:spPr>
              <a:xfrm>
                <a:off x="7991848" y="3631999"/>
                <a:ext cx="2743200" cy="0"/>
              </a:xfrm>
              <a:prstGeom prst="line">
                <a:avLst/>
              </a:prstGeom>
              <a:ln w="28575">
                <a:solidFill>
                  <a:srgbClr val="F79646"/>
                </a:solidFill>
              </a:ln>
              <a:effectLst>
                <a:outerShdw blurRad="40005" dist="20320" dir="5400000" algn="ctr" rotWithShape="0">
                  <a:schemeClr val="tx1">
                    <a:alpha val="38000"/>
                  </a:schemeClr>
                </a:outerShdw>
              </a:effectLst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403F3020-7AF0-7D74-7001-3BF4F06E73F2}"/>
                  </a:ext>
                </a:extLst>
              </p:cNvPr>
              <p:cNvCxnSpPr/>
              <p:nvPr/>
            </p:nvCxnSpPr>
            <p:spPr>
              <a:xfrm>
                <a:off x="7991848" y="1491357"/>
                <a:ext cx="2743200" cy="0"/>
              </a:xfrm>
              <a:prstGeom prst="line">
                <a:avLst/>
              </a:prstGeom>
              <a:ln w="28575">
                <a:solidFill>
                  <a:srgbClr val="F79646"/>
                </a:solidFill>
              </a:ln>
              <a:effectLst>
                <a:outerShdw blurRad="40005" dist="20320" dir="5400000" algn="ctr" rotWithShape="0">
                  <a:schemeClr val="tx1">
                    <a:alpha val="38000"/>
                  </a:schemeClr>
                </a:outerShdw>
              </a:effectLst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05" name="Content Placeholder 2">
                <a:extLst>
                  <a:ext uri="{FF2B5EF4-FFF2-40B4-BE49-F238E27FC236}">
                    <a16:creationId xmlns:a16="http://schemas.microsoft.com/office/drawing/2014/main" id="{E28F1016-7DD7-B8C8-DEF9-257FBFB32C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39134" y="882545"/>
                <a:ext cx="4226767" cy="2877692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endParaRPr lang="en-US" dirty="0"/>
              </a:p>
              <a:p>
                <a:pPr marL="0" indent="0" algn="r">
                  <a:buFont typeface="Arial" panose="020B0604020202020204" pitchFamily="34" charset="0"/>
                  <a:buNone/>
                </a:pPr>
                <a:endParaRPr lang="en-US" sz="3400" dirty="0"/>
              </a:p>
              <a:p>
                <a:pPr marL="0" indent="0" algn="r">
                  <a:buFont typeface="Arial" panose="020B0604020202020204" pitchFamily="34" charset="0"/>
                  <a:buNone/>
                </a:pPr>
                <a:r>
                  <a:rPr lang="en-US" sz="2000" dirty="0"/>
                  <a:t>Level 1</a:t>
                </a:r>
              </a:p>
              <a:p>
                <a:pPr marL="0" indent="0" algn="r">
                  <a:buFont typeface="Arial" panose="020B0604020202020204" pitchFamily="34" charset="0"/>
                  <a:buNone/>
                </a:pPr>
                <a:endParaRPr lang="en-US" sz="100" dirty="0"/>
              </a:p>
              <a:p>
                <a:pPr marL="0" indent="0" algn="r">
                  <a:buFont typeface="Arial" panose="020B0604020202020204" pitchFamily="34" charset="0"/>
                  <a:buNone/>
                </a:pPr>
                <a:r>
                  <a:rPr lang="en-US" sz="2000" dirty="0"/>
                  <a:t>Level 2</a:t>
                </a:r>
              </a:p>
              <a:p>
                <a:pPr marL="0" indent="0" algn="r">
                  <a:buFont typeface="Arial" panose="020B0604020202020204" pitchFamily="34" charset="0"/>
                  <a:buNone/>
                </a:pPr>
                <a:endParaRPr lang="en-US" sz="400" dirty="0"/>
              </a:p>
              <a:p>
                <a:pPr marL="0" indent="0" algn="r">
                  <a:buFont typeface="Arial" panose="020B0604020202020204" pitchFamily="34" charset="0"/>
                  <a:buNone/>
                </a:pPr>
                <a:r>
                  <a:rPr lang="en-US" sz="2000" dirty="0"/>
                  <a:t>Level 3</a:t>
                </a:r>
              </a:p>
              <a:p>
                <a:pPr marL="0" indent="0" algn="r">
                  <a:buFont typeface="Arial" panose="020B0604020202020204" pitchFamily="34" charset="0"/>
                  <a:buNone/>
                </a:pPr>
                <a:endParaRPr lang="en-US" sz="800" dirty="0"/>
              </a:p>
              <a:p>
                <a:pPr marL="0" indent="0" algn="r">
                  <a:buFont typeface="Arial" panose="020B0604020202020204" pitchFamily="34" charset="0"/>
                  <a:buNone/>
                </a:pPr>
                <a:r>
                  <a:rPr lang="en-US" sz="2000" dirty="0"/>
                  <a:t>Level 4</a:t>
                </a:r>
              </a:p>
              <a:p>
                <a:pPr marL="0" indent="0" algn="r">
                  <a:buFont typeface="Arial" panose="020B0604020202020204" pitchFamily="34" charset="0"/>
                  <a:buNone/>
                </a:pPr>
                <a:endParaRPr lang="en-US" sz="1000" dirty="0"/>
              </a:p>
            </p:txBody>
          </p:sp>
        </p:grpSp>
        <p:sp>
          <p:nvSpPr>
            <p:cNvPr id="72" name="Down Arrow 81">
              <a:extLst>
                <a:ext uri="{FF2B5EF4-FFF2-40B4-BE49-F238E27FC236}">
                  <a16:creationId xmlns:a16="http://schemas.microsoft.com/office/drawing/2014/main" id="{8AFC3B63-CA45-19EA-0C90-7F5E9787D3EF}"/>
                </a:ext>
              </a:extLst>
            </p:cNvPr>
            <p:cNvSpPr/>
            <p:nvPr/>
          </p:nvSpPr>
          <p:spPr>
            <a:xfrm>
              <a:off x="9640354" y="579379"/>
              <a:ext cx="281786" cy="3984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4455CE-028C-5DA5-4EB2-8DF4F532DCF6}"/>
                </a:ext>
              </a:extLst>
            </p:cNvPr>
            <p:cNvSpPr txBox="1"/>
            <p:nvPr/>
          </p:nvSpPr>
          <p:spPr>
            <a:xfrm>
              <a:off x="9917390" y="473436"/>
              <a:ext cx="55015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root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1727982"/>
      </p:ext>
    </p:extLst>
  </p:cSld>
  <p:clrMapOvr>
    <a:masterClrMapping/>
  </p:clrMapOvr>
  <p:transition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2087-62B0-3FBB-642B-A0CD321D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278AEF06-AC2D-D4D4-2BC5-5250F6B8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SG" dirty="0"/>
              <a:t>Count Nodes in a Binary Tree (SIZE)</a:t>
            </a:r>
            <a:endParaRPr lang="en-US" altLang="en-US" dirty="0"/>
          </a:p>
        </p:txBody>
      </p:sp>
      <p:sp useBgFill="1">
        <p:nvSpPr>
          <p:cNvPr id="4" name="Content Placeholder 1">
            <a:extLst>
              <a:ext uri="{FF2B5EF4-FFF2-40B4-BE49-F238E27FC236}">
                <a16:creationId xmlns:a16="http://schemas.microsoft.com/office/drawing/2014/main" id="{9960EAA0-899D-8F05-86FF-924CC9029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0480"/>
            <a:ext cx="11047670" cy="566394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SG" sz="2400" dirty="0"/>
              <a:t>Recursive deﬁnition:</a:t>
            </a:r>
          </a:p>
          <a:p>
            <a:pPr lvl="1">
              <a:lnSpc>
                <a:spcPct val="150000"/>
              </a:lnSpc>
              <a:buFont typeface="Verdana" panose="020B0604030504040204" pitchFamily="34" charset="0"/>
              <a:buChar char="-"/>
            </a:pPr>
            <a:r>
              <a:rPr lang="en-SG" dirty="0"/>
              <a:t>Number of nodes in a tree </a:t>
            </a:r>
            <a:br>
              <a:rPr lang="en-SG" dirty="0"/>
            </a:br>
            <a:r>
              <a:rPr lang="en-SG" dirty="0"/>
              <a:t>= 1  </a:t>
            </a:r>
            <a:br>
              <a:rPr lang="en-SG" dirty="0"/>
            </a:br>
            <a:r>
              <a:rPr lang="en-SG" dirty="0"/>
              <a:t>   + number of nodes in left subtree </a:t>
            </a:r>
            <a:br>
              <a:rPr lang="en-SG" dirty="0"/>
            </a:br>
            <a:r>
              <a:rPr lang="en-SG" dirty="0"/>
              <a:t>   + number of nodes in right subtree</a:t>
            </a:r>
          </a:p>
          <a:p>
            <a:pPr algn="just">
              <a:lnSpc>
                <a:spcPct val="150000"/>
              </a:lnSpc>
            </a:pPr>
            <a:r>
              <a:rPr lang="en-SG" sz="2400" dirty="0"/>
              <a:t>Each node returns the number of nodes in its subtree</a:t>
            </a:r>
          </a:p>
          <a:p>
            <a:endParaRPr lang="en-SG" dirty="0"/>
          </a:p>
        </p:txBody>
      </p:sp>
      <p:sp>
        <p:nvSpPr>
          <p:cNvPr id="5" name="object 49">
            <a:extLst>
              <a:ext uri="{FF2B5EF4-FFF2-40B4-BE49-F238E27FC236}">
                <a16:creationId xmlns:a16="http://schemas.microsoft.com/office/drawing/2014/main" id="{E5151B3A-0078-16C0-A7A7-FFF5629FEEF8}"/>
              </a:ext>
            </a:extLst>
          </p:cNvPr>
          <p:cNvSpPr/>
          <p:nvPr/>
        </p:nvSpPr>
        <p:spPr>
          <a:xfrm>
            <a:off x="8706026" y="1295400"/>
            <a:ext cx="809180" cy="508000"/>
          </a:xfrm>
          <a:custGeom>
            <a:avLst/>
            <a:gdLst/>
            <a:ahLst/>
            <a:cxnLst/>
            <a:rect l="l" t="t" r="r" b="b"/>
            <a:pathLst>
              <a:path w="797559" h="508000">
                <a:moveTo>
                  <a:pt x="0" y="253948"/>
                </a:moveTo>
                <a:lnTo>
                  <a:pt x="5218" y="212757"/>
                </a:lnTo>
                <a:lnTo>
                  <a:pt x="20326" y="173681"/>
                </a:lnTo>
                <a:lnTo>
                  <a:pt x="44502" y="137244"/>
                </a:lnTo>
                <a:lnTo>
                  <a:pt x="76927" y="103970"/>
                </a:lnTo>
                <a:lnTo>
                  <a:pt x="116778" y="74379"/>
                </a:lnTo>
                <a:lnTo>
                  <a:pt x="163235" y="48997"/>
                </a:lnTo>
                <a:lnTo>
                  <a:pt x="215477" y="28345"/>
                </a:lnTo>
                <a:lnTo>
                  <a:pt x="272683" y="12946"/>
                </a:lnTo>
                <a:lnTo>
                  <a:pt x="334033" y="3323"/>
                </a:lnTo>
                <a:lnTo>
                  <a:pt x="398705" y="0"/>
                </a:lnTo>
                <a:lnTo>
                  <a:pt x="431405" y="841"/>
                </a:lnTo>
                <a:lnTo>
                  <a:pt x="494519" y="7380"/>
                </a:lnTo>
                <a:lnTo>
                  <a:pt x="553900" y="19956"/>
                </a:lnTo>
                <a:lnTo>
                  <a:pt x="608727" y="38047"/>
                </a:lnTo>
                <a:lnTo>
                  <a:pt x="658179" y="61130"/>
                </a:lnTo>
                <a:lnTo>
                  <a:pt x="701436" y="88681"/>
                </a:lnTo>
                <a:lnTo>
                  <a:pt x="737676" y="120179"/>
                </a:lnTo>
                <a:lnTo>
                  <a:pt x="766079" y="155100"/>
                </a:lnTo>
                <a:lnTo>
                  <a:pt x="785824" y="192922"/>
                </a:lnTo>
                <a:lnTo>
                  <a:pt x="796090" y="233121"/>
                </a:lnTo>
                <a:lnTo>
                  <a:pt x="797412" y="253948"/>
                </a:lnTo>
                <a:lnTo>
                  <a:pt x="796090" y="274776"/>
                </a:lnTo>
                <a:lnTo>
                  <a:pt x="785824" y="314975"/>
                </a:lnTo>
                <a:lnTo>
                  <a:pt x="766079" y="352797"/>
                </a:lnTo>
                <a:lnTo>
                  <a:pt x="737676" y="387718"/>
                </a:lnTo>
                <a:lnTo>
                  <a:pt x="701436" y="419216"/>
                </a:lnTo>
                <a:lnTo>
                  <a:pt x="658179" y="446767"/>
                </a:lnTo>
                <a:lnTo>
                  <a:pt x="608727" y="469850"/>
                </a:lnTo>
                <a:lnTo>
                  <a:pt x="553900" y="487941"/>
                </a:lnTo>
                <a:lnTo>
                  <a:pt x="494519" y="500517"/>
                </a:lnTo>
                <a:lnTo>
                  <a:pt x="431405" y="507056"/>
                </a:lnTo>
                <a:lnTo>
                  <a:pt x="398705" y="507898"/>
                </a:lnTo>
                <a:lnTo>
                  <a:pt x="366005" y="507056"/>
                </a:lnTo>
                <a:lnTo>
                  <a:pt x="302892" y="500517"/>
                </a:lnTo>
                <a:lnTo>
                  <a:pt x="243511" y="487941"/>
                </a:lnTo>
                <a:lnTo>
                  <a:pt x="188684" y="469850"/>
                </a:lnTo>
                <a:lnTo>
                  <a:pt x="139232" y="446767"/>
                </a:lnTo>
                <a:lnTo>
                  <a:pt x="95975" y="419216"/>
                </a:lnTo>
                <a:lnTo>
                  <a:pt x="59735" y="387718"/>
                </a:lnTo>
                <a:lnTo>
                  <a:pt x="31332" y="352797"/>
                </a:lnTo>
                <a:lnTo>
                  <a:pt x="11587" y="314975"/>
                </a:lnTo>
                <a:lnTo>
                  <a:pt x="1321" y="274776"/>
                </a:lnTo>
                <a:lnTo>
                  <a:pt x="0" y="253948"/>
                </a:lnTo>
                <a:close/>
              </a:path>
            </a:pathLst>
          </a:custGeom>
          <a:ln w="76199">
            <a:solidFill>
              <a:srgbClr val="FAA757"/>
            </a:solidFill>
          </a:ln>
        </p:spPr>
        <p:txBody>
          <a:bodyPr wrap="square" lIns="0" tIns="0" rIns="0" bIns="0" rtlCol="0"/>
          <a:lstStyle/>
          <a:p>
            <a:endParaRPr sz="1600" b="1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D055BF5-1171-A1F9-DE00-8D22194B5441}"/>
              </a:ext>
            </a:extLst>
          </p:cNvPr>
          <p:cNvSpPr/>
          <p:nvPr/>
        </p:nvSpPr>
        <p:spPr>
          <a:xfrm>
            <a:off x="8905415" y="1375137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r>
              <a:rPr lang="en-US" sz="1600" b="1" dirty="0"/>
              <a:t> E</a:t>
            </a:r>
            <a:endParaRPr sz="1600" b="1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C1F4359-D0BF-3567-DDC5-E57E02BA34D6}"/>
              </a:ext>
            </a:extLst>
          </p:cNvPr>
          <p:cNvSpPr/>
          <p:nvPr/>
        </p:nvSpPr>
        <p:spPr>
          <a:xfrm>
            <a:off x="8905415" y="1375137"/>
            <a:ext cx="40459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9</a:t>
            </a:r>
            <a:endParaRPr sz="1600" b="1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D4DEDEC-8C2F-8977-E921-118255340582}"/>
              </a:ext>
            </a:extLst>
          </p:cNvPr>
          <p:cNvSpPr/>
          <p:nvPr/>
        </p:nvSpPr>
        <p:spPr>
          <a:xfrm>
            <a:off x="8108003" y="1925685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600" b="1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8F8233EA-FC76-8856-40B4-01C9FB4B3A52}"/>
              </a:ext>
            </a:extLst>
          </p:cNvPr>
          <p:cNvSpPr/>
          <p:nvPr/>
        </p:nvSpPr>
        <p:spPr>
          <a:xfrm>
            <a:off x="7709299" y="2562976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600" b="1"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F7E2C30C-793D-51E1-9C79-F2E05793F6CD}"/>
              </a:ext>
            </a:extLst>
          </p:cNvPr>
          <p:cNvSpPr/>
          <p:nvPr/>
        </p:nvSpPr>
        <p:spPr>
          <a:xfrm>
            <a:off x="8506710" y="2562976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600" b="1"/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9EB36507-B421-FE93-27A2-AAE1C03CA2FE}"/>
              </a:ext>
            </a:extLst>
          </p:cNvPr>
          <p:cNvSpPr/>
          <p:nvPr/>
        </p:nvSpPr>
        <p:spPr>
          <a:xfrm>
            <a:off x="9702825" y="1925685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600" b="1"/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394AFD5C-4A49-9379-D68C-89E188FC3C64}"/>
              </a:ext>
            </a:extLst>
          </p:cNvPr>
          <p:cNvSpPr/>
          <p:nvPr/>
        </p:nvSpPr>
        <p:spPr>
          <a:xfrm>
            <a:off x="9304121" y="2567795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600" b="1"/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05D49791-6443-84E6-1531-6A22BDCE6DDB}"/>
              </a:ext>
            </a:extLst>
          </p:cNvPr>
          <p:cNvSpPr/>
          <p:nvPr/>
        </p:nvSpPr>
        <p:spPr>
          <a:xfrm>
            <a:off x="10101532" y="2567795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600" b="1"/>
          </a:p>
        </p:txBody>
      </p:sp>
      <p:sp>
        <p:nvSpPr>
          <p:cNvPr id="14" name="object 38">
            <a:extLst>
              <a:ext uri="{FF2B5EF4-FFF2-40B4-BE49-F238E27FC236}">
                <a16:creationId xmlns:a16="http://schemas.microsoft.com/office/drawing/2014/main" id="{8ABEB989-8D19-AB96-3675-5D5DF1F8454D}"/>
              </a:ext>
            </a:extLst>
          </p:cNvPr>
          <p:cNvSpPr/>
          <p:nvPr/>
        </p:nvSpPr>
        <p:spPr>
          <a:xfrm>
            <a:off x="8706063" y="3245305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600" b="1"/>
          </a:p>
        </p:txBody>
      </p:sp>
      <p:sp>
        <p:nvSpPr>
          <p:cNvPr id="15" name="object 39">
            <a:extLst>
              <a:ext uri="{FF2B5EF4-FFF2-40B4-BE49-F238E27FC236}">
                <a16:creationId xmlns:a16="http://schemas.microsoft.com/office/drawing/2014/main" id="{A674AC8D-A12A-5C8C-6C73-4084564CE743}"/>
              </a:ext>
            </a:extLst>
          </p:cNvPr>
          <p:cNvSpPr/>
          <p:nvPr/>
        </p:nvSpPr>
        <p:spPr>
          <a:xfrm>
            <a:off x="8706063" y="3245305"/>
            <a:ext cx="404590" cy="297180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1</a:t>
            </a:r>
            <a:endParaRPr sz="1600" b="1" dirty="0"/>
          </a:p>
        </p:txBody>
      </p:sp>
      <p:sp>
        <p:nvSpPr>
          <p:cNvPr id="16" name="object 40">
            <a:extLst>
              <a:ext uri="{FF2B5EF4-FFF2-40B4-BE49-F238E27FC236}">
                <a16:creationId xmlns:a16="http://schemas.microsoft.com/office/drawing/2014/main" id="{A4A509CF-244D-D8F0-B935-8BD4E40E18AB}"/>
              </a:ext>
            </a:extLst>
          </p:cNvPr>
          <p:cNvSpPr/>
          <p:nvPr/>
        </p:nvSpPr>
        <p:spPr>
          <a:xfrm>
            <a:off x="9902178" y="3245305"/>
            <a:ext cx="404590" cy="297180"/>
          </a:xfrm>
          <a:prstGeom prst="ellipse">
            <a:avLst/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1600" b="1"/>
          </a:p>
        </p:txBody>
      </p:sp>
      <p:cxnSp>
        <p:nvCxnSpPr>
          <p:cNvPr id="17" name="直接箭头连接符 93">
            <a:extLst>
              <a:ext uri="{FF2B5EF4-FFF2-40B4-BE49-F238E27FC236}">
                <a16:creationId xmlns:a16="http://schemas.microsoft.com/office/drawing/2014/main" id="{24AE65F0-16C2-AF93-007F-67E0471645A5}"/>
              </a:ext>
            </a:extLst>
          </p:cNvPr>
          <p:cNvCxnSpPr>
            <a:stCxn id="7" idx="5"/>
          </p:cNvCxnSpPr>
          <p:nvPr/>
        </p:nvCxnSpPr>
        <p:spPr>
          <a:xfrm>
            <a:off x="9250754" y="1628796"/>
            <a:ext cx="773570" cy="4177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94">
            <a:extLst>
              <a:ext uri="{FF2B5EF4-FFF2-40B4-BE49-F238E27FC236}">
                <a16:creationId xmlns:a16="http://schemas.microsoft.com/office/drawing/2014/main" id="{F5FD4674-B237-0C89-C1B9-CD7441F0D560}"/>
              </a:ext>
            </a:extLst>
          </p:cNvPr>
          <p:cNvCxnSpPr>
            <a:stCxn id="7" idx="3"/>
            <a:endCxn id="28" idx="7"/>
          </p:cNvCxnSpPr>
          <p:nvPr/>
        </p:nvCxnSpPr>
        <p:spPr>
          <a:xfrm flipH="1">
            <a:off x="8144969" y="1628796"/>
            <a:ext cx="819697" cy="3833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95">
            <a:extLst>
              <a:ext uri="{FF2B5EF4-FFF2-40B4-BE49-F238E27FC236}">
                <a16:creationId xmlns:a16="http://schemas.microsoft.com/office/drawing/2014/main" id="{4052A9FD-074A-DED0-CD34-2E25495BB5B1}"/>
              </a:ext>
            </a:extLst>
          </p:cNvPr>
          <p:cNvCxnSpPr/>
          <p:nvPr/>
        </p:nvCxnSpPr>
        <p:spPr>
          <a:xfrm flipH="1">
            <a:off x="7649153" y="2179344"/>
            <a:ext cx="257714" cy="3836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96">
            <a:extLst>
              <a:ext uri="{FF2B5EF4-FFF2-40B4-BE49-F238E27FC236}">
                <a16:creationId xmlns:a16="http://schemas.microsoft.com/office/drawing/2014/main" id="{449AF74A-DF00-6ECE-0A42-289F64448710}"/>
              </a:ext>
            </a:extLst>
          </p:cNvPr>
          <p:cNvCxnSpPr>
            <a:stCxn id="32" idx="3"/>
            <a:endCxn id="29" idx="0"/>
          </p:cNvCxnSpPr>
          <p:nvPr/>
        </p:nvCxnSpPr>
        <p:spPr>
          <a:xfrm flipH="1">
            <a:off x="9632237" y="2261879"/>
            <a:ext cx="363623" cy="4100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97">
            <a:extLst>
              <a:ext uri="{FF2B5EF4-FFF2-40B4-BE49-F238E27FC236}">
                <a16:creationId xmlns:a16="http://schemas.microsoft.com/office/drawing/2014/main" id="{EECD26C6-D4CC-3EDD-5689-0EEE186FF44A}"/>
              </a:ext>
            </a:extLst>
          </p:cNvPr>
          <p:cNvCxnSpPr>
            <a:stCxn id="28" idx="5"/>
            <a:endCxn id="27" idx="0"/>
          </p:cNvCxnSpPr>
          <p:nvPr/>
        </p:nvCxnSpPr>
        <p:spPr>
          <a:xfrm>
            <a:off x="8144969" y="2222275"/>
            <a:ext cx="403064" cy="4286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98">
            <a:extLst>
              <a:ext uri="{FF2B5EF4-FFF2-40B4-BE49-F238E27FC236}">
                <a16:creationId xmlns:a16="http://schemas.microsoft.com/office/drawing/2014/main" id="{476304AC-C94B-8807-8892-D49AE1D068E1}"/>
              </a:ext>
            </a:extLst>
          </p:cNvPr>
          <p:cNvCxnSpPr>
            <a:endCxn id="31" idx="0"/>
          </p:cNvCxnSpPr>
          <p:nvPr/>
        </p:nvCxnSpPr>
        <p:spPr>
          <a:xfrm>
            <a:off x="10330730" y="2270615"/>
            <a:ext cx="363575" cy="231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99">
            <a:extLst>
              <a:ext uri="{FF2B5EF4-FFF2-40B4-BE49-F238E27FC236}">
                <a16:creationId xmlns:a16="http://schemas.microsoft.com/office/drawing/2014/main" id="{0B650F02-BB93-B8B9-7597-0EA26A4E8B03}"/>
              </a:ext>
            </a:extLst>
          </p:cNvPr>
          <p:cNvCxnSpPr>
            <a:endCxn id="14" idx="0"/>
          </p:cNvCxnSpPr>
          <p:nvPr/>
        </p:nvCxnSpPr>
        <p:spPr>
          <a:xfrm>
            <a:off x="8706101" y="2860157"/>
            <a:ext cx="202257" cy="3851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100">
            <a:extLst>
              <a:ext uri="{FF2B5EF4-FFF2-40B4-BE49-F238E27FC236}">
                <a16:creationId xmlns:a16="http://schemas.microsoft.com/office/drawing/2014/main" id="{E6468307-064D-60E6-6ACD-7F6BF276AE70}"/>
              </a:ext>
            </a:extLst>
          </p:cNvPr>
          <p:cNvCxnSpPr/>
          <p:nvPr/>
        </p:nvCxnSpPr>
        <p:spPr>
          <a:xfrm flipH="1">
            <a:off x="10462240" y="2799535"/>
            <a:ext cx="189437" cy="4549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11">
            <a:extLst>
              <a:ext uri="{FF2B5EF4-FFF2-40B4-BE49-F238E27FC236}">
                <a16:creationId xmlns:a16="http://schemas.microsoft.com/office/drawing/2014/main" id="{2FD13FF4-45D1-3220-A9F3-626AD2D38E9B}"/>
              </a:ext>
            </a:extLst>
          </p:cNvPr>
          <p:cNvSpPr/>
          <p:nvPr/>
        </p:nvSpPr>
        <p:spPr>
          <a:xfrm>
            <a:off x="7321080" y="2459851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/>
              <a:t> 1</a:t>
            </a:r>
            <a:endParaRPr sz="1600" b="1" dirty="0"/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38DABD23-143D-B79E-D9C9-16B0831153CA}"/>
              </a:ext>
            </a:extLst>
          </p:cNvPr>
          <p:cNvSpPr/>
          <p:nvPr/>
        </p:nvSpPr>
        <p:spPr>
          <a:xfrm>
            <a:off x="8706025" y="3258195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1</a:t>
            </a:r>
            <a:endParaRPr sz="1600" b="1" dirty="0"/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CCA99143-B46E-75E4-54F7-3FADD2850C06}"/>
              </a:ext>
            </a:extLst>
          </p:cNvPr>
          <p:cNvSpPr/>
          <p:nvPr/>
        </p:nvSpPr>
        <p:spPr>
          <a:xfrm>
            <a:off x="8345738" y="2650945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2</a:t>
            </a:r>
            <a:endParaRPr sz="1600" b="1" dirty="0"/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A51C6882-2B61-A14C-4CA9-3FC05203B9BA}"/>
              </a:ext>
            </a:extLst>
          </p:cNvPr>
          <p:cNvSpPr/>
          <p:nvPr/>
        </p:nvSpPr>
        <p:spPr>
          <a:xfrm>
            <a:off x="7799630" y="1968616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4</a:t>
            </a:r>
            <a:endParaRPr sz="1600" b="1" dirty="0"/>
          </a:p>
        </p:txBody>
      </p:sp>
      <p:sp>
        <p:nvSpPr>
          <p:cNvPr id="29" name="object 11">
            <a:extLst>
              <a:ext uri="{FF2B5EF4-FFF2-40B4-BE49-F238E27FC236}">
                <a16:creationId xmlns:a16="http://schemas.microsoft.com/office/drawing/2014/main" id="{0E1F9D70-AE86-FB85-1D84-F65327EF80D6}"/>
              </a:ext>
            </a:extLst>
          </p:cNvPr>
          <p:cNvSpPr/>
          <p:nvPr/>
        </p:nvSpPr>
        <p:spPr>
          <a:xfrm>
            <a:off x="9429942" y="2671933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1</a:t>
            </a:r>
            <a:endParaRPr sz="1600" b="1" dirty="0"/>
          </a:p>
        </p:txBody>
      </p:sp>
      <p:sp>
        <p:nvSpPr>
          <p:cNvPr id="30" name="object 11">
            <a:extLst>
              <a:ext uri="{FF2B5EF4-FFF2-40B4-BE49-F238E27FC236}">
                <a16:creationId xmlns:a16="http://schemas.microsoft.com/office/drawing/2014/main" id="{8BF8B5FD-3911-676A-7B46-FE2B1B827144}"/>
              </a:ext>
            </a:extLst>
          </p:cNvPr>
          <p:cNvSpPr/>
          <p:nvPr/>
        </p:nvSpPr>
        <p:spPr>
          <a:xfrm>
            <a:off x="10227652" y="3254498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1</a:t>
            </a:r>
            <a:endParaRPr sz="1600" b="1" dirty="0"/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EBBAC4B4-0624-DFEC-4ACF-9853892A6DD7}"/>
              </a:ext>
            </a:extLst>
          </p:cNvPr>
          <p:cNvSpPr/>
          <p:nvPr/>
        </p:nvSpPr>
        <p:spPr>
          <a:xfrm>
            <a:off x="10492010" y="2502355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2</a:t>
            </a:r>
            <a:endParaRPr sz="1600" b="1" dirty="0"/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967E7C61-D2BC-3122-3F8C-78A5D395EA9E}"/>
              </a:ext>
            </a:extLst>
          </p:cNvPr>
          <p:cNvSpPr/>
          <p:nvPr/>
        </p:nvSpPr>
        <p:spPr>
          <a:xfrm>
            <a:off x="9936609" y="2008220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4</a:t>
            </a:r>
            <a:endParaRPr sz="1600" b="1" dirty="0"/>
          </a:p>
        </p:txBody>
      </p:sp>
      <p:sp>
        <p:nvSpPr>
          <p:cNvPr id="33" name="object 11">
            <a:extLst>
              <a:ext uri="{FF2B5EF4-FFF2-40B4-BE49-F238E27FC236}">
                <a16:creationId xmlns:a16="http://schemas.microsoft.com/office/drawing/2014/main" id="{3B98BAFA-532A-4EF5-3458-25BFCC35D12C}"/>
              </a:ext>
            </a:extLst>
          </p:cNvPr>
          <p:cNvSpPr/>
          <p:nvPr/>
        </p:nvSpPr>
        <p:spPr>
          <a:xfrm>
            <a:off x="8886534" y="1388027"/>
            <a:ext cx="404590" cy="297180"/>
          </a:xfrm>
          <a:prstGeom prst="ellipse">
            <a:avLst/>
          </a:prstGeom>
          <a:solidFill>
            <a:srgbClr val="0070C0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r>
              <a:rPr lang="en-US" sz="1600" b="1" dirty="0"/>
              <a:t> 9</a:t>
            </a:r>
            <a:endParaRPr sz="1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906292-AC6E-D286-9711-F999C8401904}"/>
              </a:ext>
            </a:extLst>
          </p:cNvPr>
          <p:cNvSpPr txBox="1"/>
          <p:nvPr/>
        </p:nvSpPr>
        <p:spPr>
          <a:xfrm>
            <a:off x="0" y="4848761"/>
            <a:ext cx="121920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count_nodes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(self, node):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not node: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0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20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1 + </a:t>
            </a:r>
            <a:r>
              <a:rPr lang="en-US" sz="20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self.count_nodes</a:t>
            </a:r>
            <a:r>
              <a:rPr lang="en-US" sz="20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20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en-US" sz="20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self.count_nodes</a:t>
            </a:r>
            <a:r>
              <a:rPr lang="en-US" sz="20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20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9140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E7A16-12B9-B002-75D4-CAA07C9E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FD027769-7C7A-3DCD-B142-AB6358FC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SG" dirty="0"/>
              <a:t>Find the Kth-level Descendant Nodes</a:t>
            </a:r>
            <a:endParaRPr lang="en-US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4FABEF-BD9C-90CC-7197-FE7A8546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656" y="948616"/>
            <a:ext cx="10819070" cy="4611210"/>
          </a:xfrm>
          <a:noFill/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SG" sz="1800" dirty="0"/>
              <a:t>Given a node X, ﬁnd all the descendants of X</a:t>
            </a:r>
          </a:p>
          <a:p>
            <a:pPr algn="just">
              <a:lnSpc>
                <a:spcPct val="100000"/>
              </a:lnSpc>
            </a:pPr>
            <a:r>
              <a:rPr lang="en-SG" sz="1800" dirty="0"/>
              <a:t>Given node </a:t>
            </a:r>
            <a:r>
              <a:rPr lang="en-SG" sz="1800" b="1" dirty="0">
                <a:solidFill>
                  <a:srgbClr val="FF0000"/>
                </a:solidFill>
              </a:rPr>
              <a:t>E</a:t>
            </a:r>
            <a:r>
              <a:rPr lang="en-SG" sz="1800" dirty="0"/>
              <a:t> and </a:t>
            </a:r>
            <a:r>
              <a:rPr lang="en-SG" sz="1800" b="1" dirty="0">
                <a:solidFill>
                  <a:srgbClr val="FF0000"/>
                </a:solidFill>
              </a:rPr>
              <a:t>K=2</a:t>
            </a:r>
            <a:r>
              <a:rPr lang="en-SG" sz="1800" dirty="0"/>
              <a:t>, we should return its grandchild nodes A, C, and G</a:t>
            </a:r>
          </a:p>
          <a:p>
            <a:pPr algn="just">
              <a:lnSpc>
                <a:spcPct val="100000"/>
              </a:lnSpc>
            </a:pPr>
            <a:r>
              <a:rPr lang="en-SG" sz="1800" dirty="0"/>
              <a:t>What if we want to find </a:t>
            </a:r>
            <a:r>
              <a:rPr lang="en-SG" sz="1800" dirty="0">
                <a:solidFill>
                  <a:srgbClr val="FE7F00"/>
                </a:solidFill>
              </a:rPr>
              <a:t>K</a:t>
            </a:r>
            <a:r>
              <a:rPr lang="en-SG" sz="1800" baseline="30000" dirty="0">
                <a:solidFill>
                  <a:srgbClr val="FE7F00"/>
                </a:solidFill>
              </a:rPr>
              <a:t>th</a:t>
            </a:r>
            <a:r>
              <a:rPr lang="en-SG" sz="1800" dirty="0">
                <a:solidFill>
                  <a:srgbClr val="FE7F00"/>
                </a:solidFill>
              </a:rPr>
              <a:t>-level descendants</a:t>
            </a:r>
            <a:r>
              <a:rPr lang="en-SG" sz="1800" dirty="0"/>
              <a:t>?</a:t>
            </a:r>
          </a:p>
          <a:p>
            <a:pPr lvl="1" algn="just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sz="1600" b="1" dirty="0"/>
              <a:t>Need a way to keep track of how many levels down we’ve gone</a:t>
            </a:r>
          </a:p>
          <a:p>
            <a:endParaRPr lang="en-SG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3FFA87-EBF7-159F-F474-D51E7EC853DB}"/>
              </a:ext>
            </a:extLst>
          </p:cNvPr>
          <p:cNvGrpSpPr/>
          <p:nvPr/>
        </p:nvGrpSpPr>
        <p:grpSpPr>
          <a:xfrm>
            <a:off x="9390777" y="838200"/>
            <a:ext cx="2948634" cy="2415903"/>
            <a:chOff x="5392259" y="1463846"/>
            <a:chExt cx="3693483" cy="3026181"/>
          </a:xfrm>
        </p:grpSpPr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855AE7A3-EEFE-5718-DBE7-CDEB3B111544}"/>
                </a:ext>
              </a:extLst>
            </p:cNvPr>
            <p:cNvSpPr/>
            <p:nvPr/>
          </p:nvSpPr>
          <p:spPr>
            <a:xfrm>
              <a:off x="5392259" y="2465010"/>
              <a:ext cx="3693483" cy="809852"/>
            </a:xfrm>
            <a:prstGeom prst="ellipse">
              <a:avLst/>
            </a:prstGeom>
            <a:ln w="25399">
              <a:solidFill>
                <a:srgbClr val="FAA757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0AA72C9E-3FD9-2BEF-B2F5-AFF5F0CCEF99}"/>
                </a:ext>
              </a:extLst>
            </p:cNvPr>
            <p:cNvSpPr/>
            <p:nvPr/>
          </p:nvSpPr>
          <p:spPr>
            <a:xfrm>
              <a:off x="7032954" y="1463846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227F7866-2B57-E9A4-410B-CEE3DAF13FCE}"/>
                </a:ext>
              </a:extLst>
            </p:cNvPr>
            <p:cNvSpPr txBox="1"/>
            <p:nvPr/>
          </p:nvSpPr>
          <p:spPr>
            <a:xfrm>
              <a:off x="7173054" y="1514698"/>
              <a:ext cx="193945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dirty="0">
                  <a:latin typeface="Verdana (Body)"/>
                  <a:cs typeface="Calibri"/>
                </a:rPr>
                <a:t>H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559A032F-84F6-01DB-20CA-D4B65ACFB197}"/>
                </a:ext>
              </a:extLst>
            </p:cNvPr>
            <p:cNvSpPr/>
            <p:nvPr/>
          </p:nvSpPr>
          <p:spPr>
            <a:xfrm>
              <a:off x="6147388" y="2021417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21F1F340-1781-5444-3353-DAF89D77453C}"/>
                </a:ext>
              </a:extLst>
            </p:cNvPr>
            <p:cNvSpPr txBox="1"/>
            <p:nvPr/>
          </p:nvSpPr>
          <p:spPr>
            <a:xfrm>
              <a:off x="6302862" y="2064914"/>
              <a:ext cx="158084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dirty="0">
                  <a:latin typeface="Verdana (Body)"/>
                  <a:cs typeface="Calibri"/>
                </a:rPr>
                <a:t>E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3D32A641-B28A-7C0E-4795-DE3B865FD949}"/>
                </a:ext>
              </a:extLst>
            </p:cNvPr>
            <p:cNvSpPr/>
            <p:nvPr/>
          </p:nvSpPr>
          <p:spPr>
            <a:xfrm>
              <a:off x="5704574" y="266683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55EF083D-4C70-C7E1-0D02-4B97EC0896A2}"/>
                </a:ext>
              </a:extLst>
            </p:cNvPr>
            <p:cNvSpPr txBox="1"/>
            <p:nvPr/>
          </p:nvSpPr>
          <p:spPr>
            <a:xfrm>
              <a:off x="5853713" y="2710328"/>
              <a:ext cx="172722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spc="-10" dirty="0">
                  <a:latin typeface="Verdana (Body)"/>
                  <a:cs typeface="Calibri"/>
                </a:rPr>
                <a:t>B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71A52F90-2140-8612-8DE7-823B6CCA2854}"/>
                </a:ext>
              </a:extLst>
            </p:cNvPr>
            <p:cNvSpPr/>
            <p:nvPr/>
          </p:nvSpPr>
          <p:spPr>
            <a:xfrm>
              <a:off x="6590171" y="266683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4A52955B-061A-4AD0-E85A-D6D9590A548B}"/>
                </a:ext>
              </a:extLst>
            </p:cNvPr>
            <p:cNvSpPr txBox="1"/>
            <p:nvPr/>
          </p:nvSpPr>
          <p:spPr>
            <a:xfrm>
              <a:off x="6748949" y="2710328"/>
              <a:ext cx="150765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dirty="0">
                  <a:latin typeface="Verdana (Body)"/>
                  <a:cs typeface="Calibri"/>
                </a:rPr>
                <a:t>F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15" name="object 20">
              <a:extLst>
                <a:ext uri="{FF2B5EF4-FFF2-40B4-BE49-F238E27FC236}">
                  <a16:creationId xmlns:a16="http://schemas.microsoft.com/office/drawing/2014/main" id="{D1F77D12-8CAF-C428-2927-D9318DE6868A}"/>
                </a:ext>
              </a:extLst>
            </p:cNvPr>
            <p:cNvSpPr/>
            <p:nvPr/>
          </p:nvSpPr>
          <p:spPr>
            <a:xfrm>
              <a:off x="7918550" y="2021417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16" name="object 21">
              <a:extLst>
                <a:ext uri="{FF2B5EF4-FFF2-40B4-BE49-F238E27FC236}">
                  <a16:creationId xmlns:a16="http://schemas.microsoft.com/office/drawing/2014/main" id="{7A925F71-5A59-864E-3224-447C4DA783E7}"/>
                </a:ext>
              </a:extLst>
            </p:cNvPr>
            <p:cNvSpPr txBox="1"/>
            <p:nvPr/>
          </p:nvSpPr>
          <p:spPr>
            <a:xfrm>
              <a:off x="8081790" y="2064914"/>
              <a:ext cx="140519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dirty="0">
                  <a:latin typeface="Verdana (Body)"/>
                  <a:cs typeface="Calibri"/>
                </a:rPr>
                <a:t>L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17" name="object 23">
              <a:extLst>
                <a:ext uri="{FF2B5EF4-FFF2-40B4-BE49-F238E27FC236}">
                  <a16:creationId xmlns:a16="http://schemas.microsoft.com/office/drawing/2014/main" id="{D239AAE7-696B-CFE7-AC39-BB48B66DBD24}"/>
                </a:ext>
              </a:extLst>
            </p:cNvPr>
            <p:cNvSpPr/>
            <p:nvPr/>
          </p:nvSpPr>
          <p:spPr>
            <a:xfrm>
              <a:off x="7475767" y="266683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18" name="object 24">
              <a:extLst>
                <a:ext uri="{FF2B5EF4-FFF2-40B4-BE49-F238E27FC236}">
                  <a16:creationId xmlns:a16="http://schemas.microsoft.com/office/drawing/2014/main" id="{8D5A8F87-F557-C6F5-58BF-B5504104401F}"/>
                </a:ext>
              </a:extLst>
            </p:cNvPr>
            <p:cNvSpPr txBox="1"/>
            <p:nvPr/>
          </p:nvSpPr>
          <p:spPr>
            <a:xfrm>
              <a:off x="7650612" y="2710328"/>
              <a:ext cx="113440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spc="-10" dirty="0">
                  <a:latin typeface="Verdana (Body)"/>
                  <a:cs typeface="Calibri"/>
                </a:rPr>
                <a:t>J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19" name="object 26">
              <a:extLst>
                <a:ext uri="{FF2B5EF4-FFF2-40B4-BE49-F238E27FC236}">
                  <a16:creationId xmlns:a16="http://schemas.microsoft.com/office/drawing/2014/main" id="{31B48280-12C7-38AB-A2D0-F9D42633C32D}"/>
                </a:ext>
              </a:extLst>
            </p:cNvPr>
            <p:cNvSpPr/>
            <p:nvPr/>
          </p:nvSpPr>
          <p:spPr>
            <a:xfrm>
              <a:off x="8361333" y="266683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20" name="object 27">
              <a:extLst>
                <a:ext uri="{FF2B5EF4-FFF2-40B4-BE49-F238E27FC236}">
                  <a16:creationId xmlns:a16="http://schemas.microsoft.com/office/drawing/2014/main" id="{4B4D89CE-4D4E-9D45-143C-CB732F6307E0}"/>
                </a:ext>
              </a:extLst>
            </p:cNvPr>
            <p:cNvSpPr txBox="1"/>
            <p:nvPr/>
          </p:nvSpPr>
          <p:spPr>
            <a:xfrm>
              <a:off x="8474918" y="2710328"/>
              <a:ext cx="254689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spc="-20" dirty="0">
                  <a:latin typeface="Verdana (Body)"/>
                  <a:cs typeface="Calibri"/>
                </a:rPr>
                <a:t>M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21" name="object 47">
              <a:extLst>
                <a:ext uri="{FF2B5EF4-FFF2-40B4-BE49-F238E27FC236}">
                  <a16:creationId xmlns:a16="http://schemas.microsoft.com/office/drawing/2014/main" id="{038F782D-8A4F-C368-A937-96963732E048}"/>
                </a:ext>
              </a:extLst>
            </p:cNvPr>
            <p:cNvSpPr/>
            <p:nvPr/>
          </p:nvSpPr>
          <p:spPr>
            <a:xfrm>
              <a:off x="6728155" y="335280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22" name="object 48">
              <a:extLst>
                <a:ext uri="{FF2B5EF4-FFF2-40B4-BE49-F238E27FC236}">
                  <a16:creationId xmlns:a16="http://schemas.microsoft.com/office/drawing/2014/main" id="{C26ED7D5-20F1-8F14-9300-BD20A2076D6E}"/>
                </a:ext>
              </a:extLst>
            </p:cNvPr>
            <p:cNvSpPr txBox="1"/>
            <p:nvPr/>
          </p:nvSpPr>
          <p:spPr>
            <a:xfrm>
              <a:off x="6867349" y="3396297"/>
              <a:ext cx="196140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spc="-15" dirty="0">
                  <a:latin typeface="Verdana (Body)"/>
                  <a:cs typeface="Calibri"/>
                </a:rPr>
                <a:t>G</a:t>
              </a:r>
              <a:endParaRPr sz="1200" dirty="0">
                <a:latin typeface="Verdana (Body)"/>
                <a:cs typeface="Calibri"/>
              </a:endParaRPr>
            </a:p>
          </p:txBody>
        </p:sp>
        <p:sp>
          <p:nvSpPr>
            <p:cNvPr id="23" name="object 50">
              <a:extLst>
                <a:ext uri="{FF2B5EF4-FFF2-40B4-BE49-F238E27FC236}">
                  <a16:creationId xmlns:a16="http://schemas.microsoft.com/office/drawing/2014/main" id="{99A4ACD2-F7C8-E3B5-E851-A50A3CBEF8FD}"/>
                </a:ext>
              </a:extLst>
            </p:cNvPr>
            <p:cNvSpPr/>
            <p:nvPr/>
          </p:nvSpPr>
          <p:spPr>
            <a:xfrm>
              <a:off x="7924100" y="3357874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24" name="object 51">
              <a:extLst>
                <a:ext uri="{FF2B5EF4-FFF2-40B4-BE49-F238E27FC236}">
                  <a16:creationId xmlns:a16="http://schemas.microsoft.com/office/drawing/2014/main" id="{B4F7725F-A47C-3E91-12DB-865614CDE9C7}"/>
                </a:ext>
              </a:extLst>
            </p:cNvPr>
            <p:cNvSpPr txBox="1"/>
            <p:nvPr/>
          </p:nvSpPr>
          <p:spPr>
            <a:xfrm>
              <a:off x="8076027" y="3401371"/>
              <a:ext cx="166867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spc="-10" dirty="0">
                  <a:latin typeface="Verdana (Body)"/>
                  <a:cs typeface="Calibri"/>
                </a:rPr>
                <a:t>K</a:t>
              </a:r>
              <a:endParaRPr sz="1200" dirty="0">
                <a:latin typeface="Verdana (Body)"/>
                <a:cs typeface="Calibri"/>
              </a:endParaRPr>
            </a:p>
          </p:txBody>
        </p:sp>
        <p:sp>
          <p:nvSpPr>
            <p:cNvPr id="25" name="object 59">
              <a:extLst>
                <a:ext uri="{FF2B5EF4-FFF2-40B4-BE49-F238E27FC236}">
                  <a16:creationId xmlns:a16="http://schemas.microsoft.com/office/drawing/2014/main" id="{886FB342-FE31-CB0E-DE5F-7E5E172C7646}"/>
                </a:ext>
              </a:extLst>
            </p:cNvPr>
            <p:cNvSpPr/>
            <p:nvPr/>
          </p:nvSpPr>
          <p:spPr>
            <a:xfrm>
              <a:off x="7315200" y="3357874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26" name="object 60">
              <a:extLst>
                <a:ext uri="{FF2B5EF4-FFF2-40B4-BE49-F238E27FC236}">
                  <a16:creationId xmlns:a16="http://schemas.microsoft.com/office/drawing/2014/main" id="{FE3079DA-0B87-E429-70CA-D1F8AAB1C7C3}"/>
                </a:ext>
              </a:extLst>
            </p:cNvPr>
            <p:cNvSpPr txBox="1"/>
            <p:nvPr/>
          </p:nvSpPr>
          <p:spPr>
            <a:xfrm>
              <a:off x="7497707" y="3401371"/>
              <a:ext cx="95875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spc="-5" dirty="0">
                  <a:latin typeface="Verdana (Body)"/>
                  <a:cs typeface="Calibri"/>
                </a:rPr>
                <a:t>I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27" name="object 65">
              <a:extLst>
                <a:ext uri="{FF2B5EF4-FFF2-40B4-BE49-F238E27FC236}">
                  <a16:creationId xmlns:a16="http://schemas.microsoft.com/office/drawing/2014/main" id="{7B03D574-C8BE-39CC-253B-73633ACA3147}"/>
                </a:ext>
              </a:extLst>
            </p:cNvPr>
            <p:cNvSpPr/>
            <p:nvPr/>
          </p:nvSpPr>
          <p:spPr>
            <a:xfrm>
              <a:off x="6004223" y="3357874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28" name="object 66">
              <a:extLst>
                <a:ext uri="{FF2B5EF4-FFF2-40B4-BE49-F238E27FC236}">
                  <a16:creationId xmlns:a16="http://schemas.microsoft.com/office/drawing/2014/main" id="{7936ABDE-E3EC-4AFE-D89C-1820A8CB4C35}"/>
                </a:ext>
              </a:extLst>
            </p:cNvPr>
            <p:cNvSpPr txBox="1"/>
            <p:nvPr/>
          </p:nvSpPr>
          <p:spPr>
            <a:xfrm>
              <a:off x="6154577" y="3401371"/>
              <a:ext cx="169794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dirty="0">
                  <a:latin typeface="Verdana (Body)"/>
                  <a:cs typeface="Calibri"/>
                </a:rPr>
                <a:t>C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29" name="object 71">
              <a:extLst>
                <a:ext uri="{FF2B5EF4-FFF2-40B4-BE49-F238E27FC236}">
                  <a16:creationId xmlns:a16="http://schemas.microsoft.com/office/drawing/2014/main" id="{9F7343AA-A70D-5BA9-D6E3-EAEB3202A345}"/>
                </a:ext>
              </a:extLst>
            </p:cNvPr>
            <p:cNvSpPr/>
            <p:nvPr/>
          </p:nvSpPr>
          <p:spPr>
            <a:xfrm>
              <a:off x="5395324" y="3357874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30" name="object 72">
              <a:extLst>
                <a:ext uri="{FF2B5EF4-FFF2-40B4-BE49-F238E27FC236}">
                  <a16:creationId xmlns:a16="http://schemas.microsoft.com/office/drawing/2014/main" id="{27FAA071-9027-57DE-9DDD-010C926CF35A}"/>
                </a:ext>
              </a:extLst>
            </p:cNvPr>
            <p:cNvSpPr txBox="1"/>
            <p:nvPr/>
          </p:nvSpPr>
          <p:spPr>
            <a:xfrm>
              <a:off x="5540482" y="3401371"/>
              <a:ext cx="182236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spc="-15" dirty="0">
                  <a:latin typeface="Verdana (Body)"/>
                  <a:cs typeface="Calibri"/>
                </a:rPr>
                <a:t>A</a:t>
              </a:r>
              <a:endParaRPr sz="1200">
                <a:latin typeface="Verdana (Body)"/>
                <a:cs typeface="Calibri"/>
              </a:endParaRPr>
            </a:p>
          </p:txBody>
        </p:sp>
        <p:sp>
          <p:nvSpPr>
            <p:cNvPr id="31" name="object 77">
              <a:extLst>
                <a:ext uri="{FF2B5EF4-FFF2-40B4-BE49-F238E27FC236}">
                  <a16:creationId xmlns:a16="http://schemas.microsoft.com/office/drawing/2014/main" id="{B77B358B-A7E0-315F-FF44-B6E457870C03}"/>
                </a:ext>
              </a:extLst>
            </p:cNvPr>
            <p:cNvSpPr/>
            <p:nvPr/>
          </p:nvSpPr>
          <p:spPr>
            <a:xfrm>
              <a:off x="6225630" y="4048873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latin typeface="Verdana (Body)"/>
              </a:endParaRPr>
            </a:p>
          </p:txBody>
        </p:sp>
        <p:sp>
          <p:nvSpPr>
            <p:cNvPr id="32" name="object 78">
              <a:extLst>
                <a:ext uri="{FF2B5EF4-FFF2-40B4-BE49-F238E27FC236}">
                  <a16:creationId xmlns:a16="http://schemas.microsoft.com/office/drawing/2014/main" id="{13918391-EA0F-B946-93E6-71D9D9613303}"/>
                </a:ext>
              </a:extLst>
            </p:cNvPr>
            <p:cNvSpPr txBox="1"/>
            <p:nvPr/>
          </p:nvSpPr>
          <p:spPr>
            <a:xfrm>
              <a:off x="6366604" y="4099723"/>
              <a:ext cx="191750" cy="325271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200" dirty="0">
                  <a:latin typeface="Verdana (Body)"/>
                  <a:cs typeface="Calibri"/>
                </a:rPr>
                <a:t>D</a:t>
              </a:r>
              <a:endParaRPr sz="1200">
                <a:latin typeface="Verdana (Body)"/>
                <a:cs typeface="Calibri"/>
              </a:endParaRPr>
            </a:p>
          </p:txBody>
        </p:sp>
        <p:cxnSp>
          <p:nvCxnSpPr>
            <p:cNvPr id="33" name="直接箭头连接符 85">
              <a:extLst>
                <a:ext uri="{FF2B5EF4-FFF2-40B4-BE49-F238E27FC236}">
                  <a16:creationId xmlns:a16="http://schemas.microsoft.com/office/drawing/2014/main" id="{8659DB8A-5D7B-957A-BE57-4008520EF44A}"/>
                </a:ext>
              </a:extLst>
            </p:cNvPr>
            <p:cNvCxnSpPr>
              <a:stCxn id="7" idx="5"/>
              <a:endCxn id="15" idx="1"/>
            </p:cNvCxnSpPr>
            <p:nvPr/>
          </p:nvCxnSpPr>
          <p:spPr>
            <a:xfrm>
              <a:off x="7468987" y="1840394"/>
              <a:ext cx="524375" cy="24562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86">
              <a:extLst>
                <a:ext uri="{FF2B5EF4-FFF2-40B4-BE49-F238E27FC236}">
                  <a16:creationId xmlns:a16="http://schemas.microsoft.com/office/drawing/2014/main" id="{2C3544A5-292D-F7EE-94C9-832EE78B0640}"/>
                </a:ext>
              </a:extLst>
            </p:cNvPr>
            <p:cNvCxnSpPr>
              <a:stCxn id="7" idx="3"/>
              <a:endCxn id="9" idx="7"/>
            </p:cNvCxnSpPr>
            <p:nvPr/>
          </p:nvCxnSpPr>
          <p:spPr>
            <a:xfrm flipH="1">
              <a:off x="6583421" y="1840394"/>
              <a:ext cx="524345" cy="24562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87">
              <a:extLst>
                <a:ext uri="{FF2B5EF4-FFF2-40B4-BE49-F238E27FC236}">
                  <a16:creationId xmlns:a16="http://schemas.microsoft.com/office/drawing/2014/main" id="{B85C2E9D-CC7A-1C33-D859-4B667A95039F}"/>
                </a:ext>
              </a:extLst>
            </p:cNvPr>
            <p:cNvCxnSpPr>
              <a:stCxn id="9" idx="4"/>
              <a:endCxn id="11" idx="7"/>
            </p:cNvCxnSpPr>
            <p:nvPr/>
          </p:nvCxnSpPr>
          <p:spPr>
            <a:xfrm flipH="1">
              <a:off x="6140607" y="2462571"/>
              <a:ext cx="262204" cy="26886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88">
              <a:extLst>
                <a:ext uri="{FF2B5EF4-FFF2-40B4-BE49-F238E27FC236}">
                  <a16:creationId xmlns:a16="http://schemas.microsoft.com/office/drawing/2014/main" id="{6219F683-1980-A3DF-B462-4A414FAAA6C2}"/>
                </a:ext>
              </a:extLst>
            </p:cNvPr>
            <p:cNvCxnSpPr>
              <a:stCxn id="15" idx="3"/>
              <a:endCxn id="17" idx="0"/>
            </p:cNvCxnSpPr>
            <p:nvPr/>
          </p:nvCxnSpPr>
          <p:spPr>
            <a:xfrm flipH="1">
              <a:off x="7731190" y="2397965"/>
              <a:ext cx="262172" cy="26886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89">
              <a:extLst>
                <a:ext uri="{FF2B5EF4-FFF2-40B4-BE49-F238E27FC236}">
                  <a16:creationId xmlns:a16="http://schemas.microsoft.com/office/drawing/2014/main" id="{247F9BD3-3746-1902-6C1D-AE52E24CC0BB}"/>
                </a:ext>
              </a:extLst>
            </p:cNvPr>
            <p:cNvCxnSpPr>
              <a:stCxn id="9" idx="4"/>
              <a:endCxn id="13" idx="1"/>
            </p:cNvCxnSpPr>
            <p:nvPr/>
          </p:nvCxnSpPr>
          <p:spPr>
            <a:xfrm>
              <a:off x="6402811" y="2462571"/>
              <a:ext cx="262172" cy="26886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90">
              <a:extLst>
                <a:ext uri="{FF2B5EF4-FFF2-40B4-BE49-F238E27FC236}">
                  <a16:creationId xmlns:a16="http://schemas.microsoft.com/office/drawing/2014/main" id="{9FDFF7B0-E74B-6FBA-A05B-6629B666FC73}"/>
                </a:ext>
              </a:extLst>
            </p:cNvPr>
            <p:cNvCxnSpPr>
              <a:stCxn id="15" idx="5"/>
              <a:endCxn id="19" idx="0"/>
            </p:cNvCxnSpPr>
            <p:nvPr/>
          </p:nvCxnSpPr>
          <p:spPr>
            <a:xfrm>
              <a:off x="8354583" y="2397965"/>
              <a:ext cx="262173" cy="26886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91">
              <a:extLst>
                <a:ext uri="{FF2B5EF4-FFF2-40B4-BE49-F238E27FC236}">
                  <a16:creationId xmlns:a16="http://schemas.microsoft.com/office/drawing/2014/main" id="{FF117D5D-FED6-414B-3283-FF7CCCAA7EB2}"/>
                </a:ext>
              </a:extLst>
            </p:cNvPr>
            <p:cNvCxnSpPr>
              <a:stCxn id="11" idx="4"/>
              <a:endCxn id="27" idx="0"/>
            </p:cNvCxnSpPr>
            <p:nvPr/>
          </p:nvCxnSpPr>
          <p:spPr>
            <a:xfrm>
              <a:off x="5959997" y="3107985"/>
              <a:ext cx="299649" cy="2498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92">
              <a:extLst>
                <a:ext uri="{FF2B5EF4-FFF2-40B4-BE49-F238E27FC236}">
                  <a16:creationId xmlns:a16="http://schemas.microsoft.com/office/drawing/2014/main" id="{7178008B-20E3-7C35-3810-80813288C3B7}"/>
                </a:ext>
              </a:extLst>
            </p:cNvPr>
            <p:cNvCxnSpPr>
              <a:stCxn id="11" idx="4"/>
              <a:endCxn id="29" idx="0"/>
            </p:cNvCxnSpPr>
            <p:nvPr/>
          </p:nvCxnSpPr>
          <p:spPr>
            <a:xfrm flipH="1">
              <a:off x="5650747" y="3107985"/>
              <a:ext cx="309250" cy="2498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113">
              <a:extLst>
                <a:ext uri="{FF2B5EF4-FFF2-40B4-BE49-F238E27FC236}">
                  <a16:creationId xmlns:a16="http://schemas.microsoft.com/office/drawing/2014/main" id="{11ACD305-ACF6-9B15-B3B7-3C948E213720}"/>
                </a:ext>
              </a:extLst>
            </p:cNvPr>
            <p:cNvCxnSpPr>
              <a:stCxn id="17" idx="4"/>
              <a:endCxn id="25" idx="0"/>
            </p:cNvCxnSpPr>
            <p:nvPr/>
          </p:nvCxnSpPr>
          <p:spPr>
            <a:xfrm flipH="1">
              <a:off x="7570623" y="3107985"/>
              <a:ext cx="160567" cy="2498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114">
              <a:extLst>
                <a:ext uri="{FF2B5EF4-FFF2-40B4-BE49-F238E27FC236}">
                  <a16:creationId xmlns:a16="http://schemas.microsoft.com/office/drawing/2014/main" id="{616FD00C-8589-583F-BCEF-183C344EABDD}"/>
                </a:ext>
              </a:extLst>
            </p:cNvPr>
            <p:cNvCxnSpPr>
              <a:stCxn id="13" idx="4"/>
              <a:endCxn id="21" idx="0"/>
            </p:cNvCxnSpPr>
            <p:nvPr/>
          </p:nvCxnSpPr>
          <p:spPr>
            <a:xfrm>
              <a:off x="6845594" y="3107985"/>
              <a:ext cx="137984" cy="24481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115">
              <a:extLst>
                <a:ext uri="{FF2B5EF4-FFF2-40B4-BE49-F238E27FC236}">
                  <a16:creationId xmlns:a16="http://schemas.microsoft.com/office/drawing/2014/main" id="{58512CD2-0D52-4E12-3E7B-8554E83FE183}"/>
                </a:ext>
              </a:extLst>
            </p:cNvPr>
            <p:cNvCxnSpPr>
              <a:stCxn id="17" idx="4"/>
              <a:endCxn id="23" idx="0"/>
            </p:cNvCxnSpPr>
            <p:nvPr/>
          </p:nvCxnSpPr>
          <p:spPr>
            <a:xfrm>
              <a:off x="7731190" y="3107985"/>
              <a:ext cx="448333" cy="2498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116">
              <a:extLst>
                <a:ext uri="{FF2B5EF4-FFF2-40B4-BE49-F238E27FC236}">
                  <a16:creationId xmlns:a16="http://schemas.microsoft.com/office/drawing/2014/main" id="{79DDD48B-2BC1-D667-7A18-5BEA357EFE4E}"/>
                </a:ext>
              </a:extLst>
            </p:cNvPr>
            <p:cNvCxnSpPr>
              <a:stCxn id="27" idx="4"/>
              <a:endCxn id="31" idx="0"/>
            </p:cNvCxnSpPr>
            <p:nvPr/>
          </p:nvCxnSpPr>
          <p:spPr>
            <a:xfrm>
              <a:off x="6259646" y="3799028"/>
              <a:ext cx="221407" cy="2498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47" name="TextBox 46">
            <a:extLst>
              <a:ext uri="{FF2B5EF4-FFF2-40B4-BE49-F238E27FC236}">
                <a16:creationId xmlns:a16="http://schemas.microsoft.com/office/drawing/2014/main" id="{5E4B36B4-162B-B769-D54C-65340607354D}"/>
              </a:ext>
            </a:extLst>
          </p:cNvPr>
          <p:cNvSpPr txBox="1"/>
          <p:nvPr/>
        </p:nvSpPr>
        <p:spPr>
          <a:xfrm>
            <a:off x="867544" y="2384223"/>
            <a:ext cx="7548816" cy="30777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kth_level_descendants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(self, node, k): </a:t>
            </a:r>
            <a:r>
              <a:rPr lang="en-SG" sz="1400" b="1" dirty="0">
                <a:solidFill>
                  <a:srgbClr val="00810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 =2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if node is None: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return []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if k == 0: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</a:t>
            </a:r>
            <a:r>
              <a:rPr lang="en-SG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[</a:t>
            </a:r>
            <a:r>
              <a:rPr lang="en-SG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node.data</a:t>
            </a:r>
            <a:r>
              <a:rPr lang="en-SG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left_descendants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self.kth_level_descendants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k - 1)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right_descendants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self.kth_level_descendants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k - 1)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</a:p>
          <a:p>
            <a:r>
              <a:rPr lang="en-SG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SG" sz="14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SG" sz="14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left_descendants</a:t>
            </a:r>
            <a:r>
              <a:rPr lang="en-SG" sz="14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SG" sz="14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right_descendants</a:t>
            </a:r>
            <a:endParaRPr lang="en-SG" sz="1400" b="1" dirty="0">
              <a:solidFill>
                <a:srgbClr val="2906A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S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   </a:t>
            </a:r>
            <a:endParaRPr lang="en-SG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36801E9-7941-4EF4-F29C-4ACE98480FE8}"/>
              </a:ext>
            </a:extLst>
          </p:cNvPr>
          <p:cNvSpPr txBox="1"/>
          <p:nvPr/>
        </p:nvSpPr>
        <p:spPr>
          <a:xfrm>
            <a:off x="854603" y="5795039"/>
            <a:ext cx="6094562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SG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bt.kth_level_descendants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bt.root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SG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SG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5DAD69-5766-596A-8EF8-D4F33F9E98E5}"/>
              </a:ext>
            </a:extLst>
          </p:cNvPr>
          <p:cNvSpPr/>
          <p:nvPr/>
        </p:nvSpPr>
        <p:spPr>
          <a:xfrm>
            <a:off x="867543" y="5788223"/>
            <a:ext cx="6142857" cy="3077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C9E70-485D-A618-C7E8-B4C5F98979AB}"/>
              </a:ext>
            </a:extLst>
          </p:cNvPr>
          <p:cNvSpPr txBox="1"/>
          <p:nvPr/>
        </p:nvSpPr>
        <p:spPr>
          <a:xfrm>
            <a:off x="9768824" y="910503"/>
            <a:ext cx="812866" cy="2352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normAutofit fontScale="32500" lnSpcReduction="20000"/>
          </a:bodyPr>
          <a:lstStyle/>
          <a:p>
            <a:pPr algn="l" eaLnBrk="1" fontAlgn="auto" hangingPunct="1">
              <a:spcAft>
                <a:spcPts val="0"/>
              </a:spcAft>
            </a:pPr>
            <a:r>
              <a:rPr lang="en-SG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Level = 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A9F278-BBB9-FBCD-1575-EA760A836FB7}"/>
              </a:ext>
            </a:extLst>
          </p:cNvPr>
          <p:cNvSpPr txBox="1"/>
          <p:nvPr/>
        </p:nvSpPr>
        <p:spPr>
          <a:xfrm>
            <a:off x="9057264" y="1328755"/>
            <a:ext cx="812866" cy="2352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normAutofit fontScale="32500" lnSpcReduction="20000"/>
          </a:bodyPr>
          <a:lstStyle/>
          <a:p>
            <a:pPr algn="l" eaLnBrk="1" fontAlgn="auto" hangingPunct="1">
              <a:spcAft>
                <a:spcPts val="0"/>
              </a:spcAft>
            </a:pPr>
            <a:r>
              <a:rPr lang="en-SG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Level =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58DB07-742A-5AF2-9E48-E8122AF22075}"/>
              </a:ext>
            </a:extLst>
          </p:cNvPr>
          <p:cNvSpPr txBox="1"/>
          <p:nvPr/>
        </p:nvSpPr>
        <p:spPr>
          <a:xfrm>
            <a:off x="8550766" y="1857702"/>
            <a:ext cx="812866" cy="2352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normAutofit fontScale="32500" lnSpcReduction="20000"/>
          </a:bodyPr>
          <a:lstStyle/>
          <a:p>
            <a:pPr algn="l" eaLnBrk="1" fontAlgn="auto" hangingPunct="1">
              <a:spcAft>
                <a:spcPts val="0"/>
              </a:spcAft>
            </a:pPr>
            <a:r>
              <a:rPr lang="en-SG" sz="28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Level = 2</a:t>
            </a:r>
          </a:p>
        </p:txBody>
      </p:sp>
      <p:sp>
        <p:nvSpPr>
          <p:cNvPr id="49" name="object 2">
            <a:extLst>
              <a:ext uri="{FF2B5EF4-FFF2-40B4-BE49-F238E27FC236}">
                <a16:creationId xmlns:a16="http://schemas.microsoft.com/office/drawing/2014/main" id="{15B88848-D7D1-5002-48A2-77CAEFDCE6AF}"/>
              </a:ext>
            </a:extLst>
          </p:cNvPr>
          <p:cNvSpPr/>
          <p:nvPr/>
        </p:nvSpPr>
        <p:spPr>
          <a:xfrm>
            <a:off x="10633812" y="738059"/>
            <a:ext cx="680098" cy="559064"/>
          </a:xfrm>
          <a:prstGeom prst="ellipse">
            <a:avLst/>
          </a:prstGeom>
          <a:ln w="25399">
            <a:solidFill>
              <a:srgbClr val="FAA757"/>
            </a:solidFill>
          </a:ln>
        </p:spPr>
        <p:txBody>
          <a:bodyPr wrap="square" lIns="0" tIns="0" rIns="0" bIns="0" rtlCol="0"/>
          <a:lstStyle/>
          <a:p>
            <a:endParaRPr sz="1200">
              <a:latin typeface="Verdana (Body)"/>
            </a:endParaRPr>
          </a:p>
        </p:txBody>
      </p:sp>
    </p:spTree>
    <p:extLst>
      <p:ext uri="{BB962C8B-B14F-4D97-AF65-F5344CB8AC3E}">
        <p14:creationId xmlns:p14="http://schemas.microsoft.com/office/powerpoint/2010/main" val="38072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217F8-1AAD-8CC3-C251-5786FFF4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0A4D38E3-30EC-3710-554C-AC1E1E29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SG" dirty="0"/>
              <a:t>Height of A Node in A Binary Tree</a:t>
            </a:r>
            <a:endParaRPr lang="en-US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7AF6F2-E835-D099-F47F-0C3B7CCFC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656" y="1332390"/>
            <a:ext cx="10819070" cy="4611210"/>
          </a:xfrm>
        </p:spPr>
        <p:txBody>
          <a:bodyPr/>
          <a:lstStyle/>
          <a:p>
            <a:r>
              <a:rPr lang="en-US" dirty="0"/>
              <a:t>The height of a tree: The number of edges on the longest path from the root to a leaf</a:t>
            </a:r>
          </a:p>
          <a:p>
            <a:pPr lvl="1"/>
            <a:r>
              <a:rPr lang="en-SG" dirty="0"/>
              <a:t>Leaf node returns 0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None node (empty) returns -1</a:t>
            </a:r>
            <a:endParaRPr lang="en-SG" b="1" dirty="0">
              <a:solidFill>
                <a:srgbClr val="FF0000"/>
              </a:solidFill>
            </a:endParaRPr>
          </a:p>
          <a:p>
            <a:pPr lvl="1"/>
            <a:endParaRPr lang="en-SG" dirty="0"/>
          </a:p>
          <a:p>
            <a:endParaRPr lang="en-SG" dirty="0"/>
          </a:p>
        </p:txBody>
      </p:sp>
      <p:sp>
        <p:nvSpPr>
          <p:cNvPr id="4" name="圆角矩形 163">
            <a:extLst>
              <a:ext uri="{FF2B5EF4-FFF2-40B4-BE49-F238E27FC236}">
                <a16:creationId xmlns:a16="http://schemas.microsoft.com/office/drawing/2014/main" id="{E92575BF-0CAE-7E23-37C7-1AB474DC4FA2}"/>
              </a:ext>
            </a:extLst>
          </p:cNvPr>
          <p:cNvSpPr/>
          <p:nvPr/>
        </p:nvSpPr>
        <p:spPr>
          <a:xfrm>
            <a:off x="8181116" y="3431370"/>
            <a:ext cx="1902993" cy="1404054"/>
          </a:xfrm>
          <a:prstGeom prst="round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737AD8D8-2512-A49D-E899-AD904758E60C}"/>
              </a:ext>
            </a:extLst>
          </p:cNvPr>
          <p:cNvSpPr/>
          <p:nvPr/>
        </p:nvSpPr>
        <p:spPr>
          <a:xfrm>
            <a:off x="9846562" y="1931459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3659955-4361-95E1-AD9D-B75E7DE1DF5F}"/>
              </a:ext>
            </a:extLst>
          </p:cNvPr>
          <p:cNvSpPr txBox="1"/>
          <p:nvPr/>
        </p:nvSpPr>
        <p:spPr>
          <a:xfrm>
            <a:off x="9967179" y="1975239"/>
            <a:ext cx="166973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latin typeface="Verdana (Body)"/>
                <a:cs typeface="Calibri"/>
              </a:rPr>
              <a:t>H</a:t>
            </a:r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BF4D0060-7707-AD61-4C26-C97EB98EBAE2}"/>
              </a:ext>
            </a:extLst>
          </p:cNvPr>
          <p:cNvSpPr/>
          <p:nvPr/>
        </p:nvSpPr>
        <p:spPr>
          <a:xfrm>
            <a:off x="9084154" y="2411487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7C224271-5DD9-2CAA-6087-478ADF7360A9}"/>
              </a:ext>
            </a:extLst>
          </p:cNvPr>
          <p:cNvSpPr txBox="1"/>
          <p:nvPr/>
        </p:nvSpPr>
        <p:spPr>
          <a:xfrm>
            <a:off x="9218007" y="2460255"/>
            <a:ext cx="13609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latin typeface="Verdana (Body)"/>
                <a:cs typeface="Calibri"/>
              </a:rPr>
              <a:t>E</a:t>
            </a:r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67EE9737-6531-D348-E34E-08528B591E8E}"/>
              </a:ext>
            </a:extLst>
          </p:cNvPr>
          <p:cNvSpPr/>
          <p:nvPr/>
        </p:nvSpPr>
        <p:spPr>
          <a:xfrm>
            <a:off x="8702924" y="2967141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07264414-3507-5E10-59D1-EE67D9397C9E}"/>
              </a:ext>
            </a:extLst>
          </p:cNvPr>
          <p:cNvSpPr txBox="1"/>
          <p:nvPr/>
        </p:nvSpPr>
        <p:spPr>
          <a:xfrm>
            <a:off x="8831321" y="3015909"/>
            <a:ext cx="148700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latin typeface="Verdana (Body)"/>
                <a:cs typeface="Calibri"/>
              </a:rPr>
              <a:t>B</a:t>
            </a:r>
            <a:endParaRPr sz="1400">
              <a:latin typeface="Verdana (Body)"/>
              <a:cs typeface="Calibri"/>
            </a:endParaRPr>
          </a:p>
        </p:txBody>
      </p:sp>
      <p:sp>
        <p:nvSpPr>
          <p:cNvPr id="11" name="object 17">
            <a:extLst>
              <a:ext uri="{FF2B5EF4-FFF2-40B4-BE49-F238E27FC236}">
                <a16:creationId xmlns:a16="http://schemas.microsoft.com/office/drawing/2014/main" id="{164485D5-60F9-62BD-51BB-B3DC8DB56D4E}"/>
              </a:ext>
            </a:extLst>
          </p:cNvPr>
          <p:cNvSpPr/>
          <p:nvPr/>
        </p:nvSpPr>
        <p:spPr>
          <a:xfrm>
            <a:off x="9465358" y="2967141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12" name="object 18">
            <a:extLst>
              <a:ext uri="{FF2B5EF4-FFF2-40B4-BE49-F238E27FC236}">
                <a16:creationId xmlns:a16="http://schemas.microsoft.com/office/drawing/2014/main" id="{E08E8ECF-1473-CC65-72EF-93C364812D85}"/>
              </a:ext>
            </a:extLst>
          </p:cNvPr>
          <p:cNvSpPr txBox="1"/>
          <p:nvPr/>
        </p:nvSpPr>
        <p:spPr>
          <a:xfrm>
            <a:off x="9602054" y="3015909"/>
            <a:ext cx="12979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latin typeface="Verdana (Body)"/>
                <a:cs typeface="Calibri"/>
              </a:rPr>
              <a:t>F</a:t>
            </a:r>
            <a:endParaRPr sz="1400">
              <a:latin typeface="Verdana (Body)"/>
              <a:cs typeface="Calibri"/>
            </a:endParaRPr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BA0BA02C-7349-D124-6714-3069CAB9F6AD}"/>
              </a:ext>
            </a:extLst>
          </p:cNvPr>
          <p:cNvSpPr/>
          <p:nvPr/>
        </p:nvSpPr>
        <p:spPr>
          <a:xfrm>
            <a:off x="10608996" y="2411487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2DFA676-D0CB-84D7-23BD-37713A96F17A}"/>
              </a:ext>
            </a:extLst>
          </p:cNvPr>
          <p:cNvSpPr txBox="1"/>
          <p:nvPr/>
        </p:nvSpPr>
        <p:spPr>
          <a:xfrm>
            <a:off x="10749535" y="2460255"/>
            <a:ext cx="12097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latin typeface="Verdana (Body)"/>
                <a:cs typeface="Calibri"/>
              </a:rPr>
              <a:t>L</a:t>
            </a:r>
            <a:endParaRPr sz="1400">
              <a:latin typeface="Verdana (Body)"/>
              <a:cs typeface="Calibri"/>
            </a:endParaRPr>
          </a:p>
        </p:txBody>
      </p:sp>
      <p:sp>
        <p:nvSpPr>
          <p:cNvPr id="15" name="object 23">
            <a:extLst>
              <a:ext uri="{FF2B5EF4-FFF2-40B4-BE49-F238E27FC236}">
                <a16:creationId xmlns:a16="http://schemas.microsoft.com/office/drawing/2014/main" id="{9317D1F1-BA6C-42FB-73AA-0675E5EDF8FE}"/>
              </a:ext>
            </a:extLst>
          </p:cNvPr>
          <p:cNvSpPr/>
          <p:nvPr/>
        </p:nvSpPr>
        <p:spPr>
          <a:xfrm>
            <a:off x="10227792" y="2967141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16" name="object 24">
            <a:extLst>
              <a:ext uri="{FF2B5EF4-FFF2-40B4-BE49-F238E27FC236}">
                <a16:creationId xmlns:a16="http://schemas.microsoft.com/office/drawing/2014/main" id="{A97CBD3B-4B79-1EA1-A91B-9C11CB1E906A}"/>
              </a:ext>
            </a:extLst>
          </p:cNvPr>
          <p:cNvSpPr txBox="1"/>
          <p:nvPr/>
        </p:nvSpPr>
        <p:spPr>
          <a:xfrm>
            <a:off x="10378321" y="3015909"/>
            <a:ext cx="97664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latin typeface="Verdana (Body)"/>
                <a:cs typeface="Calibri"/>
              </a:rPr>
              <a:t>J</a:t>
            </a:r>
            <a:endParaRPr sz="1400">
              <a:latin typeface="Verdana (Body)"/>
              <a:cs typeface="Calibri"/>
            </a:endParaRPr>
          </a:p>
        </p:txBody>
      </p:sp>
      <p:sp>
        <p:nvSpPr>
          <p:cNvPr id="17" name="object 26">
            <a:extLst>
              <a:ext uri="{FF2B5EF4-FFF2-40B4-BE49-F238E27FC236}">
                <a16:creationId xmlns:a16="http://schemas.microsoft.com/office/drawing/2014/main" id="{2AB375DF-5FA5-F2DF-F03A-C824C2C95454}"/>
              </a:ext>
            </a:extLst>
          </p:cNvPr>
          <p:cNvSpPr/>
          <p:nvPr/>
        </p:nvSpPr>
        <p:spPr>
          <a:xfrm>
            <a:off x="10990200" y="2967141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18" name="object 27">
            <a:extLst>
              <a:ext uri="{FF2B5EF4-FFF2-40B4-BE49-F238E27FC236}">
                <a16:creationId xmlns:a16="http://schemas.microsoft.com/office/drawing/2014/main" id="{D794845E-14C3-121B-DCF6-6F11715884B2}"/>
              </a:ext>
            </a:extLst>
          </p:cNvPr>
          <p:cNvSpPr txBox="1"/>
          <p:nvPr/>
        </p:nvSpPr>
        <p:spPr>
          <a:xfrm>
            <a:off x="11087990" y="3015909"/>
            <a:ext cx="21926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20" dirty="0">
                <a:latin typeface="Verdana (Body)"/>
                <a:cs typeface="Calibri"/>
              </a:rPr>
              <a:t>M</a:t>
            </a:r>
            <a:endParaRPr sz="1400">
              <a:latin typeface="Verdana (Body)"/>
              <a:cs typeface="Calibri"/>
            </a:endParaRPr>
          </a:p>
        </p:txBody>
      </p:sp>
      <p:sp>
        <p:nvSpPr>
          <p:cNvPr id="19" name="object 47">
            <a:extLst>
              <a:ext uri="{FF2B5EF4-FFF2-40B4-BE49-F238E27FC236}">
                <a16:creationId xmlns:a16="http://schemas.microsoft.com/office/drawing/2014/main" id="{763138BF-393B-DA7D-3A27-B36B47AFC0A8}"/>
              </a:ext>
            </a:extLst>
          </p:cNvPr>
          <p:cNvSpPr/>
          <p:nvPr/>
        </p:nvSpPr>
        <p:spPr>
          <a:xfrm>
            <a:off x="9584152" y="3557710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20" name="object 48">
            <a:extLst>
              <a:ext uri="{FF2B5EF4-FFF2-40B4-BE49-F238E27FC236}">
                <a16:creationId xmlns:a16="http://schemas.microsoft.com/office/drawing/2014/main" id="{A64C4E22-E2D9-18CE-4A56-766FA97095A7}"/>
              </a:ext>
            </a:extLst>
          </p:cNvPr>
          <p:cNvSpPr txBox="1"/>
          <p:nvPr/>
        </p:nvSpPr>
        <p:spPr>
          <a:xfrm>
            <a:off x="9703989" y="3606478"/>
            <a:ext cx="168863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latin typeface="Verdana (Body)"/>
                <a:cs typeface="Calibri"/>
              </a:rPr>
              <a:t>G</a:t>
            </a:r>
            <a:endParaRPr sz="1400" dirty="0">
              <a:latin typeface="Verdana (Body)"/>
              <a:cs typeface="Calibri"/>
            </a:endParaRPr>
          </a:p>
        </p:txBody>
      </p:sp>
      <p:sp>
        <p:nvSpPr>
          <p:cNvPr id="21" name="object 50">
            <a:extLst>
              <a:ext uri="{FF2B5EF4-FFF2-40B4-BE49-F238E27FC236}">
                <a16:creationId xmlns:a16="http://schemas.microsoft.com/office/drawing/2014/main" id="{01D2BE5A-54BA-4AA8-ECA9-2FFD22D7528B}"/>
              </a:ext>
            </a:extLst>
          </p:cNvPr>
          <p:cNvSpPr/>
          <p:nvPr/>
        </p:nvSpPr>
        <p:spPr>
          <a:xfrm>
            <a:off x="10613774" y="3562079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22" name="object 51">
            <a:extLst>
              <a:ext uri="{FF2B5EF4-FFF2-40B4-BE49-F238E27FC236}">
                <a16:creationId xmlns:a16="http://schemas.microsoft.com/office/drawing/2014/main" id="{BDA9F0E0-CAA7-F28C-8BAD-DCDAEE3AA7AE}"/>
              </a:ext>
            </a:extLst>
          </p:cNvPr>
          <p:cNvSpPr txBox="1"/>
          <p:nvPr/>
        </p:nvSpPr>
        <p:spPr>
          <a:xfrm>
            <a:off x="10744573" y="3610847"/>
            <a:ext cx="14365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latin typeface="Verdana (Body)"/>
                <a:cs typeface="Calibri"/>
              </a:rPr>
              <a:t>K</a:t>
            </a:r>
            <a:endParaRPr sz="1400" dirty="0">
              <a:latin typeface="Verdana (Body)"/>
              <a:cs typeface="Calibri"/>
            </a:endParaRPr>
          </a:p>
        </p:txBody>
      </p:sp>
      <p:sp>
        <p:nvSpPr>
          <p:cNvPr id="23" name="object 59">
            <a:extLst>
              <a:ext uri="{FF2B5EF4-FFF2-40B4-BE49-F238E27FC236}">
                <a16:creationId xmlns:a16="http://schemas.microsoft.com/office/drawing/2014/main" id="{92FAB905-68DA-B046-DE71-570D75EE9A37}"/>
              </a:ext>
            </a:extLst>
          </p:cNvPr>
          <p:cNvSpPr/>
          <p:nvPr/>
        </p:nvSpPr>
        <p:spPr>
          <a:xfrm>
            <a:off x="10089555" y="3562079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24" name="object 60">
            <a:extLst>
              <a:ext uri="{FF2B5EF4-FFF2-40B4-BE49-F238E27FC236}">
                <a16:creationId xmlns:a16="http://schemas.microsoft.com/office/drawing/2014/main" id="{504052DD-F4F5-2932-363D-D53FE5B53302}"/>
              </a:ext>
            </a:extLst>
          </p:cNvPr>
          <p:cNvSpPr txBox="1"/>
          <p:nvPr/>
        </p:nvSpPr>
        <p:spPr>
          <a:xfrm>
            <a:off x="10246682" y="3610847"/>
            <a:ext cx="82541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5" dirty="0">
                <a:latin typeface="Verdana (Body)"/>
                <a:cs typeface="Calibri"/>
              </a:rPr>
              <a:t>I</a:t>
            </a:r>
            <a:endParaRPr sz="1400" dirty="0">
              <a:latin typeface="Verdana (Body)"/>
              <a:cs typeface="Calibri"/>
            </a:endParaRPr>
          </a:p>
        </p:txBody>
      </p:sp>
      <p:sp>
        <p:nvSpPr>
          <p:cNvPr id="25" name="object 65">
            <a:extLst>
              <a:ext uri="{FF2B5EF4-FFF2-40B4-BE49-F238E27FC236}">
                <a16:creationId xmlns:a16="http://schemas.microsoft.com/office/drawing/2014/main" id="{B035EA81-A5DF-E840-63E0-DDD19AF28213}"/>
              </a:ext>
            </a:extLst>
          </p:cNvPr>
          <p:cNvSpPr/>
          <p:nvPr/>
        </p:nvSpPr>
        <p:spPr>
          <a:xfrm>
            <a:off x="8960900" y="3562079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26" name="object 66">
            <a:extLst>
              <a:ext uri="{FF2B5EF4-FFF2-40B4-BE49-F238E27FC236}">
                <a16:creationId xmlns:a16="http://schemas.microsoft.com/office/drawing/2014/main" id="{193C50A3-41AF-5961-B3A4-138C9BEEC837}"/>
              </a:ext>
            </a:extLst>
          </p:cNvPr>
          <p:cNvSpPr txBox="1"/>
          <p:nvPr/>
        </p:nvSpPr>
        <p:spPr>
          <a:xfrm>
            <a:off x="9090343" y="3610847"/>
            <a:ext cx="146180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latin typeface="Verdana (Body)"/>
                <a:cs typeface="Calibri"/>
              </a:rPr>
              <a:t>C</a:t>
            </a:r>
            <a:endParaRPr sz="1400">
              <a:latin typeface="Verdana (Body)"/>
              <a:cs typeface="Calibri"/>
            </a:endParaRPr>
          </a:p>
        </p:txBody>
      </p:sp>
      <p:sp>
        <p:nvSpPr>
          <p:cNvPr id="27" name="object 71">
            <a:extLst>
              <a:ext uri="{FF2B5EF4-FFF2-40B4-BE49-F238E27FC236}">
                <a16:creationId xmlns:a16="http://schemas.microsoft.com/office/drawing/2014/main" id="{4EC5C13C-B888-7D47-9CBA-A1680523C47C}"/>
              </a:ext>
            </a:extLst>
          </p:cNvPr>
          <p:cNvSpPr/>
          <p:nvPr/>
        </p:nvSpPr>
        <p:spPr>
          <a:xfrm>
            <a:off x="8436682" y="3562079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28" name="object 72">
            <a:extLst>
              <a:ext uri="{FF2B5EF4-FFF2-40B4-BE49-F238E27FC236}">
                <a16:creationId xmlns:a16="http://schemas.microsoft.com/office/drawing/2014/main" id="{06F2D6A2-93B3-61FB-7327-5457B09DC815}"/>
              </a:ext>
            </a:extLst>
          </p:cNvPr>
          <p:cNvSpPr txBox="1"/>
          <p:nvPr/>
        </p:nvSpPr>
        <p:spPr>
          <a:xfrm>
            <a:off x="8561652" y="3610847"/>
            <a:ext cx="156892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latin typeface="Verdana (Body)"/>
                <a:cs typeface="Calibri"/>
              </a:rPr>
              <a:t>A</a:t>
            </a:r>
            <a:endParaRPr sz="1400">
              <a:latin typeface="Verdana (Body)"/>
              <a:cs typeface="Calibri"/>
            </a:endParaRPr>
          </a:p>
        </p:txBody>
      </p:sp>
      <p:sp>
        <p:nvSpPr>
          <p:cNvPr id="29" name="object 77">
            <a:extLst>
              <a:ext uri="{FF2B5EF4-FFF2-40B4-BE49-F238E27FC236}">
                <a16:creationId xmlns:a16="http://schemas.microsoft.com/office/drawing/2014/main" id="{4FA8DE49-30A1-4D74-D53A-BDABC4025252}"/>
              </a:ext>
            </a:extLst>
          </p:cNvPr>
          <p:cNvSpPr/>
          <p:nvPr/>
        </p:nvSpPr>
        <p:spPr>
          <a:xfrm>
            <a:off x="9151515" y="4156979"/>
            <a:ext cx="439800" cy="379801"/>
          </a:xfrm>
          <a:prstGeom prst="ellipse">
            <a:avLst/>
          </a:prstGeom>
          <a:ln w="25399">
            <a:solidFill>
              <a:srgbClr val="BD0000"/>
            </a:solidFill>
          </a:ln>
        </p:spPr>
        <p:txBody>
          <a:bodyPr wrap="square" lIns="0" tIns="0" rIns="0" bIns="0" rtlCol="0"/>
          <a:lstStyle/>
          <a:p>
            <a:endParaRPr sz="1400">
              <a:latin typeface="Verdana (Body)"/>
            </a:endParaRPr>
          </a:p>
        </p:txBody>
      </p:sp>
      <p:sp>
        <p:nvSpPr>
          <p:cNvPr id="30" name="object 78">
            <a:extLst>
              <a:ext uri="{FF2B5EF4-FFF2-40B4-BE49-F238E27FC236}">
                <a16:creationId xmlns:a16="http://schemas.microsoft.com/office/drawing/2014/main" id="{7B4895FA-78BD-BF33-2F89-61787BE60F37}"/>
              </a:ext>
            </a:extLst>
          </p:cNvPr>
          <p:cNvSpPr txBox="1"/>
          <p:nvPr/>
        </p:nvSpPr>
        <p:spPr>
          <a:xfrm>
            <a:off x="9272884" y="4200757"/>
            <a:ext cx="165083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latin typeface="Verdana (Body)"/>
                <a:cs typeface="Calibri"/>
              </a:rPr>
              <a:t>D</a:t>
            </a:r>
            <a:endParaRPr sz="1400">
              <a:latin typeface="Verdana (Body)"/>
              <a:cs typeface="Calibri"/>
            </a:endParaRPr>
          </a:p>
        </p:txBody>
      </p:sp>
      <p:cxnSp>
        <p:nvCxnSpPr>
          <p:cNvPr id="31" name="直接箭头连接符 110">
            <a:extLst>
              <a:ext uri="{FF2B5EF4-FFF2-40B4-BE49-F238E27FC236}">
                <a16:creationId xmlns:a16="http://schemas.microsoft.com/office/drawing/2014/main" id="{A9DCE23D-0DCB-9DE0-290D-12DED3896CFC}"/>
              </a:ext>
            </a:extLst>
          </p:cNvPr>
          <p:cNvCxnSpPr>
            <a:stCxn id="5" idx="5"/>
            <a:endCxn id="13" idx="1"/>
          </p:cNvCxnSpPr>
          <p:nvPr/>
        </p:nvCxnSpPr>
        <p:spPr>
          <a:xfrm>
            <a:off x="10221956" y="2255639"/>
            <a:ext cx="451449" cy="2114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111">
            <a:extLst>
              <a:ext uri="{FF2B5EF4-FFF2-40B4-BE49-F238E27FC236}">
                <a16:creationId xmlns:a16="http://schemas.microsoft.com/office/drawing/2014/main" id="{AC671537-A579-0C2F-A3C4-6887816B3739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9459548" y="2255639"/>
            <a:ext cx="451423" cy="2114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112">
            <a:extLst>
              <a:ext uri="{FF2B5EF4-FFF2-40B4-BE49-F238E27FC236}">
                <a16:creationId xmlns:a16="http://schemas.microsoft.com/office/drawing/2014/main" id="{7730EF48-14C5-8D51-C603-EB7DDB28ED16}"/>
              </a:ext>
            </a:extLst>
          </p:cNvPr>
          <p:cNvCxnSpPr>
            <a:stCxn id="7" idx="4"/>
            <a:endCxn id="9" idx="7"/>
          </p:cNvCxnSpPr>
          <p:nvPr/>
        </p:nvCxnSpPr>
        <p:spPr>
          <a:xfrm flipH="1">
            <a:off x="9078317" y="2791287"/>
            <a:ext cx="225739" cy="2314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113">
            <a:extLst>
              <a:ext uri="{FF2B5EF4-FFF2-40B4-BE49-F238E27FC236}">
                <a16:creationId xmlns:a16="http://schemas.microsoft.com/office/drawing/2014/main" id="{A39A3F4E-0695-3E58-5E05-2BD2EC6929D3}"/>
              </a:ext>
            </a:extLst>
          </p:cNvPr>
          <p:cNvCxnSpPr>
            <a:stCxn id="13" idx="3"/>
            <a:endCxn id="15" idx="0"/>
          </p:cNvCxnSpPr>
          <p:nvPr/>
        </p:nvCxnSpPr>
        <p:spPr>
          <a:xfrm flipH="1">
            <a:off x="10447693" y="2735666"/>
            <a:ext cx="225711" cy="2314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114">
            <a:extLst>
              <a:ext uri="{FF2B5EF4-FFF2-40B4-BE49-F238E27FC236}">
                <a16:creationId xmlns:a16="http://schemas.microsoft.com/office/drawing/2014/main" id="{17B466AA-FDAD-1A88-2547-5911ADF02C66}"/>
              </a:ext>
            </a:extLst>
          </p:cNvPr>
          <p:cNvCxnSpPr>
            <a:stCxn id="7" idx="4"/>
            <a:endCxn id="11" idx="1"/>
          </p:cNvCxnSpPr>
          <p:nvPr/>
        </p:nvCxnSpPr>
        <p:spPr>
          <a:xfrm>
            <a:off x="9304056" y="2791287"/>
            <a:ext cx="225711" cy="2314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115">
            <a:extLst>
              <a:ext uri="{FF2B5EF4-FFF2-40B4-BE49-F238E27FC236}">
                <a16:creationId xmlns:a16="http://schemas.microsoft.com/office/drawing/2014/main" id="{EF288460-DEBB-371E-8F39-BA28A8227EAD}"/>
              </a:ext>
            </a:extLst>
          </p:cNvPr>
          <p:cNvCxnSpPr>
            <a:stCxn id="13" idx="5"/>
            <a:endCxn id="17" idx="0"/>
          </p:cNvCxnSpPr>
          <p:nvPr/>
        </p:nvCxnSpPr>
        <p:spPr>
          <a:xfrm>
            <a:off x="10984388" y="2735666"/>
            <a:ext cx="225712" cy="2314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116">
            <a:extLst>
              <a:ext uri="{FF2B5EF4-FFF2-40B4-BE49-F238E27FC236}">
                <a16:creationId xmlns:a16="http://schemas.microsoft.com/office/drawing/2014/main" id="{ACE9B4F2-FEF9-F9BC-732A-4113F6E08DE0}"/>
              </a:ext>
            </a:extLst>
          </p:cNvPr>
          <p:cNvCxnSpPr>
            <a:stCxn id="9" idx="4"/>
            <a:endCxn id="25" idx="0"/>
          </p:cNvCxnSpPr>
          <p:nvPr/>
        </p:nvCxnSpPr>
        <p:spPr>
          <a:xfrm>
            <a:off x="8922824" y="3346941"/>
            <a:ext cx="257976" cy="215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117">
            <a:extLst>
              <a:ext uri="{FF2B5EF4-FFF2-40B4-BE49-F238E27FC236}">
                <a16:creationId xmlns:a16="http://schemas.microsoft.com/office/drawing/2014/main" id="{7C6D18BA-1AC3-2294-880B-262856CB8E26}"/>
              </a:ext>
            </a:extLst>
          </p:cNvPr>
          <p:cNvCxnSpPr>
            <a:stCxn id="9" idx="4"/>
            <a:endCxn id="27" idx="0"/>
          </p:cNvCxnSpPr>
          <p:nvPr/>
        </p:nvCxnSpPr>
        <p:spPr>
          <a:xfrm flipH="1">
            <a:off x="8656583" y="3346941"/>
            <a:ext cx="266242" cy="215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118">
            <a:extLst>
              <a:ext uri="{FF2B5EF4-FFF2-40B4-BE49-F238E27FC236}">
                <a16:creationId xmlns:a16="http://schemas.microsoft.com/office/drawing/2014/main" id="{CA60410C-87FE-50D1-D5AF-9ACF0C84D457}"/>
              </a:ext>
            </a:extLst>
          </p:cNvPr>
          <p:cNvCxnSpPr>
            <a:stCxn id="15" idx="4"/>
            <a:endCxn id="23" idx="0"/>
          </p:cNvCxnSpPr>
          <p:nvPr/>
        </p:nvCxnSpPr>
        <p:spPr>
          <a:xfrm flipH="1">
            <a:off x="10309456" y="3346941"/>
            <a:ext cx="138236" cy="215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119">
            <a:extLst>
              <a:ext uri="{FF2B5EF4-FFF2-40B4-BE49-F238E27FC236}">
                <a16:creationId xmlns:a16="http://schemas.microsoft.com/office/drawing/2014/main" id="{BE1FF92E-99F0-1D3A-9548-069D803D7ECB}"/>
              </a:ext>
            </a:extLst>
          </p:cNvPr>
          <p:cNvCxnSpPr>
            <a:stCxn id="11" idx="4"/>
            <a:endCxn id="19" idx="0"/>
          </p:cNvCxnSpPr>
          <p:nvPr/>
        </p:nvCxnSpPr>
        <p:spPr>
          <a:xfrm>
            <a:off x="9685259" y="3346941"/>
            <a:ext cx="118794" cy="2107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120">
            <a:extLst>
              <a:ext uri="{FF2B5EF4-FFF2-40B4-BE49-F238E27FC236}">
                <a16:creationId xmlns:a16="http://schemas.microsoft.com/office/drawing/2014/main" id="{2CA39D4D-5A2C-785B-B1B7-B5C403F23F52}"/>
              </a:ext>
            </a:extLst>
          </p:cNvPr>
          <p:cNvCxnSpPr>
            <a:stCxn id="15" idx="4"/>
            <a:endCxn id="21" idx="0"/>
          </p:cNvCxnSpPr>
          <p:nvPr/>
        </p:nvCxnSpPr>
        <p:spPr>
          <a:xfrm>
            <a:off x="10447692" y="3346941"/>
            <a:ext cx="385982" cy="215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121">
            <a:extLst>
              <a:ext uri="{FF2B5EF4-FFF2-40B4-BE49-F238E27FC236}">
                <a16:creationId xmlns:a16="http://schemas.microsoft.com/office/drawing/2014/main" id="{6B6A9BED-6968-3737-190A-0B35FC653608}"/>
              </a:ext>
            </a:extLst>
          </p:cNvPr>
          <p:cNvCxnSpPr>
            <a:stCxn id="25" idx="4"/>
            <a:endCxn id="29" idx="0"/>
          </p:cNvCxnSpPr>
          <p:nvPr/>
        </p:nvCxnSpPr>
        <p:spPr>
          <a:xfrm>
            <a:off x="9180801" y="3941879"/>
            <a:ext cx="190615" cy="2150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122">
            <a:extLst>
              <a:ext uri="{FF2B5EF4-FFF2-40B4-BE49-F238E27FC236}">
                <a16:creationId xmlns:a16="http://schemas.microsoft.com/office/drawing/2014/main" id="{86533E9F-186C-013A-76D9-A3200F41B307}"/>
              </a:ext>
            </a:extLst>
          </p:cNvPr>
          <p:cNvSpPr txBox="1"/>
          <p:nvPr/>
        </p:nvSpPr>
        <p:spPr>
          <a:xfrm>
            <a:off x="8234513" y="3618343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0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44" name="文本框 123">
            <a:extLst>
              <a:ext uri="{FF2B5EF4-FFF2-40B4-BE49-F238E27FC236}">
                <a16:creationId xmlns:a16="http://schemas.microsoft.com/office/drawing/2014/main" id="{AE15B5E7-5E5D-8C55-9C45-44A7A70BD739}"/>
              </a:ext>
            </a:extLst>
          </p:cNvPr>
          <p:cNvSpPr txBox="1"/>
          <p:nvPr/>
        </p:nvSpPr>
        <p:spPr>
          <a:xfrm>
            <a:off x="8932931" y="4218812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0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45" name="文本框 124">
            <a:extLst>
              <a:ext uri="{FF2B5EF4-FFF2-40B4-BE49-F238E27FC236}">
                <a16:creationId xmlns:a16="http://schemas.microsoft.com/office/drawing/2014/main" id="{C6020B3A-A64C-85DA-36A0-AD260802E502}"/>
              </a:ext>
            </a:extLst>
          </p:cNvPr>
          <p:cNvSpPr txBox="1"/>
          <p:nvPr/>
        </p:nvSpPr>
        <p:spPr>
          <a:xfrm>
            <a:off x="8862148" y="3791809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1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46" name="文本框 125">
            <a:extLst>
              <a:ext uri="{FF2B5EF4-FFF2-40B4-BE49-F238E27FC236}">
                <a16:creationId xmlns:a16="http://schemas.microsoft.com/office/drawing/2014/main" id="{4545CA60-F377-19A4-14F8-F02BE9A71DDC}"/>
              </a:ext>
            </a:extLst>
          </p:cNvPr>
          <p:cNvSpPr txBox="1"/>
          <p:nvPr/>
        </p:nvSpPr>
        <p:spPr>
          <a:xfrm>
            <a:off x="8472016" y="2947965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2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47" name="文本框 126">
            <a:extLst>
              <a:ext uri="{FF2B5EF4-FFF2-40B4-BE49-F238E27FC236}">
                <a16:creationId xmlns:a16="http://schemas.microsoft.com/office/drawing/2014/main" id="{4AF42F4D-1142-4A74-18B5-2C0C404FD601}"/>
              </a:ext>
            </a:extLst>
          </p:cNvPr>
          <p:cNvSpPr txBox="1"/>
          <p:nvPr/>
        </p:nvSpPr>
        <p:spPr>
          <a:xfrm>
            <a:off x="9410614" y="3459209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0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48" name="文本框 127">
            <a:extLst>
              <a:ext uri="{FF2B5EF4-FFF2-40B4-BE49-F238E27FC236}">
                <a16:creationId xmlns:a16="http://schemas.microsoft.com/office/drawing/2014/main" id="{4B582AAB-CA4C-A473-C931-11747EB51935}"/>
              </a:ext>
            </a:extLst>
          </p:cNvPr>
          <p:cNvSpPr txBox="1"/>
          <p:nvPr/>
        </p:nvSpPr>
        <p:spPr>
          <a:xfrm>
            <a:off x="9259932" y="2974428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1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49" name="文本框 128">
            <a:extLst>
              <a:ext uri="{FF2B5EF4-FFF2-40B4-BE49-F238E27FC236}">
                <a16:creationId xmlns:a16="http://schemas.microsoft.com/office/drawing/2014/main" id="{6303B048-AD60-027A-D606-B312AADB0663}"/>
              </a:ext>
            </a:extLst>
          </p:cNvPr>
          <p:cNvSpPr txBox="1"/>
          <p:nvPr/>
        </p:nvSpPr>
        <p:spPr>
          <a:xfrm>
            <a:off x="8871497" y="2371893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3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50" name="文本框 129">
            <a:extLst>
              <a:ext uri="{FF2B5EF4-FFF2-40B4-BE49-F238E27FC236}">
                <a16:creationId xmlns:a16="http://schemas.microsoft.com/office/drawing/2014/main" id="{31757D92-F1F3-A964-CCA6-0706A3E6D3CA}"/>
              </a:ext>
            </a:extLst>
          </p:cNvPr>
          <p:cNvSpPr txBox="1"/>
          <p:nvPr/>
        </p:nvSpPr>
        <p:spPr>
          <a:xfrm>
            <a:off x="10005785" y="3355932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0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51" name="文本框 130">
            <a:extLst>
              <a:ext uri="{FF2B5EF4-FFF2-40B4-BE49-F238E27FC236}">
                <a16:creationId xmlns:a16="http://schemas.microsoft.com/office/drawing/2014/main" id="{1DF98BA4-F1C3-0F2D-2D5F-D75E8BC2454B}"/>
              </a:ext>
            </a:extLst>
          </p:cNvPr>
          <p:cNvSpPr txBox="1"/>
          <p:nvPr/>
        </p:nvSpPr>
        <p:spPr>
          <a:xfrm>
            <a:off x="10482295" y="3419469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0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52" name="文本框 131">
            <a:extLst>
              <a:ext uri="{FF2B5EF4-FFF2-40B4-BE49-F238E27FC236}">
                <a16:creationId xmlns:a16="http://schemas.microsoft.com/office/drawing/2014/main" id="{C7C5F2F3-4CD9-6BD9-6EBD-3798905A1F8F}"/>
              </a:ext>
            </a:extLst>
          </p:cNvPr>
          <p:cNvSpPr txBox="1"/>
          <p:nvPr/>
        </p:nvSpPr>
        <p:spPr>
          <a:xfrm>
            <a:off x="10035188" y="2896714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1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53" name="文本框 132">
            <a:extLst>
              <a:ext uri="{FF2B5EF4-FFF2-40B4-BE49-F238E27FC236}">
                <a16:creationId xmlns:a16="http://schemas.microsoft.com/office/drawing/2014/main" id="{01B26702-7B32-95C5-48EE-A2874C0F3058}"/>
              </a:ext>
            </a:extLst>
          </p:cNvPr>
          <p:cNvSpPr txBox="1"/>
          <p:nvPr/>
        </p:nvSpPr>
        <p:spPr>
          <a:xfrm>
            <a:off x="10793016" y="2896714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0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54" name="文本框 133">
            <a:extLst>
              <a:ext uri="{FF2B5EF4-FFF2-40B4-BE49-F238E27FC236}">
                <a16:creationId xmlns:a16="http://schemas.microsoft.com/office/drawing/2014/main" id="{C1EED915-6222-0CE5-CC52-24F85D010B2F}"/>
              </a:ext>
            </a:extLst>
          </p:cNvPr>
          <p:cNvSpPr txBox="1"/>
          <p:nvPr/>
        </p:nvSpPr>
        <p:spPr>
          <a:xfrm>
            <a:off x="10399400" y="2423317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2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55" name="文本框 134">
            <a:extLst>
              <a:ext uri="{FF2B5EF4-FFF2-40B4-BE49-F238E27FC236}">
                <a16:creationId xmlns:a16="http://schemas.microsoft.com/office/drawing/2014/main" id="{C66073C3-CD56-29C4-B0D0-117793BC2F0D}"/>
              </a:ext>
            </a:extLst>
          </p:cNvPr>
          <p:cNvSpPr txBox="1"/>
          <p:nvPr/>
        </p:nvSpPr>
        <p:spPr>
          <a:xfrm>
            <a:off x="9658728" y="1912674"/>
            <a:ext cx="308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Verdana (Body)"/>
              </a:rPr>
              <a:t>4</a:t>
            </a:r>
            <a:endParaRPr lang="zh-CN" altLang="en-US" sz="1400" b="1" dirty="0">
              <a:solidFill>
                <a:srgbClr val="C00000"/>
              </a:solidFill>
              <a:latin typeface="Verdana (Body)"/>
            </a:endParaRPr>
          </a:p>
        </p:txBody>
      </p:sp>
      <p:sp>
        <p:nvSpPr>
          <p:cNvPr id="56" name="object 77">
            <a:extLst>
              <a:ext uri="{FF2B5EF4-FFF2-40B4-BE49-F238E27FC236}">
                <a16:creationId xmlns:a16="http://schemas.microsoft.com/office/drawing/2014/main" id="{3FCCD049-1AA6-1AAD-6984-9BC285E17D8D}"/>
              </a:ext>
            </a:extLst>
          </p:cNvPr>
          <p:cNvSpPr/>
          <p:nvPr/>
        </p:nvSpPr>
        <p:spPr>
          <a:xfrm>
            <a:off x="8197562" y="4128255"/>
            <a:ext cx="426039" cy="408525"/>
          </a:xfrm>
          <a:prstGeom prst="ellipse">
            <a:avLst/>
          </a:prstGeom>
          <a:ln w="19050">
            <a:solidFill>
              <a:srgbClr val="C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64FA4E-9A2D-639E-F503-3B2E9D282ABB}"/>
              </a:ext>
            </a:extLst>
          </p:cNvPr>
          <p:cNvSpPr txBox="1"/>
          <p:nvPr/>
        </p:nvSpPr>
        <p:spPr>
          <a:xfrm>
            <a:off x="853734" y="3573357"/>
            <a:ext cx="7143695" cy="2339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calculate_height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(self, node):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node is None: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-1  </a:t>
            </a:r>
          </a:p>
          <a:p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left_height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self.calculate_height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node.left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right_height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self.calculate_height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node.right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6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1 + max(</a:t>
            </a:r>
            <a:r>
              <a:rPr lang="en-US" sz="16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left_height</a:t>
            </a:r>
            <a:r>
              <a:rPr lang="en-US" sz="16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right_height</a:t>
            </a:r>
            <a:r>
              <a:rPr lang="en-US" sz="16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37143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E6467A1A-6599-8D1B-5583-F42D22BB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Other traversals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8BE1F34-73CE-2C3D-61E0-BDCC95E9F7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2500" y="1295400"/>
            <a:ext cx="10782300" cy="4876799"/>
          </a:xfrm>
        </p:spPr>
        <p:txBody>
          <a:bodyPr rtlCol="0"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 dirty="0">
                <a:ea typeface="+mn-ea"/>
                <a:cs typeface="+mn-cs"/>
              </a:rPr>
              <a:t>The other traversals are the reverse of these three standard ones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ea typeface="+mn-ea"/>
              </a:rPr>
              <a:t>That is, the right </a:t>
            </a:r>
            <a:r>
              <a:rPr lang="en-US" dirty="0" err="1">
                <a:ea typeface="+mn-ea"/>
              </a:rPr>
              <a:t>subtree</a:t>
            </a:r>
            <a:r>
              <a:rPr lang="en-US" dirty="0">
                <a:ea typeface="+mn-ea"/>
              </a:rPr>
              <a:t> is traversed before the left </a:t>
            </a:r>
            <a:r>
              <a:rPr lang="en-US" dirty="0" err="1">
                <a:ea typeface="+mn-ea"/>
              </a:rPr>
              <a:t>subtree</a:t>
            </a:r>
            <a:r>
              <a:rPr lang="en-US" dirty="0">
                <a:ea typeface="+mn-ea"/>
              </a:rPr>
              <a:t> is traversed</a:t>
            </a:r>
          </a:p>
          <a:p>
            <a:pPr>
              <a:buFont typeface="Arial"/>
              <a:buChar char="•"/>
              <a:defRPr/>
            </a:pPr>
            <a:r>
              <a:rPr lang="en-US" b="1" dirty="0">
                <a:solidFill>
                  <a:srgbClr val="2906A8"/>
                </a:solidFill>
                <a:ea typeface="+mn-ea"/>
                <a:cs typeface="+mn-cs"/>
              </a:rPr>
              <a:t>Reverse preorder</a:t>
            </a:r>
            <a:r>
              <a:rPr lang="en-US" dirty="0">
                <a:ea typeface="+mn-ea"/>
                <a:cs typeface="+mn-cs"/>
              </a:rPr>
              <a:t>: root, right </a:t>
            </a:r>
            <a:r>
              <a:rPr lang="en-US" dirty="0" err="1">
                <a:ea typeface="+mn-ea"/>
                <a:cs typeface="+mn-cs"/>
              </a:rPr>
              <a:t>subtree</a:t>
            </a:r>
            <a:r>
              <a:rPr lang="en-US" dirty="0">
                <a:ea typeface="+mn-ea"/>
                <a:cs typeface="+mn-cs"/>
              </a:rPr>
              <a:t>, left </a:t>
            </a:r>
            <a:r>
              <a:rPr lang="en-US" dirty="0" err="1">
                <a:ea typeface="+mn-ea"/>
                <a:cs typeface="+mn-cs"/>
              </a:rPr>
              <a:t>subtree</a:t>
            </a:r>
            <a:endParaRPr lang="en-US" dirty="0">
              <a:ea typeface="+mn-ea"/>
              <a:cs typeface="+mn-cs"/>
            </a:endParaRPr>
          </a:p>
          <a:p>
            <a:pPr>
              <a:buFont typeface="Arial"/>
              <a:buChar char="•"/>
              <a:defRPr/>
            </a:pPr>
            <a:r>
              <a:rPr lang="en-US" b="1" dirty="0">
                <a:solidFill>
                  <a:srgbClr val="2906A8"/>
                </a:solidFill>
                <a:ea typeface="+mn-ea"/>
                <a:cs typeface="+mn-cs"/>
              </a:rPr>
              <a:t>Reverse </a:t>
            </a:r>
            <a:r>
              <a:rPr lang="en-US" b="1" dirty="0" err="1">
                <a:solidFill>
                  <a:srgbClr val="2906A8"/>
                </a:solidFill>
                <a:ea typeface="+mn-ea"/>
                <a:cs typeface="+mn-cs"/>
              </a:rPr>
              <a:t>inorder</a:t>
            </a:r>
            <a:r>
              <a:rPr lang="en-US" dirty="0">
                <a:ea typeface="+mn-ea"/>
                <a:cs typeface="+mn-cs"/>
              </a:rPr>
              <a:t>: right </a:t>
            </a:r>
            <a:r>
              <a:rPr lang="en-US" dirty="0" err="1">
                <a:ea typeface="+mn-ea"/>
                <a:cs typeface="+mn-cs"/>
              </a:rPr>
              <a:t>subtree</a:t>
            </a:r>
            <a:r>
              <a:rPr lang="en-US" dirty="0">
                <a:ea typeface="+mn-ea"/>
                <a:cs typeface="+mn-cs"/>
              </a:rPr>
              <a:t>, root, left </a:t>
            </a:r>
            <a:r>
              <a:rPr lang="en-US" dirty="0" err="1">
                <a:ea typeface="+mn-ea"/>
                <a:cs typeface="+mn-cs"/>
              </a:rPr>
              <a:t>subtree</a:t>
            </a:r>
            <a:endParaRPr lang="en-US" dirty="0">
              <a:ea typeface="+mn-ea"/>
              <a:cs typeface="+mn-cs"/>
            </a:endParaRPr>
          </a:p>
          <a:p>
            <a:pPr>
              <a:buFont typeface="Arial"/>
              <a:buChar char="•"/>
              <a:defRPr/>
            </a:pPr>
            <a:r>
              <a:rPr lang="en-US" b="1" dirty="0">
                <a:solidFill>
                  <a:srgbClr val="2906A8"/>
                </a:solidFill>
                <a:ea typeface="+mn-ea"/>
                <a:cs typeface="+mn-cs"/>
              </a:rPr>
              <a:t>Reverse </a:t>
            </a:r>
            <a:r>
              <a:rPr lang="en-US" b="1" dirty="0" err="1">
                <a:solidFill>
                  <a:srgbClr val="2906A8"/>
                </a:solidFill>
                <a:ea typeface="+mn-ea"/>
                <a:cs typeface="+mn-cs"/>
              </a:rPr>
              <a:t>postorder</a:t>
            </a:r>
            <a:r>
              <a:rPr lang="en-US" dirty="0">
                <a:ea typeface="+mn-ea"/>
                <a:cs typeface="+mn-cs"/>
              </a:rPr>
              <a:t>: right </a:t>
            </a:r>
            <a:r>
              <a:rPr lang="en-US" dirty="0" err="1">
                <a:ea typeface="+mn-ea"/>
                <a:cs typeface="+mn-cs"/>
              </a:rPr>
              <a:t>subtree</a:t>
            </a:r>
            <a:r>
              <a:rPr lang="en-US" dirty="0">
                <a:ea typeface="+mn-ea"/>
                <a:cs typeface="+mn-cs"/>
              </a:rPr>
              <a:t>, left </a:t>
            </a:r>
            <a:r>
              <a:rPr lang="en-US" dirty="0" err="1">
                <a:ea typeface="+mn-ea"/>
                <a:cs typeface="+mn-cs"/>
              </a:rPr>
              <a:t>subtree</a:t>
            </a:r>
            <a:r>
              <a:rPr lang="en-US" dirty="0">
                <a:ea typeface="+mn-ea"/>
                <a:cs typeface="+mn-cs"/>
              </a:rPr>
              <a:t>, root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ea typeface="+mn-ea"/>
                <a:cs typeface="+mn-cs"/>
              </a:rPr>
              <a:t>These are rarely used or talked about (although the reverse </a:t>
            </a:r>
            <a:r>
              <a:rPr lang="en-US" dirty="0" err="1">
                <a:ea typeface="+mn-ea"/>
                <a:cs typeface="+mn-cs"/>
              </a:rPr>
              <a:t>inorder</a:t>
            </a:r>
            <a:r>
              <a:rPr lang="en-US" dirty="0">
                <a:ea typeface="+mn-ea"/>
                <a:cs typeface="+mn-cs"/>
              </a:rPr>
              <a:t> traversal is convenient for printing trees)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AE6F81DA-C078-15C9-3DC0-A9E04059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SG" altLang="en-US" dirty="0"/>
              <a:t>Node Insertion on A Binary Tree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2ECF6F9-19DD-443E-A488-9FF5807AC4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r>
              <a:rPr lang="en-US" dirty="0"/>
              <a:t>The first node is inserted as a root node</a:t>
            </a:r>
          </a:p>
          <a:p>
            <a:r>
              <a:rPr lang="en-US" dirty="0"/>
              <a:t>There is no rule to insert the subsequence nodes into a binary tree</a:t>
            </a:r>
          </a:p>
          <a:p>
            <a:r>
              <a:rPr lang="en-US" dirty="0"/>
              <a:t>We will insert nodes to structure the tree for use as a binary search tree.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	def insert(self, data):</a:t>
            </a:r>
          </a:p>
          <a:p>
            <a:pPr marL="457200" lvl="1" indent="0">
              <a:buNone/>
            </a:pP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self.root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457200" lvl="1" indent="0">
              <a:buNone/>
            </a:pP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self.root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pPr marL="457200" lvl="1" indent="0">
              <a:buNone/>
            </a:pP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pPr marL="457200" lvl="1" indent="0">
              <a:buNone/>
            </a:pP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self.root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SG" dirty="0"/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E957D5-38D3-AF1C-AAD7-4A6F14B10ECB}"/>
              </a:ext>
            </a:extLst>
          </p:cNvPr>
          <p:cNvSpPr/>
          <p:nvPr/>
        </p:nvSpPr>
        <p:spPr>
          <a:xfrm>
            <a:off x="1447800" y="3429000"/>
            <a:ext cx="7696200" cy="2133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19E4-F326-CC58-99C8-10FF5F99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Binary Search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81877-029A-F3D4-7D94-98B58DF79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2016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EED6-8DE1-645E-9780-39765DC8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4995228D-70DE-9DEF-6C73-D39C0E006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</a:t>
            </a:r>
            <a:endParaRPr lang="en-US" altLang="en-US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2CB2536-450A-BCEB-9F79-387C1F069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2500" y="1295400"/>
            <a:ext cx="10782300" cy="4876799"/>
          </a:xfrm>
        </p:spPr>
        <p:txBody>
          <a:bodyPr rtlCol="0"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SG" dirty="0">
                <a:ea typeface="+mn-ea"/>
                <a:cs typeface="+mn-cs"/>
              </a:rPr>
              <a:t>If the given binary tree is a </a:t>
            </a:r>
            <a:r>
              <a:rPr lang="en-SG" b="1" dirty="0">
                <a:solidFill>
                  <a:srgbClr val="2906A8"/>
                </a:solidFill>
                <a:ea typeface="+mn-ea"/>
                <a:cs typeface="+mn-cs"/>
              </a:rPr>
              <a:t>binary search tree (BST)</a:t>
            </a:r>
            <a:r>
              <a:rPr lang="en-SG" dirty="0">
                <a:ea typeface="+mn-ea"/>
                <a:cs typeface="+mn-cs"/>
              </a:rPr>
              <a:t>,</a:t>
            </a:r>
            <a:r>
              <a:rPr lang="en-SG" b="1" dirty="0">
                <a:solidFill>
                  <a:srgbClr val="2906A8"/>
                </a:solidFill>
                <a:ea typeface="+mn-ea"/>
                <a:cs typeface="+mn-cs"/>
              </a:rPr>
              <a:t> </a:t>
            </a:r>
            <a:r>
              <a:rPr lang="en-SG" dirty="0">
                <a:ea typeface="+mn-ea"/>
                <a:cs typeface="+mn-cs"/>
              </a:rPr>
              <a:t>then each node in the tree must satisfy the following properties:</a:t>
            </a:r>
          </a:p>
          <a:p>
            <a:pPr lvl="1">
              <a:buFont typeface="Arial"/>
              <a:buChar char="•"/>
              <a:defRPr/>
            </a:pPr>
            <a:r>
              <a:rPr lang="en-SG" dirty="0">
                <a:ea typeface="+mn-ea"/>
                <a:cs typeface="+mn-cs"/>
              </a:rPr>
              <a:t>Node’s value is greater than all values in its left subtree. </a:t>
            </a:r>
            <a:r>
              <a:rPr lang="en-SG" b="1" dirty="0">
                <a:solidFill>
                  <a:srgbClr val="F79646"/>
                </a:solidFill>
              </a:rPr>
              <a:t>L &lt; C</a:t>
            </a:r>
            <a:endParaRPr lang="en-SG" dirty="0">
              <a:ea typeface="+mn-ea"/>
              <a:cs typeface="+mn-cs"/>
            </a:endParaRPr>
          </a:p>
          <a:p>
            <a:pPr lvl="1">
              <a:buFont typeface="Arial"/>
              <a:buChar char="•"/>
              <a:defRPr/>
            </a:pPr>
            <a:r>
              <a:rPr lang="en-SG" dirty="0">
                <a:ea typeface="+mn-ea"/>
                <a:cs typeface="+mn-cs"/>
              </a:rPr>
              <a:t>Node’s value is less than all values in its right subtree.    </a:t>
            </a:r>
            <a:r>
              <a:rPr lang="en-SG" b="1" dirty="0">
                <a:solidFill>
                  <a:srgbClr val="F79646"/>
                </a:solidFill>
              </a:rPr>
              <a:t>C &lt; R</a:t>
            </a:r>
            <a:endParaRPr lang="en-SG" dirty="0">
              <a:ea typeface="+mn-ea"/>
              <a:cs typeface="+mn-cs"/>
            </a:endParaRPr>
          </a:p>
          <a:p>
            <a:pPr lvl="1">
              <a:buFont typeface="Arial"/>
              <a:buChar char="•"/>
              <a:defRPr/>
            </a:pPr>
            <a:r>
              <a:rPr lang="en-SG" dirty="0">
                <a:ea typeface="+mn-ea"/>
                <a:cs typeface="+mn-cs"/>
              </a:rPr>
              <a:t>Both subtrees of the node are also binary search trees. </a:t>
            </a:r>
          </a:p>
          <a:p>
            <a:pPr lvl="1">
              <a:buFont typeface="Arial"/>
              <a:buChar char="•"/>
              <a:defRPr/>
            </a:pPr>
            <a:r>
              <a:rPr lang="en-SG" b="1" dirty="0">
                <a:solidFill>
                  <a:srgbClr val="F79646"/>
                </a:solidFill>
              </a:rPr>
              <a:t>L &lt; C &lt; R</a:t>
            </a:r>
            <a:endParaRPr lang="en-SG" dirty="0"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0CCFD0-05EA-17FB-84B4-30E0EE7A81F4}"/>
              </a:ext>
            </a:extLst>
          </p:cNvPr>
          <p:cNvGrpSpPr/>
          <p:nvPr/>
        </p:nvGrpSpPr>
        <p:grpSpPr>
          <a:xfrm>
            <a:off x="1707360" y="3646484"/>
            <a:ext cx="3038040" cy="1941425"/>
            <a:chOff x="147742" y="3705964"/>
            <a:chExt cx="3038040" cy="1941425"/>
          </a:xfrm>
        </p:grpSpPr>
        <p:sp>
          <p:nvSpPr>
            <p:cNvPr id="3" name="object 6">
              <a:extLst>
                <a:ext uri="{FF2B5EF4-FFF2-40B4-BE49-F238E27FC236}">
                  <a16:creationId xmlns:a16="http://schemas.microsoft.com/office/drawing/2014/main" id="{EEDB1B0F-DAB9-F18F-AA0A-EB309CFE7374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4" name="object 7">
              <a:extLst>
                <a:ext uri="{FF2B5EF4-FFF2-40B4-BE49-F238E27FC236}">
                  <a16:creationId xmlns:a16="http://schemas.microsoft.com/office/drawing/2014/main" id="{415A14F8-2646-A2AF-08E2-AFEC7C86A4EB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5" name="object 8">
              <a:extLst>
                <a:ext uri="{FF2B5EF4-FFF2-40B4-BE49-F238E27FC236}">
                  <a16:creationId xmlns:a16="http://schemas.microsoft.com/office/drawing/2014/main" id="{F4DB928E-D292-AE0F-E054-81B4B4EDE7B2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32D00F81-6E5A-6B00-5870-7DB1483A599E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F0FD67F3-4E12-201F-7234-5C3294DD2336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7531A2C2-6620-4B34-6164-2B00192CB1FA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BDF687E2-CC0B-F9EE-CFC0-3B4C836B3E30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FCC1E093-302E-A898-7791-DD64D28A8252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1" name="object 16">
              <a:extLst>
                <a:ext uri="{FF2B5EF4-FFF2-40B4-BE49-F238E27FC236}">
                  <a16:creationId xmlns:a16="http://schemas.microsoft.com/office/drawing/2014/main" id="{EE0EA415-A7C8-F1B2-A12C-6096836B1BD4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2" name="object 17">
              <a:extLst>
                <a:ext uri="{FF2B5EF4-FFF2-40B4-BE49-F238E27FC236}">
                  <a16:creationId xmlns:a16="http://schemas.microsoft.com/office/drawing/2014/main" id="{CC90553C-AE3F-ED53-0AAF-E96DB0B4A548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3" name="object 18">
              <a:extLst>
                <a:ext uri="{FF2B5EF4-FFF2-40B4-BE49-F238E27FC236}">
                  <a16:creationId xmlns:a16="http://schemas.microsoft.com/office/drawing/2014/main" id="{0B6C0EBD-C5FC-A5A8-4ED3-AE66FB7605A4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4" name="object 19">
              <a:extLst>
                <a:ext uri="{FF2B5EF4-FFF2-40B4-BE49-F238E27FC236}">
                  <a16:creationId xmlns:a16="http://schemas.microsoft.com/office/drawing/2014/main" id="{161A9391-AFD3-1AB0-D342-FE6B55FE682E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5" name="object 38">
              <a:extLst>
                <a:ext uri="{FF2B5EF4-FFF2-40B4-BE49-F238E27FC236}">
                  <a16:creationId xmlns:a16="http://schemas.microsoft.com/office/drawing/2014/main" id="{2C43C3F7-71F8-1F27-7BEB-33BDF439DBD6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6" name="object 39">
              <a:extLst>
                <a:ext uri="{FF2B5EF4-FFF2-40B4-BE49-F238E27FC236}">
                  <a16:creationId xmlns:a16="http://schemas.microsoft.com/office/drawing/2014/main" id="{2316E752-8A53-39AC-16AF-F0E5B8C38C51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7" name="直接箭头连接符 32">
              <a:extLst>
                <a:ext uri="{FF2B5EF4-FFF2-40B4-BE49-F238E27FC236}">
                  <a16:creationId xmlns:a16="http://schemas.microsoft.com/office/drawing/2014/main" id="{E3D226D2-0F65-D98B-E7AD-BDF6F3BF5942}"/>
                </a:ext>
              </a:extLst>
            </p:cNvPr>
            <p:cNvCxnSpPr>
              <a:stCxn id="4" idx="5"/>
              <a:endCxn id="10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33">
              <a:extLst>
                <a:ext uri="{FF2B5EF4-FFF2-40B4-BE49-F238E27FC236}">
                  <a16:creationId xmlns:a16="http://schemas.microsoft.com/office/drawing/2014/main" id="{71177EFE-988C-2E4E-C191-59E9180113FA}"/>
                </a:ext>
              </a:extLst>
            </p:cNvPr>
            <p:cNvCxnSpPr>
              <a:stCxn id="4" idx="3"/>
              <a:endCxn id="5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4">
              <a:extLst>
                <a:ext uri="{FF2B5EF4-FFF2-40B4-BE49-F238E27FC236}">
                  <a16:creationId xmlns:a16="http://schemas.microsoft.com/office/drawing/2014/main" id="{F98BB7B8-B086-917D-70AE-2BD17703920D}"/>
                </a:ext>
              </a:extLst>
            </p:cNvPr>
            <p:cNvCxnSpPr>
              <a:stCxn id="5" idx="3"/>
              <a:endCxn id="8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5">
              <a:extLst>
                <a:ext uri="{FF2B5EF4-FFF2-40B4-BE49-F238E27FC236}">
                  <a16:creationId xmlns:a16="http://schemas.microsoft.com/office/drawing/2014/main" id="{8EAE5525-70ED-C089-3D66-1059BA887E4C}"/>
                </a:ext>
              </a:extLst>
            </p:cNvPr>
            <p:cNvCxnSpPr>
              <a:stCxn id="10" idx="3"/>
              <a:endCxn id="11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7">
              <a:extLst>
                <a:ext uri="{FF2B5EF4-FFF2-40B4-BE49-F238E27FC236}">
                  <a16:creationId xmlns:a16="http://schemas.microsoft.com/office/drawing/2014/main" id="{5A1228BE-DAA0-CD4D-9FC0-8E20AFC60496}"/>
                </a:ext>
              </a:extLst>
            </p:cNvPr>
            <p:cNvCxnSpPr>
              <a:stCxn id="10" idx="5"/>
              <a:endCxn id="13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8">
              <a:extLst>
                <a:ext uri="{FF2B5EF4-FFF2-40B4-BE49-F238E27FC236}">
                  <a16:creationId xmlns:a16="http://schemas.microsoft.com/office/drawing/2014/main" id="{C41C7510-4087-48BA-36E4-BFCCE5AC20FC}"/>
                </a:ext>
              </a:extLst>
            </p:cNvPr>
            <p:cNvCxnSpPr>
              <a:endCxn id="15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bject 17">
              <a:extLst>
                <a:ext uri="{FF2B5EF4-FFF2-40B4-BE49-F238E27FC236}">
                  <a16:creationId xmlns:a16="http://schemas.microsoft.com/office/drawing/2014/main" id="{F177B3A4-1067-56DE-035F-C2D7E1BE5A52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4" name="直接箭头连接符 35">
              <a:extLst>
                <a:ext uri="{FF2B5EF4-FFF2-40B4-BE49-F238E27FC236}">
                  <a16:creationId xmlns:a16="http://schemas.microsoft.com/office/drawing/2014/main" id="{A1F50F97-80DC-1404-E8AA-8D4F5FE258B8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bject 17">
              <a:extLst>
                <a:ext uri="{FF2B5EF4-FFF2-40B4-BE49-F238E27FC236}">
                  <a16:creationId xmlns:a16="http://schemas.microsoft.com/office/drawing/2014/main" id="{04C2589F-1CF5-0E8E-7E73-F77E8AE0F39B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6" name="直接箭头连接符 35">
              <a:extLst>
                <a:ext uri="{FF2B5EF4-FFF2-40B4-BE49-F238E27FC236}">
                  <a16:creationId xmlns:a16="http://schemas.microsoft.com/office/drawing/2014/main" id="{687D8BAC-7464-8253-32F6-2F36D1BDA59F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bject 39">
              <a:extLst>
                <a:ext uri="{FF2B5EF4-FFF2-40B4-BE49-F238E27FC236}">
                  <a16:creationId xmlns:a16="http://schemas.microsoft.com/office/drawing/2014/main" id="{467BF8E0-6C7E-88FD-679B-B1ADD40E4325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8" name="直接箭头连接符 38">
              <a:extLst>
                <a:ext uri="{FF2B5EF4-FFF2-40B4-BE49-F238E27FC236}">
                  <a16:creationId xmlns:a16="http://schemas.microsoft.com/office/drawing/2014/main" id="{8B0DC13E-D587-58C7-C617-C259A8436625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4D8D2A-1D9C-2826-DF00-CC11C0CE9C31}"/>
              </a:ext>
            </a:extLst>
          </p:cNvPr>
          <p:cNvGrpSpPr/>
          <p:nvPr/>
        </p:nvGrpSpPr>
        <p:grpSpPr>
          <a:xfrm>
            <a:off x="10103369" y="3581400"/>
            <a:ext cx="1707631" cy="1941425"/>
            <a:chOff x="9550605" y="3666980"/>
            <a:chExt cx="1707631" cy="1941425"/>
          </a:xfrm>
        </p:grpSpPr>
        <p:sp>
          <p:nvSpPr>
            <p:cNvPr id="30" name="object 6">
              <a:extLst>
                <a:ext uri="{FF2B5EF4-FFF2-40B4-BE49-F238E27FC236}">
                  <a16:creationId xmlns:a16="http://schemas.microsoft.com/office/drawing/2014/main" id="{E4D7BD64-68D5-A2B2-EFD2-6C223AC42240}"/>
                </a:ext>
              </a:extLst>
            </p:cNvPr>
            <p:cNvSpPr/>
            <p:nvPr/>
          </p:nvSpPr>
          <p:spPr>
            <a:xfrm>
              <a:off x="10920316" y="366698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31" name="object 7">
              <a:extLst>
                <a:ext uri="{FF2B5EF4-FFF2-40B4-BE49-F238E27FC236}">
                  <a16:creationId xmlns:a16="http://schemas.microsoft.com/office/drawing/2014/main" id="{222606AA-5F38-665B-E2CF-C1CDDD8C59A5}"/>
                </a:ext>
              </a:extLst>
            </p:cNvPr>
            <p:cNvSpPr/>
            <p:nvPr/>
          </p:nvSpPr>
          <p:spPr>
            <a:xfrm>
              <a:off x="10920316" y="3666980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32" name="object 8">
              <a:extLst>
                <a:ext uri="{FF2B5EF4-FFF2-40B4-BE49-F238E27FC236}">
                  <a16:creationId xmlns:a16="http://schemas.microsoft.com/office/drawing/2014/main" id="{5257BB0D-42B0-432E-2E2D-B83FBF7DECE1}"/>
                </a:ext>
              </a:extLst>
            </p:cNvPr>
            <p:cNvSpPr/>
            <p:nvPr/>
          </p:nvSpPr>
          <p:spPr>
            <a:xfrm>
              <a:off x="10244602" y="4160139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33" name="object 9">
              <a:extLst>
                <a:ext uri="{FF2B5EF4-FFF2-40B4-BE49-F238E27FC236}">
                  <a16:creationId xmlns:a16="http://schemas.microsoft.com/office/drawing/2014/main" id="{D718714F-2282-EDE1-F5DB-4B70C7F4897F}"/>
                </a:ext>
              </a:extLst>
            </p:cNvPr>
            <p:cNvSpPr/>
            <p:nvPr/>
          </p:nvSpPr>
          <p:spPr>
            <a:xfrm>
              <a:off x="10244602" y="4160138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34" name="object 10">
              <a:extLst>
                <a:ext uri="{FF2B5EF4-FFF2-40B4-BE49-F238E27FC236}">
                  <a16:creationId xmlns:a16="http://schemas.microsoft.com/office/drawing/2014/main" id="{98F0E563-ED6A-4640-3564-DB45CE231812}"/>
                </a:ext>
              </a:extLst>
            </p:cNvPr>
            <p:cNvSpPr/>
            <p:nvPr/>
          </p:nvSpPr>
          <p:spPr>
            <a:xfrm>
              <a:off x="9906747" y="4730999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35" name="object 11">
              <a:extLst>
                <a:ext uri="{FF2B5EF4-FFF2-40B4-BE49-F238E27FC236}">
                  <a16:creationId xmlns:a16="http://schemas.microsoft.com/office/drawing/2014/main" id="{A77A89D0-9107-6099-3A1D-B02CC51E7CB7}"/>
                </a:ext>
              </a:extLst>
            </p:cNvPr>
            <p:cNvSpPr/>
            <p:nvPr/>
          </p:nvSpPr>
          <p:spPr>
            <a:xfrm>
              <a:off x="9906747" y="4730999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36" name="object 38">
              <a:extLst>
                <a:ext uri="{FF2B5EF4-FFF2-40B4-BE49-F238E27FC236}">
                  <a16:creationId xmlns:a16="http://schemas.microsoft.com/office/drawing/2014/main" id="{9311A72C-62CD-F4B5-8884-86AFC5769314}"/>
                </a:ext>
              </a:extLst>
            </p:cNvPr>
            <p:cNvSpPr/>
            <p:nvPr/>
          </p:nvSpPr>
          <p:spPr>
            <a:xfrm>
              <a:off x="10166763" y="534220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37" name="object 39">
              <a:extLst>
                <a:ext uri="{FF2B5EF4-FFF2-40B4-BE49-F238E27FC236}">
                  <a16:creationId xmlns:a16="http://schemas.microsoft.com/office/drawing/2014/main" id="{053CA344-7A86-74FB-B58F-C4557F3CE615}"/>
                </a:ext>
              </a:extLst>
            </p:cNvPr>
            <p:cNvSpPr/>
            <p:nvPr/>
          </p:nvSpPr>
          <p:spPr>
            <a:xfrm>
              <a:off x="10166763" y="534220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38" name="直接箭头连接符 33">
              <a:extLst>
                <a:ext uri="{FF2B5EF4-FFF2-40B4-BE49-F238E27FC236}">
                  <a16:creationId xmlns:a16="http://schemas.microsoft.com/office/drawing/2014/main" id="{11062DAF-39C8-00E5-50F4-1EFA4BF7825D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10533035" y="3894198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4">
              <a:extLst>
                <a:ext uri="{FF2B5EF4-FFF2-40B4-BE49-F238E27FC236}">
                  <a16:creationId xmlns:a16="http://schemas.microsoft.com/office/drawing/2014/main" id="{33196F07-C790-3731-AA35-66E4DDC30C15}"/>
                </a:ext>
              </a:extLst>
            </p:cNvPr>
            <p:cNvCxnSpPr>
              <a:stCxn id="32" idx="3"/>
              <a:endCxn id="35" idx="0"/>
            </p:cNvCxnSpPr>
            <p:nvPr/>
          </p:nvCxnSpPr>
          <p:spPr>
            <a:xfrm flipH="1">
              <a:off x="10075707" y="4387357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8">
              <a:extLst>
                <a:ext uri="{FF2B5EF4-FFF2-40B4-BE49-F238E27FC236}">
                  <a16:creationId xmlns:a16="http://schemas.microsoft.com/office/drawing/2014/main" id="{C1BE5C59-3928-8879-7B47-A6530CF3503E}"/>
                </a:ext>
              </a:extLst>
            </p:cNvPr>
            <p:cNvCxnSpPr>
              <a:endCxn id="36" idx="0"/>
            </p:cNvCxnSpPr>
            <p:nvPr/>
          </p:nvCxnSpPr>
          <p:spPr>
            <a:xfrm>
              <a:off x="10166795" y="4997202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bject 17">
              <a:extLst>
                <a:ext uri="{FF2B5EF4-FFF2-40B4-BE49-F238E27FC236}">
                  <a16:creationId xmlns:a16="http://schemas.microsoft.com/office/drawing/2014/main" id="{B584D0DB-EA14-1640-2BE5-C8795B813884}"/>
                </a:ext>
              </a:extLst>
            </p:cNvPr>
            <p:cNvSpPr/>
            <p:nvPr/>
          </p:nvSpPr>
          <p:spPr>
            <a:xfrm>
              <a:off x="9550605" y="534220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42" name="直接箭头连接符 35">
              <a:extLst>
                <a:ext uri="{FF2B5EF4-FFF2-40B4-BE49-F238E27FC236}">
                  <a16:creationId xmlns:a16="http://schemas.microsoft.com/office/drawing/2014/main" id="{377A2333-8586-AF12-7ABE-521FD5ABC46F}"/>
                </a:ext>
              </a:extLst>
            </p:cNvPr>
            <p:cNvCxnSpPr/>
            <p:nvPr/>
          </p:nvCxnSpPr>
          <p:spPr>
            <a:xfrm flipH="1">
              <a:off x="9719565" y="4994243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E28C4F8-CC31-DD56-2FC1-587DF380D466}"/>
              </a:ext>
            </a:extLst>
          </p:cNvPr>
          <p:cNvGrpSpPr/>
          <p:nvPr/>
        </p:nvGrpSpPr>
        <p:grpSpPr>
          <a:xfrm>
            <a:off x="5848896" y="3610210"/>
            <a:ext cx="3038040" cy="1941425"/>
            <a:chOff x="5534336" y="3707017"/>
            <a:chExt cx="3038040" cy="1941425"/>
          </a:xfrm>
        </p:grpSpPr>
        <p:sp>
          <p:nvSpPr>
            <p:cNvPr id="44" name="object 6">
              <a:extLst>
                <a:ext uri="{FF2B5EF4-FFF2-40B4-BE49-F238E27FC236}">
                  <a16:creationId xmlns:a16="http://schemas.microsoft.com/office/drawing/2014/main" id="{DFDD74EF-01A1-FB3A-29D9-3B80D9A74064}"/>
                </a:ext>
              </a:extLst>
            </p:cNvPr>
            <p:cNvSpPr/>
            <p:nvPr/>
          </p:nvSpPr>
          <p:spPr>
            <a:xfrm>
              <a:off x="6904047" y="370701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45" name="object 7">
              <a:extLst>
                <a:ext uri="{FF2B5EF4-FFF2-40B4-BE49-F238E27FC236}">
                  <a16:creationId xmlns:a16="http://schemas.microsoft.com/office/drawing/2014/main" id="{77E9FD0F-C426-C87C-C233-EE2FF53ECCB7}"/>
                </a:ext>
              </a:extLst>
            </p:cNvPr>
            <p:cNvSpPr/>
            <p:nvPr/>
          </p:nvSpPr>
          <p:spPr>
            <a:xfrm>
              <a:off x="6904047" y="3707017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46" name="object 8">
              <a:extLst>
                <a:ext uri="{FF2B5EF4-FFF2-40B4-BE49-F238E27FC236}">
                  <a16:creationId xmlns:a16="http://schemas.microsoft.com/office/drawing/2014/main" id="{A3D5D1F1-60CF-0F8F-C64C-3659295EB39E}"/>
                </a:ext>
              </a:extLst>
            </p:cNvPr>
            <p:cNvSpPr/>
            <p:nvPr/>
          </p:nvSpPr>
          <p:spPr>
            <a:xfrm>
              <a:off x="6228333" y="4200176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47" name="object 9">
              <a:extLst>
                <a:ext uri="{FF2B5EF4-FFF2-40B4-BE49-F238E27FC236}">
                  <a16:creationId xmlns:a16="http://schemas.microsoft.com/office/drawing/2014/main" id="{D6D75C0A-7979-19D1-3BF7-CE142E4A74D1}"/>
                </a:ext>
              </a:extLst>
            </p:cNvPr>
            <p:cNvSpPr/>
            <p:nvPr/>
          </p:nvSpPr>
          <p:spPr>
            <a:xfrm>
              <a:off x="6228333" y="4200175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48" name="object 10">
              <a:extLst>
                <a:ext uri="{FF2B5EF4-FFF2-40B4-BE49-F238E27FC236}">
                  <a16:creationId xmlns:a16="http://schemas.microsoft.com/office/drawing/2014/main" id="{62C4BB54-27B3-66C3-A14A-09655238B0FB}"/>
                </a:ext>
              </a:extLst>
            </p:cNvPr>
            <p:cNvSpPr/>
            <p:nvPr/>
          </p:nvSpPr>
          <p:spPr>
            <a:xfrm>
              <a:off x="5890478" y="4771036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49" name="object 11">
              <a:extLst>
                <a:ext uri="{FF2B5EF4-FFF2-40B4-BE49-F238E27FC236}">
                  <a16:creationId xmlns:a16="http://schemas.microsoft.com/office/drawing/2014/main" id="{B0E959B8-175B-A372-715E-FFF32A66B08A}"/>
                </a:ext>
              </a:extLst>
            </p:cNvPr>
            <p:cNvSpPr/>
            <p:nvPr/>
          </p:nvSpPr>
          <p:spPr>
            <a:xfrm>
              <a:off x="5890478" y="4771036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50" name="object 14">
              <a:extLst>
                <a:ext uri="{FF2B5EF4-FFF2-40B4-BE49-F238E27FC236}">
                  <a16:creationId xmlns:a16="http://schemas.microsoft.com/office/drawing/2014/main" id="{B86E81C4-5977-0CD3-AFE5-247BA8580DF9}"/>
                </a:ext>
              </a:extLst>
            </p:cNvPr>
            <p:cNvSpPr/>
            <p:nvPr/>
          </p:nvSpPr>
          <p:spPr>
            <a:xfrm>
              <a:off x="7579759" y="4200176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51" name="object 15">
              <a:extLst>
                <a:ext uri="{FF2B5EF4-FFF2-40B4-BE49-F238E27FC236}">
                  <a16:creationId xmlns:a16="http://schemas.microsoft.com/office/drawing/2014/main" id="{542E587E-61C4-7835-BE57-DBC881A03D15}"/>
                </a:ext>
              </a:extLst>
            </p:cNvPr>
            <p:cNvSpPr/>
            <p:nvPr/>
          </p:nvSpPr>
          <p:spPr>
            <a:xfrm>
              <a:off x="7579759" y="4200175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52" name="object 16">
              <a:extLst>
                <a:ext uri="{FF2B5EF4-FFF2-40B4-BE49-F238E27FC236}">
                  <a16:creationId xmlns:a16="http://schemas.microsoft.com/office/drawing/2014/main" id="{A2EE9859-3329-B060-461D-B3E27606E571}"/>
                </a:ext>
              </a:extLst>
            </p:cNvPr>
            <p:cNvSpPr/>
            <p:nvPr/>
          </p:nvSpPr>
          <p:spPr>
            <a:xfrm>
              <a:off x="7241904" y="477535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53" name="object 17">
              <a:extLst>
                <a:ext uri="{FF2B5EF4-FFF2-40B4-BE49-F238E27FC236}">
                  <a16:creationId xmlns:a16="http://schemas.microsoft.com/office/drawing/2014/main" id="{C40F0C50-E910-E301-39EC-BF7437EF0E8D}"/>
                </a:ext>
              </a:extLst>
            </p:cNvPr>
            <p:cNvSpPr/>
            <p:nvPr/>
          </p:nvSpPr>
          <p:spPr>
            <a:xfrm>
              <a:off x="7241904" y="477535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54" name="object 18">
              <a:extLst>
                <a:ext uri="{FF2B5EF4-FFF2-40B4-BE49-F238E27FC236}">
                  <a16:creationId xmlns:a16="http://schemas.microsoft.com/office/drawing/2014/main" id="{F1394BFD-BCF2-A9EB-480E-134E66B42C8B}"/>
                </a:ext>
              </a:extLst>
            </p:cNvPr>
            <p:cNvSpPr/>
            <p:nvPr/>
          </p:nvSpPr>
          <p:spPr>
            <a:xfrm>
              <a:off x="7917617" y="477535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55" name="object 19">
              <a:extLst>
                <a:ext uri="{FF2B5EF4-FFF2-40B4-BE49-F238E27FC236}">
                  <a16:creationId xmlns:a16="http://schemas.microsoft.com/office/drawing/2014/main" id="{A5BAADF5-C191-5B99-6A1B-802D7E0E1EC9}"/>
                </a:ext>
              </a:extLst>
            </p:cNvPr>
            <p:cNvSpPr/>
            <p:nvPr/>
          </p:nvSpPr>
          <p:spPr>
            <a:xfrm>
              <a:off x="7917616" y="477535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56" name="object 38">
              <a:extLst>
                <a:ext uri="{FF2B5EF4-FFF2-40B4-BE49-F238E27FC236}">
                  <a16:creationId xmlns:a16="http://schemas.microsoft.com/office/drawing/2014/main" id="{C1F38172-7042-8280-A368-11FA9EDBB681}"/>
                </a:ext>
              </a:extLst>
            </p:cNvPr>
            <p:cNvSpPr/>
            <p:nvPr/>
          </p:nvSpPr>
          <p:spPr>
            <a:xfrm>
              <a:off x="6150494" y="538224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57" name="object 39">
              <a:extLst>
                <a:ext uri="{FF2B5EF4-FFF2-40B4-BE49-F238E27FC236}">
                  <a16:creationId xmlns:a16="http://schemas.microsoft.com/office/drawing/2014/main" id="{AA96C274-DAF2-C259-9E30-CF3013A08364}"/>
                </a:ext>
              </a:extLst>
            </p:cNvPr>
            <p:cNvSpPr/>
            <p:nvPr/>
          </p:nvSpPr>
          <p:spPr>
            <a:xfrm>
              <a:off x="6150494" y="538224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cxnSp>
          <p:nvCxnSpPr>
            <p:cNvPr id="58" name="直接箭头连接符 32">
              <a:extLst>
                <a:ext uri="{FF2B5EF4-FFF2-40B4-BE49-F238E27FC236}">
                  <a16:creationId xmlns:a16="http://schemas.microsoft.com/office/drawing/2014/main" id="{81F7AE4C-358F-2826-5ACC-18BDA9ED86F1}"/>
                </a:ext>
              </a:extLst>
            </p:cNvPr>
            <p:cNvCxnSpPr>
              <a:stCxn id="45" idx="5"/>
              <a:endCxn id="51" idx="1"/>
            </p:cNvCxnSpPr>
            <p:nvPr/>
          </p:nvCxnSpPr>
          <p:spPr>
            <a:xfrm>
              <a:off x="7192480" y="3934235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33">
              <a:extLst>
                <a:ext uri="{FF2B5EF4-FFF2-40B4-BE49-F238E27FC236}">
                  <a16:creationId xmlns:a16="http://schemas.microsoft.com/office/drawing/2014/main" id="{0EA3F2E3-8A0D-68E0-3543-F4BB61D1B224}"/>
                </a:ext>
              </a:extLst>
            </p:cNvPr>
            <p:cNvCxnSpPr>
              <a:stCxn id="45" idx="3"/>
              <a:endCxn id="46" idx="7"/>
            </p:cNvCxnSpPr>
            <p:nvPr/>
          </p:nvCxnSpPr>
          <p:spPr>
            <a:xfrm flipH="1">
              <a:off x="6516766" y="3934235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34">
              <a:extLst>
                <a:ext uri="{FF2B5EF4-FFF2-40B4-BE49-F238E27FC236}">
                  <a16:creationId xmlns:a16="http://schemas.microsoft.com/office/drawing/2014/main" id="{AB52348C-A0FE-C996-7286-9A4CD53A5F47}"/>
                </a:ext>
              </a:extLst>
            </p:cNvPr>
            <p:cNvCxnSpPr>
              <a:stCxn id="46" idx="3"/>
              <a:endCxn id="49" idx="0"/>
            </p:cNvCxnSpPr>
            <p:nvPr/>
          </p:nvCxnSpPr>
          <p:spPr>
            <a:xfrm flipH="1">
              <a:off x="6059438" y="4427394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35">
              <a:extLst>
                <a:ext uri="{FF2B5EF4-FFF2-40B4-BE49-F238E27FC236}">
                  <a16:creationId xmlns:a16="http://schemas.microsoft.com/office/drawing/2014/main" id="{5B136BD0-11F2-BEA7-FA54-66E54739D091}"/>
                </a:ext>
              </a:extLst>
            </p:cNvPr>
            <p:cNvCxnSpPr>
              <a:stCxn id="51" idx="3"/>
              <a:endCxn id="52" idx="0"/>
            </p:cNvCxnSpPr>
            <p:nvPr/>
          </p:nvCxnSpPr>
          <p:spPr>
            <a:xfrm flipH="1">
              <a:off x="7410864" y="4427393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37">
              <a:extLst>
                <a:ext uri="{FF2B5EF4-FFF2-40B4-BE49-F238E27FC236}">
                  <a16:creationId xmlns:a16="http://schemas.microsoft.com/office/drawing/2014/main" id="{299FDD88-EDCD-4DDF-3332-CEFF49A0BC21}"/>
                </a:ext>
              </a:extLst>
            </p:cNvPr>
            <p:cNvCxnSpPr>
              <a:stCxn id="51" idx="5"/>
              <a:endCxn id="54" idx="0"/>
            </p:cNvCxnSpPr>
            <p:nvPr/>
          </p:nvCxnSpPr>
          <p:spPr>
            <a:xfrm>
              <a:off x="7868192" y="4427393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38">
              <a:extLst>
                <a:ext uri="{FF2B5EF4-FFF2-40B4-BE49-F238E27FC236}">
                  <a16:creationId xmlns:a16="http://schemas.microsoft.com/office/drawing/2014/main" id="{F2B00BEE-E3BB-28A9-2787-819BF597FD87}"/>
                </a:ext>
              </a:extLst>
            </p:cNvPr>
            <p:cNvCxnSpPr>
              <a:endCxn id="56" idx="0"/>
            </p:cNvCxnSpPr>
            <p:nvPr/>
          </p:nvCxnSpPr>
          <p:spPr>
            <a:xfrm>
              <a:off x="6150526" y="5037239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28" name="object 17">
              <a:extLst>
                <a:ext uri="{FF2B5EF4-FFF2-40B4-BE49-F238E27FC236}">
                  <a16:creationId xmlns:a16="http://schemas.microsoft.com/office/drawing/2014/main" id="{82800E31-F205-10EB-B36E-818F702F7A3B}"/>
                </a:ext>
              </a:extLst>
            </p:cNvPr>
            <p:cNvSpPr/>
            <p:nvPr/>
          </p:nvSpPr>
          <p:spPr>
            <a:xfrm>
              <a:off x="5534336" y="538224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2529" name="直接箭头连接符 35">
              <a:extLst>
                <a:ext uri="{FF2B5EF4-FFF2-40B4-BE49-F238E27FC236}">
                  <a16:creationId xmlns:a16="http://schemas.microsoft.com/office/drawing/2014/main" id="{17237A11-B8D9-5024-E63D-AFD3BA71B0AC}"/>
                </a:ext>
              </a:extLst>
            </p:cNvPr>
            <p:cNvCxnSpPr/>
            <p:nvPr/>
          </p:nvCxnSpPr>
          <p:spPr>
            <a:xfrm flipH="1">
              <a:off x="5703296" y="503428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30" name="object 17">
              <a:extLst>
                <a:ext uri="{FF2B5EF4-FFF2-40B4-BE49-F238E27FC236}">
                  <a16:creationId xmlns:a16="http://schemas.microsoft.com/office/drawing/2014/main" id="{870F7917-8075-1521-72EC-BFE851AC40BE}"/>
                </a:ext>
              </a:extLst>
            </p:cNvPr>
            <p:cNvSpPr/>
            <p:nvPr/>
          </p:nvSpPr>
          <p:spPr>
            <a:xfrm>
              <a:off x="6815672" y="538224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64</a:t>
              </a:r>
              <a:endParaRPr sz="1400" dirty="0"/>
            </a:p>
          </p:txBody>
        </p:sp>
        <p:cxnSp>
          <p:nvCxnSpPr>
            <p:cNvPr id="22532" name="直接箭头连接符 35">
              <a:extLst>
                <a:ext uri="{FF2B5EF4-FFF2-40B4-BE49-F238E27FC236}">
                  <a16:creationId xmlns:a16="http://schemas.microsoft.com/office/drawing/2014/main" id="{ED9A58E4-1D61-1A20-112C-325BF7C25B22}"/>
                </a:ext>
              </a:extLst>
            </p:cNvPr>
            <p:cNvCxnSpPr/>
            <p:nvPr/>
          </p:nvCxnSpPr>
          <p:spPr>
            <a:xfrm flipH="1">
              <a:off x="7027664" y="503428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33" name="object 39">
              <a:extLst>
                <a:ext uri="{FF2B5EF4-FFF2-40B4-BE49-F238E27FC236}">
                  <a16:creationId xmlns:a16="http://schemas.microsoft.com/office/drawing/2014/main" id="{BC9C5D30-A9E3-01E7-FB08-F3790D7B861C}"/>
                </a:ext>
              </a:extLst>
            </p:cNvPr>
            <p:cNvSpPr/>
            <p:nvPr/>
          </p:nvSpPr>
          <p:spPr>
            <a:xfrm>
              <a:off x="8234456" y="535053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2534" name="直接箭头连接符 38">
              <a:extLst>
                <a:ext uri="{FF2B5EF4-FFF2-40B4-BE49-F238E27FC236}">
                  <a16:creationId xmlns:a16="http://schemas.microsoft.com/office/drawing/2014/main" id="{066B1E79-B3D4-CA26-701B-DDCB97A881E5}"/>
                </a:ext>
              </a:extLst>
            </p:cNvPr>
            <p:cNvCxnSpPr/>
            <p:nvPr/>
          </p:nvCxnSpPr>
          <p:spPr>
            <a:xfrm>
              <a:off x="8234488" y="5005529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35" name="Oval 22534">
            <a:extLst>
              <a:ext uri="{FF2B5EF4-FFF2-40B4-BE49-F238E27FC236}">
                <a16:creationId xmlns:a16="http://schemas.microsoft.com/office/drawing/2014/main" id="{A7930ED5-8C60-6E9B-B5CD-435DA326D1F0}"/>
              </a:ext>
            </a:extLst>
          </p:cNvPr>
          <p:cNvSpPr/>
          <p:nvPr/>
        </p:nvSpPr>
        <p:spPr>
          <a:xfrm>
            <a:off x="6303802" y="5111285"/>
            <a:ext cx="707366" cy="698739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536" name="Oval 22535">
            <a:extLst>
              <a:ext uri="{FF2B5EF4-FFF2-40B4-BE49-F238E27FC236}">
                <a16:creationId xmlns:a16="http://schemas.microsoft.com/office/drawing/2014/main" id="{93D5D727-DF42-3D11-8748-83D0E06EEEE1}"/>
              </a:ext>
            </a:extLst>
          </p:cNvPr>
          <p:cNvSpPr/>
          <p:nvPr/>
        </p:nvSpPr>
        <p:spPr>
          <a:xfrm>
            <a:off x="6990700" y="5081222"/>
            <a:ext cx="707366" cy="698739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5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nimBg="1"/>
      <p:bldP spid="225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DB8A-FF91-01FB-DABF-AB77BC01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DE99-3B0B-2379-BDC0-0DD8A759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Mapping: tree(In-order)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SG" dirty="0"/>
              <a:t>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07E61-D23E-B93E-BEF3-EEC87EA43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692BFD8-7D14-F6FD-D664-A6FD0A6B7753}"/>
              </a:ext>
            </a:extLst>
          </p:cNvPr>
          <p:cNvSpPr txBox="1">
            <a:spLocks/>
          </p:cNvSpPr>
          <p:nvPr/>
        </p:nvSpPr>
        <p:spPr>
          <a:xfrm>
            <a:off x="2628670" y="4118391"/>
            <a:ext cx="6974399" cy="14958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1800" dirty="0"/>
              <a:t>If we draw the BST carefully: </a:t>
            </a:r>
          </a:p>
          <a:p>
            <a:pPr lvl="1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sz="1800" b="1" dirty="0">
                <a:solidFill>
                  <a:srgbClr val="2906A8"/>
                </a:solidFill>
              </a:rPr>
              <a:t>Left subtree on the left side of the current node;</a:t>
            </a:r>
          </a:p>
          <a:p>
            <a:pPr lvl="1">
              <a:lnSpc>
                <a:spcPct val="100000"/>
              </a:lnSpc>
              <a:buFont typeface="Verdana" panose="020B0604030504040204" pitchFamily="34" charset="0"/>
              <a:buChar char="-"/>
            </a:pPr>
            <a:r>
              <a:rPr lang="en-SG" sz="1800" b="1" dirty="0">
                <a:solidFill>
                  <a:srgbClr val="2906A8"/>
                </a:solidFill>
              </a:rPr>
              <a:t>Right subtree on the right side of the current node;</a:t>
            </a:r>
          </a:p>
          <a:p>
            <a:pPr>
              <a:lnSpc>
                <a:spcPct val="150000"/>
              </a:lnSpc>
            </a:pPr>
            <a:r>
              <a:rPr lang="en-SG" sz="1800" dirty="0"/>
              <a:t>Mapping to X-axis will produce </a:t>
            </a:r>
            <a:r>
              <a:rPr lang="en-SG" sz="1800" b="1" dirty="0"/>
              <a:t>a sorted list.</a:t>
            </a:r>
          </a:p>
          <a:p>
            <a:pPr>
              <a:lnSpc>
                <a:spcPct val="150000"/>
              </a:lnSpc>
            </a:pPr>
            <a:endParaRPr lang="en-SG" sz="1600" dirty="0"/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6DBD2196-D5BD-378E-5071-CD778D93DCC2}"/>
              </a:ext>
            </a:extLst>
          </p:cNvPr>
          <p:cNvSpPr txBox="1"/>
          <p:nvPr/>
        </p:nvSpPr>
        <p:spPr>
          <a:xfrm>
            <a:off x="2688039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A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7" name="直接箭头连接符 5">
            <a:extLst>
              <a:ext uri="{FF2B5EF4-FFF2-40B4-BE49-F238E27FC236}">
                <a16:creationId xmlns:a16="http://schemas.microsoft.com/office/drawing/2014/main" id="{DFAA4BD5-2A0F-300B-7D15-A384DFC0239F}"/>
              </a:ext>
            </a:extLst>
          </p:cNvPr>
          <p:cNvCxnSpPr/>
          <p:nvPr/>
        </p:nvCxnSpPr>
        <p:spPr>
          <a:xfrm>
            <a:off x="2929987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8" name="文本框 53">
            <a:extLst>
              <a:ext uri="{FF2B5EF4-FFF2-40B4-BE49-F238E27FC236}">
                <a16:creationId xmlns:a16="http://schemas.microsoft.com/office/drawing/2014/main" id="{CCD55A97-4112-3823-67DD-B977C12FE8CF}"/>
              </a:ext>
            </a:extLst>
          </p:cNvPr>
          <p:cNvSpPr txBox="1"/>
          <p:nvPr/>
        </p:nvSpPr>
        <p:spPr>
          <a:xfrm>
            <a:off x="3246025" y="3570051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B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9" name="直接箭头连接符 54">
            <a:extLst>
              <a:ext uri="{FF2B5EF4-FFF2-40B4-BE49-F238E27FC236}">
                <a16:creationId xmlns:a16="http://schemas.microsoft.com/office/drawing/2014/main" id="{E24522E4-DBD2-EE4A-76B0-75EC10081E64}"/>
              </a:ext>
            </a:extLst>
          </p:cNvPr>
          <p:cNvCxnSpPr/>
          <p:nvPr/>
        </p:nvCxnSpPr>
        <p:spPr>
          <a:xfrm>
            <a:off x="3487972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0" name="文本框 55">
            <a:extLst>
              <a:ext uri="{FF2B5EF4-FFF2-40B4-BE49-F238E27FC236}">
                <a16:creationId xmlns:a16="http://schemas.microsoft.com/office/drawing/2014/main" id="{59ADAD77-AD7A-4FF2-1DCB-674B0BBEE2A5}"/>
              </a:ext>
            </a:extLst>
          </p:cNvPr>
          <p:cNvSpPr txBox="1"/>
          <p:nvPr/>
        </p:nvSpPr>
        <p:spPr>
          <a:xfrm>
            <a:off x="3796984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C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11" name="直接箭头连接符 56">
            <a:extLst>
              <a:ext uri="{FF2B5EF4-FFF2-40B4-BE49-F238E27FC236}">
                <a16:creationId xmlns:a16="http://schemas.microsoft.com/office/drawing/2014/main" id="{BDA89632-7ACA-5EF0-E565-EFF57C1455B9}"/>
              </a:ext>
            </a:extLst>
          </p:cNvPr>
          <p:cNvCxnSpPr/>
          <p:nvPr/>
        </p:nvCxnSpPr>
        <p:spPr>
          <a:xfrm>
            <a:off x="4038932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2" name="文本框 57">
            <a:extLst>
              <a:ext uri="{FF2B5EF4-FFF2-40B4-BE49-F238E27FC236}">
                <a16:creationId xmlns:a16="http://schemas.microsoft.com/office/drawing/2014/main" id="{F3192A24-DEDA-473A-7DF3-3E855763D38A}"/>
              </a:ext>
            </a:extLst>
          </p:cNvPr>
          <p:cNvSpPr txBox="1"/>
          <p:nvPr/>
        </p:nvSpPr>
        <p:spPr>
          <a:xfrm>
            <a:off x="4336869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D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13" name="直接箭头连接符 58">
            <a:extLst>
              <a:ext uri="{FF2B5EF4-FFF2-40B4-BE49-F238E27FC236}">
                <a16:creationId xmlns:a16="http://schemas.microsoft.com/office/drawing/2014/main" id="{2EABAEF2-D080-B5AC-4B6B-4A8CDB042A85}"/>
              </a:ext>
            </a:extLst>
          </p:cNvPr>
          <p:cNvCxnSpPr>
            <a:endCxn id="14" idx="1"/>
          </p:cNvCxnSpPr>
          <p:nvPr/>
        </p:nvCxnSpPr>
        <p:spPr>
          <a:xfrm>
            <a:off x="4578816" y="3712174"/>
            <a:ext cx="208774" cy="11765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4" name="文本框 59">
            <a:extLst>
              <a:ext uri="{FF2B5EF4-FFF2-40B4-BE49-F238E27FC236}">
                <a16:creationId xmlns:a16="http://schemas.microsoft.com/office/drawing/2014/main" id="{866ACB55-4673-FCFC-6D36-078201053FEE}"/>
              </a:ext>
            </a:extLst>
          </p:cNvPr>
          <p:cNvSpPr txBox="1"/>
          <p:nvPr/>
        </p:nvSpPr>
        <p:spPr>
          <a:xfrm>
            <a:off x="4787591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E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15" name="直接箭头连接符 60">
            <a:extLst>
              <a:ext uri="{FF2B5EF4-FFF2-40B4-BE49-F238E27FC236}">
                <a16:creationId xmlns:a16="http://schemas.microsoft.com/office/drawing/2014/main" id="{FEAAB763-3090-9D59-E835-8A0A02DE8944}"/>
              </a:ext>
            </a:extLst>
          </p:cNvPr>
          <p:cNvCxnSpPr>
            <a:endCxn id="16" idx="1"/>
          </p:cNvCxnSpPr>
          <p:nvPr/>
        </p:nvCxnSpPr>
        <p:spPr>
          <a:xfrm>
            <a:off x="5029538" y="3712174"/>
            <a:ext cx="207138" cy="11765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6" name="文本框 62">
            <a:extLst>
              <a:ext uri="{FF2B5EF4-FFF2-40B4-BE49-F238E27FC236}">
                <a16:creationId xmlns:a16="http://schemas.microsoft.com/office/drawing/2014/main" id="{69072732-5650-1D53-3F51-F28C2F0985A1}"/>
              </a:ext>
            </a:extLst>
          </p:cNvPr>
          <p:cNvSpPr txBox="1"/>
          <p:nvPr/>
        </p:nvSpPr>
        <p:spPr>
          <a:xfrm>
            <a:off x="5236677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F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17" name="直接箭头连接符 63">
            <a:extLst>
              <a:ext uri="{FF2B5EF4-FFF2-40B4-BE49-F238E27FC236}">
                <a16:creationId xmlns:a16="http://schemas.microsoft.com/office/drawing/2014/main" id="{1324ACB7-1EAE-104A-5115-471398511CD8}"/>
              </a:ext>
            </a:extLst>
          </p:cNvPr>
          <p:cNvCxnSpPr>
            <a:endCxn id="18" idx="1"/>
          </p:cNvCxnSpPr>
          <p:nvPr/>
        </p:nvCxnSpPr>
        <p:spPr>
          <a:xfrm>
            <a:off x="5478624" y="3712174"/>
            <a:ext cx="230924" cy="11765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18" name="文本框 64">
            <a:extLst>
              <a:ext uri="{FF2B5EF4-FFF2-40B4-BE49-F238E27FC236}">
                <a16:creationId xmlns:a16="http://schemas.microsoft.com/office/drawing/2014/main" id="{075084E1-3FCF-1D5E-77A7-4161C1371F98}"/>
              </a:ext>
            </a:extLst>
          </p:cNvPr>
          <p:cNvSpPr txBox="1"/>
          <p:nvPr/>
        </p:nvSpPr>
        <p:spPr>
          <a:xfrm>
            <a:off x="5709549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G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19" name="直接箭头连接符 65">
            <a:extLst>
              <a:ext uri="{FF2B5EF4-FFF2-40B4-BE49-F238E27FC236}">
                <a16:creationId xmlns:a16="http://schemas.microsoft.com/office/drawing/2014/main" id="{14548093-8843-CDDD-0DF0-A546F0DE9102}"/>
              </a:ext>
            </a:extLst>
          </p:cNvPr>
          <p:cNvCxnSpPr/>
          <p:nvPr/>
        </p:nvCxnSpPr>
        <p:spPr>
          <a:xfrm>
            <a:off x="5951496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0" name="文本框 68">
            <a:extLst>
              <a:ext uri="{FF2B5EF4-FFF2-40B4-BE49-F238E27FC236}">
                <a16:creationId xmlns:a16="http://schemas.microsoft.com/office/drawing/2014/main" id="{02A4DAB7-44B7-C045-B247-4415D4BB6D22}"/>
              </a:ext>
            </a:extLst>
          </p:cNvPr>
          <p:cNvSpPr txBox="1"/>
          <p:nvPr/>
        </p:nvSpPr>
        <p:spPr>
          <a:xfrm>
            <a:off x="6276196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H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21" name="直接箭头连接符 69">
            <a:extLst>
              <a:ext uri="{FF2B5EF4-FFF2-40B4-BE49-F238E27FC236}">
                <a16:creationId xmlns:a16="http://schemas.microsoft.com/office/drawing/2014/main" id="{4BA4BE56-83A8-0F68-3D0C-4F65EFCDAF0E}"/>
              </a:ext>
            </a:extLst>
          </p:cNvPr>
          <p:cNvCxnSpPr/>
          <p:nvPr/>
        </p:nvCxnSpPr>
        <p:spPr>
          <a:xfrm>
            <a:off x="6467233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2" name="文本框 70">
            <a:extLst>
              <a:ext uri="{FF2B5EF4-FFF2-40B4-BE49-F238E27FC236}">
                <a16:creationId xmlns:a16="http://schemas.microsoft.com/office/drawing/2014/main" id="{F8CBB348-02EC-6E7F-15ED-18E5BF82179D}"/>
              </a:ext>
            </a:extLst>
          </p:cNvPr>
          <p:cNvSpPr txBox="1"/>
          <p:nvPr/>
        </p:nvSpPr>
        <p:spPr>
          <a:xfrm>
            <a:off x="6887143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I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23" name="直接箭头连接符 71">
            <a:extLst>
              <a:ext uri="{FF2B5EF4-FFF2-40B4-BE49-F238E27FC236}">
                <a16:creationId xmlns:a16="http://schemas.microsoft.com/office/drawing/2014/main" id="{F34220AD-2BFA-1F07-9341-25B5CEDDE72C}"/>
              </a:ext>
            </a:extLst>
          </p:cNvPr>
          <p:cNvCxnSpPr/>
          <p:nvPr/>
        </p:nvCxnSpPr>
        <p:spPr>
          <a:xfrm>
            <a:off x="7129091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4" name="文本框 72">
            <a:extLst>
              <a:ext uri="{FF2B5EF4-FFF2-40B4-BE49-F238E27FC236}">
                <a16:creationId xmlns:a16="http://schemas.microsoft.com/office/drawing/2014/main" id="{4ED5CCE4-088B-E5B3-3121-E4D492333473}"/>
              </a:ext>
            </a:extLst>
          </p:cNvPr>
          <p:cNvSpPr txBox="1"/>
          <p:nvPr/>
        </p:nvSpPr>
        <p:spPr>
          <a:xfrm>
            <a:off x="7427028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J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25" name="直接箭头连接符 73">
            <a:extLst>
              <a:ext uri="{FF2B5EF4-FFF2-40B4-BE49-F238E27FC236}">
                <a16:creationId xmlns:a16="http://schemas.microsoft.com/office/drawing/2014/main" id="{93634F53-A732-AD72-0CF8-2995AEC18309}"/>
              </a:ext>
            </a:extLst>
          </p:cNvPr>
          <p:cNvCxnSpPr/>
          <p:nvPr/>
        </p:nvCxnSpPr>
        <p:spPr>
          <a:xfrm>
            <a:off x="7668975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6" name="文本框 74">
            <a:extLst>
              <a:ext uri="{FF2B5EF4-FFF2-40B4-BE49-F238E27FC236}">
                <a16:creationId xmlns:a16="http://schemas.microsoft.com/office/drawing/2014/main" id="{714B4668-263B-3764-8EE9-325ED37FADEC}"/>
              </a:ext>
            </a:extLst>
          </p:cNvPr>
          <p:cNvSpPr txBox="1"/>
          <p:nvPr/>
        </p:nvSpPr>
        <p:spPr>
          <a:xfrm>
            <a:off x="8026900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K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27" name="直接箭头连接符 75">
            <a:extLst>
              <a:ext uri="{FF2B5EF4-FFF2-40B4-BE49-F238E27FC236}">
                <a16:creationId xmlns:a16="http://schemas.microsoft.com/office/drawing/2014/main" id="{5D49E370-8CBF-332B-4B7D-DFF1C106AE74}"/>
              </a:ext>
            </a:extLst>
          </p:cNvPr>
          <p:cNvCxnSpPr/>
          <p:nvPr/>
        </p:nvCxnSpPr>
        <p:spPr>
          <a:xfrm>
            <a:off x="8268847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8" name="文本框 76">
            <a:extLst>
              <a:ext uri="{FF2B5EF4-FFF2-40B4-BE49-F238E27FC236}">
                <a16:creationId xmlns:a16="http://schemas.microsoft.com/office/drawing/2014/main" id="{404D5267-6EA7-2BC8-BC1A-1F8980A5E59E}"/>
              </a:ext>
            </a:extLst>
          </p:cNvPr>
          <p:cNvSpPr txBox="1"/>
          <p:nvPr/>
        </p:nvSpPr>
        <p:spPr>
          <a:xfrm>
            <a:off x="8595960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L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29" name="直接箭头连接符 77">
            <a:extLst>
              <a:ext uri="{FF2B5EF4-FFF2-40B4-BE49-F238E27FC236}">
                <a16:creationId xmlns:a16="http://schemas.microsoft.com/office/drawing/2014/main" id="{0687FDF2-F03B-174C-ACC1-D375AEC2C57B}"/>
              </a:ext>
            </a:extLst>
          </p:cNvPr>
          <p:cNvCxnSpPr/>
          <p:nvPr/>
        </p:nvCxnSpPr>
        <p:spPr>
          <a:xfrm>
            <a:off x="8837908" y="3712174"/>
            <a:ext cx="328749" cy="3251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文本框 78">
            <a:extLst>
              <a:ext uri="{FF2B5EF4-FFF2-40B4-BE49-F238E27FC236}">
                <a16:creationId xmlns:a16="http://schemas.microsoft.com/office/drawing/2014/main" id="{D6C0CA0B-FD49-697A-0960-A38947C0902F}"/>
              </a:ext>
            </a:extLst>
          </p:cNvPr>
          <p:cNvSpPr txBox="1"/>
          <p:nvPr/>
        </p:nvSpPr>
        <p:spPr>
          <a:xfrm>
            <a:off x="9166657" y="3570050"/>
            <a:ext cx="359923" cy="307777"/>
          </a:xfrm>
          <a:prstGeom prst="rect">
            <a:avLst/>
          </a:prstGeom>
          <a:noFill/>
          <a:ln w="38100">
            <a:solidFill>
              <a:srgbClr val="93A667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3333"/>
                </a:solidFill>
                <a:latin typeface="Verdana (Body)"/>
                <a:ea typeface="宋体" panose="02010600030101010101" pitchFamily="2" charset="-122"/>
              </a:rPr>
              <a:t>M</a:t>
            </a:r>
            <a:endParaRPr lang="zh-CN" altLang="en-US" sz="1400" b="1" dirty="0">
              <a:solidFill>
                <a:srgbClr val="333333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31" name="object 8">
            <a:extLst>
              <a:ext uri="{FF2B5EF4-FFF2-40B4-BE49-F238E27FC236}">
                <a16:creationId xmlns:a16="http://schemas.microsoft.com/office/drawing/2014/main" id="{4541C850-7B6C-C866-37E7-BC332FDAC877}"/>
              </a:ext>
            </a:extLst>
          </p:cNvPr>
          <p:cNvSpPr/>
          <p:nvPr/>
        </p:nvSpPr>
        <p:spPr>
          <a:xfrm>
            <a:off x="6287270" y="1050588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32" name="object 9">
            <a:extLst>
              <a:ext uri="{FF2B5EF4-FFF2-40B4-BE49-F238E27FC236}">
                <a16:creationId xmlns:a16="http://schemas.microsoft.com/office/drawing/2014/main" id="{3EDBABB3-FEEC-F139-1F35-9F1801B0DDA7}"/>
              </a:ext>
            </a:extLst>
          </p:cNvPr>
          <p:cNvSpPr txBox="1"/>
          <p:nvPr/>
        </p:nvSpPr>
        <p:spPr>
          <a:xfrm>
            <a:off x="6386731" y="1072333"/>
            <a:ext cx="152680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H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33" name="object 11">
            <a:extLst>
              <a:ext uri="{FF2B5EF4-FFF2-40B4-BE49-F238E27FC236}">
                <a16:creationId xmlns:a16="http://schemas.microsoft.com/office/drawing/2014/main" id="{5D003216-D2D0-157F-BA28-D70FE172B2F3}"/>
              </a:ext>
            </a:extLst>
          </p:cNvPr>
          <p:cNvSpPr/>
          <p:nvPr/>
        </p:nvSpPr>
        <p:spPr>
          <a:xfrm>
            <a:off x="4737976" y="1550228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34" name="object 12">
            <a:extLst>
              <a:ext uri="{FF2B5EF4-FFF2-40B4-BE49-F238E27FC236}">
                <a16:creationId xmlns:a16="http://schemas.microsoft.com/office/drawing/2014/main" id="{95C1EA32-7339-B96F-1D7B-A89491558F7B}"/>
              </a:ext>
            </a:extLst>
          </p:cNvPr>
          <p:cNvSpPr txBox="1"/>
          <p:nvPr/>
        </p:nvSpPr>
        <p:spPr>
          <a:xfrm>
            <a:off x="4853661" y="1576425"/>
            <a:ext cx="12444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E</a:t>
            </a: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6B71467C-C45C-68B1-DA07-1C07E99B3D65}"/>
              </a:ext>
            </a:extLst>
          </p:cNvPr>
          <p:cNvSpPr/>
          <p:nvPr/>
        </p:nvSpPr>
        <p:spPr>
          <a:xfrm>
            <a:off x="3287910" y="2046869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17B19607-6C41-BFD9-C1FD-95A676C6006C}"/>
              </a:ext>
            </a:extLst>
          </p:cNvPr>
          <p:cNvSpPr txBox="1"/>
          <p:nvPr/>
        </p:nvSpPr>
        <p:spPr>
          <a:xfrm>
            <a:off x="3400258" y="2065156"/>
            <a:ext cx="135972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B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37" name="object 17">
            <a:extLst>
              <a:ext uri="{FF2B5EF4-FFF2-40B4-BE49-F238E27FC236}">
                <a16:creationId xmlns:a16="http://schemas.microsoft.com/office/drawing/2014/main" id="{0E6D8CEA-8875-1BFF-F1AE-72BFB91C3677}"/>
              </a:ext>
            </a:extLst>
          </p:cNvPr>
          <p:cNvSpPr/>
          <p:nvPr/>
        </p:nvSpPr>
        <p:spPr>
          <a:xfrm>
            <a:off x="5235903" y="2076835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C846A8D7-9600-D78E-A270-B269BCE5B367}"/>
              </a:ext>
            </a:extLst>
          </p:cNvPr>
          <p:cNvSpPr txBox="1"/>
          <p:nvPr/>
        </p:nvSpPr>
        <p:spPr>
          <a:xfrm>
            <a:off x="5361672" y="2093176"/>
            <a:ext cx="11868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F</a:t>
            </a:r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6D81F38A-FAC9-44EC-79FD-7E17C9CB14DE}"/>
              </a:ext>
            </a:extLst>
          </p:cNvPr>
          <p:cNvSpPr/>
          <p:nvPr/>
        </p:nvSpPr>
        <p:spPr>
          <a:xfrm>
            <a:off x="8553728" y="1578975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4CA1BBF8-C3D7-190A-3FF4-BD17C8982072}"/>
              </a:ext>
            </a:extLst>
          </p:cNvPr>
          <p:cNvSpPr txBox="1"/>
          <p:nvPr/>
        </p:nvSpPr>
        <p:spPr>
          <a:xfrm>
            <a:off x="8682237" y="1591167"/>
            <a:ext cx="110621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L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1" name="object 23">
            <a:extLst>
              <a:ext uri="{FF2B5EF4-FFF2-40B4-BE49-F238E27FC236}">
                <a16:creationId xmlns:a16="http://schemas.microsoft.com/office/drawing/2014/main" id="{8BF2CE15-C102-6366-D435-5E8BDF376193}"/>
              </a:ext>
            </a:extLst>
          </p:cNvPr>
          <p:cNvSpPr/>
          <p:nvPr/>
        </p:nvSpPr>
        <p:spPr>
          <a:xfrm>
            <a:off x="7381255" y="2046869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2" name="object 24">
            <a:extLst>
              <a:ext uri="{FF2B5EF4-FFF2-40B4-BE49-F238E27FC236}">
                <a16:creationId xmlns:a16="http://schemas.microsoft.com/office/drawing/2014/main" id="{8C3C264B-3C4D-D6B3-9F97-EC655002C9D8}"/>
              </a:ext>
            </a:extLst>
          </p:cNvPr>
          <p:cNvSpPr txBox="1"/>
          <p:nvPr/>
        </p:nvSpPr>
        <p:spPr>
          <a:xfrm>
            <a:off x="7518899" y="2059060"/>
            <a:ext cx="89304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J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3" name="object 26">
            <a:extLst>
              <a:ext uri="{FF2B5EF4-FFF2-40B4-BE49-F238E27FC236}">
                <a16:creationId xmlns:a16="http://schemas.microsoft.com/office/drawing/2014/main" id="{45027B24-C927-22A8-556C-964658EA81B5}"/>
              </a:ext>
            </a:extLst>
          </p:cNvPr>
          <p:cNvSpPr/>
          <p:nvPr/>
        </p:nvSpPr>
        <p:spPr>
          <a:xfrm>
            <a:off x="9126766" y="1999222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4" name="object 27">
            <a:extLst>
              <a:ext uri="{FF2B5EF4-FFF2-40B4-BE49-F238E27FC236}">
                <a16:creationId xmlns:a16="http://schemas.microsoft.com/office/drawing/2014/main" id="{75ACAF0F-8F66-9930-27A8-6946C7F38F7C}"/>
              </a:ext>
            </a:extLst>
          </p:cNvPr>
          <p:cNvSpPr txBox="1"/>
          <p:nvPr/>
        </p:nvSpPr>
        <p:spPr>
          <a:xfrm>
            <a:off x="9216184" y="2011414"/>
            <a:ext cx="200500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20" dirty="0">
                <a:solidFill>
                  <a:prstClr val="black"/>
                </a:solidFill>
                <a:latin typeface="Verdana (Body)"/>
                <a:cs typeface="Calibri"/>
              </a:rPr>
              <a:t>M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5" name="object 47">
            <a:extLst>
              <a:ext uri="{FF2B5EF4-FFF2-40B4-BE49-F238E27FC236}">
                <a16:creationId xmlns:a16="http://schemas.microsoft.com/office/drawing/2014/main" id="{6B30E182-B129-E678-B6D3-5508F9A7E528}"/>
              </a:ext>
            </a:extLst>
          </p:cNvPr>
          <p:cNvSpPr/>
          <p:nvPr/>
        </p:nvSpPr>
        <p:spPr>
          <a:xfrm>
            <a:off x="5694868" y="2576969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6" name="object 48">
            <a:extLst>
              <a:ext uri="{FF2B5EF4-FFF2-40B4-BE49-F238E27FC236}">
                <a16:creationId xmlns:a16="http://schemas.microsoft.com/office/drawing/2014/main" id="{E85F2E96-D0D5-07B6-30F4-77B9091BC098}"/>
              </a:ext>
            </a:extLst>
          </p:cNvPr>
          <p:cNvSpPr txBox="1"/>
          <p:nvPr/>
        </p:nvSpPr>
        <p:spPr>
          <a:xfrm>
            <a:off x="5797087" y="2595258"/>
            <a:ext cx="15440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G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7" name="object 50">
            <a:extLst>
              <a:ext uri="{FF2B5EF4-FFF2-40B4-BE49-F238E27FC236}">
                <a16:creationId xmlns:a16="http://schemas.microsoft.com/office/drawing/2014/main" id="{041F330B-857E-515D-4C74-987A788F65C5}"/>
              </a:ext>
            </a:extLst>
          </p:cNvPr>
          <p:cNvSpPr/>
          <p:nvPr/>
        </p:nvSpPr>
        <p:spPr>
          <a:xfrm>
            <a:off x="7985362" y="2546347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8" name="object 51">
            <a:extLst>
              <a:ext uri="{FF2B5EF4-FFF2-40B4-BE49-F238E27FC236}">
                <a16:creationId xmlns:a16="http://schemas.microsoft.com/office/drawing/2014/main" id="{E00C93AD-B0BB-8B82-2472-EBC34CB0D019}"/>
              </a:ext>
            </a:extLst>
          </p:cNvPr>
          <p:cNvSpPr txBox="1"/>
          <p:nvPr/>
        </p:nvSpPr>
        <p:spPr>
          <a:xfrm>
            <a:off x="8104965" y="2564635"/>
            <a:ext cx="131363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K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9" name="object 59">
            <a:extLst>
              <a:ext uri="{FF2B5EF4-FFF2-40B4-BE49-F238E27FC236}">
                <a16:creationId xmlns:a16="http://schemas.microsoft.com/office/drawing/2014/main" id="{7438F75F-9654-A952-DA93-8C5A372034C2}"/>
              </a:ext>
            </a:extLst>
          </p:cNvPr>
          <p:cNvSpPr/>
          <p:nvPr/>
        </p:nvSpPr>
        <p:spPr>
          <a:xfrm>
            <a:off x="6844911" y="2546347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0" name="object 60">
            <a:extLst>
              <a:ext uri="{FF2B5EF4-FFF2-40B4-BE49-F238E27FC236}">
                <a16:creationId xmlns:a16="http://schemas.microsoft.com/office/drawing/2014/main" id="{7A697215-DD98-7919-9E48-7ED254532BC2}"/>
              </a:ext>
            </a:extLst>
          </p:cNvPr>
          <p:cNvSpPr txBox="1"/>
          <p:nvPr/>
        </p:nvSpPr>
        <p:spPr>
          <a:xfrm>
            <a:off x="7003454" y="2571214"/>
            <a:ext cx="7547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5" dirty="0">
                <a:solidFill>
                  <a:prstClr val="black"/>
                </a:solidFill>
                <a:latin typeface="Verdana (Body)"/>
                <a:cs typeface="Calibri"/>
              </a:rPr>
              <a:t>I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51" name="object 65">
            <a:extLst>
              <a:ext uri="{FF2B5EF4-FFF2-40B4-BE49-F238E27FC236}">
                <a16:creationId xmlns:a16="http://schemas.microsoft.com/office/drawing/2014/main" id="{267176ED-AFDC-50E0-92EC-D21D9BE77431}"/>
              </a:ext>
            </a:extLst>
          </p:cNvPr>
          <p:cNvSpPr/>
          <p:nvPr/>
        </p:nvSpPr>
        <p:spPr>
          <a:xfrm>
            <a:off x="3775867" y="2573413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2" name="object 66">
            <a:extLst>
              <a:ext uri="{FF2B5EF4-FFF2-40B4-BE49-F238E27FC236}">
                <a16:creationId xmlns:a16="http://schemas.microsoft.com/office/drawing/2014/main" id="{4F57DE87-F126-119B-9F0F-340495CADA5C}"/>
              </a:ext>
            </a:extLst>
          </p:cNvPr>
          <p:cNvSpPr txBox="1"/>
          <p:nvPr/>
        </p:nvSpPr>
        <p:spPr>
          <a:xfrm>
            <a:off x="3881655" y="2594377"/>
            <a:ext cx="13366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C</a:t>
            </a:r>
          </a:p>
        </p:txBody>
      </p:sp>
      <p:sp>
        <p:nvSpPr>
          <p:cNvPr id="53" name="object 71">
            <a:extLst>
              <a:ext uri="{FF2B5EF4-FFF2-40B4-BE49-F238E27FC236}">
                <a16:creationId xmlns:a16="http://schemas.microsoft.com/office/drawing/2014/main" id="{349C1248-37A2-361C-C8CE-7C6E94382752}"/>
              </a:ext>
            </a:extLst>
          </p:cNvPr>
          <p:cNvSpPr/>
          <p:nvPr/>
        </p:nvSpPr>
        <p:spPr>
          <a:xfrm>
            <a:off x="2688038" y="2562900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4" name="object 72">
            <a:extLst>
              <a:ext uri="{FF2B5EF4-FFF2-40B4-BE49-F238E27FC236}">
                <a16:creationId xmlns:a16="http://schemas.microsoft.com/office/drawing/2014/main" id="{7369BCAC-3C84-8169-0A12-440B0EA6A402}"/>
              </a:ext>
            </a:extLst>
          </p:cNvPr>
          <p:cNvSpPr txBox="1"/>
          <p:nvPr/>
        </p:nvSpPr>
        <p:spPr>
          <a:xfrm>
            <a:off x="2806904" y="2582185"/>
            <a:ext cx="143462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A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55" name="object 77">
            <a:extLst>
              <a:ext uri="{FF2B5EF4-FFF2-40B4-BE49-F238E27FC236}">
                <a16:creationId xmlns:a16="http://schemas.microsoft.com/office/drawing/2014/main" id="{68E543F8-8BB3-FDBB-8B35-5F0CC8B8936F}"/>
              </a:ext>
            </a:extLst>
          </p:cNvPr>
          <p:cNvSpPr/>
          <p:nvPr/>
        </p:nvSpPr>
        <p:spPr>
          <a:xfrm>
            <a:off x="4305156" y="3077384"/>
            <a:ext cx="402154" cy="34729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6" name="object 78">
            <a:extLst>
              <a:ext uri="{FF2B5EF4-FFF2-40B4-BE49-F238E27FC236}">
                <a16:creationId xmlns:a16="http://schemas.microsoft.com/office/drawing/2014/main" id="{A24B821D-4D4B-3A08-9D77-8D2A32813953}"/>
              </a:ext>
            </a:extLst>
          </p:cNvPr>
          <p:cNvSpPr txBox="1"/>
          <p:nvPr/>
        </p:nvSpPr>
        <p:spPr>
          <a:xfrm>
            <a:off x="4416135" y="3099127"/>
            <a:ext cx="150952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D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cxnSp>
        <p:nvCxnSpPr>
          <p:cNvPr id="57" name="直接箭头连接符 79">
            <a:extLst>
              <a:ext uri="{FF2B5EF4-FFF2-40B4-BE49-F238E27FC236}">
                <a16:creationId xmlns:a16="http://schemas.microsoft.com/office/drawing/2014/main" id="{2530A8C1-1133-CD3C-824D-1B3A08C769DE}"/>
              </a:ext>
            </a:extLst>
          </p:cNvPr>
          <p:cNvCxnSpPr>
            <a:stCxn id="31" idx="5"/>
            <a:endCxn id="39" idx="1"/>
          </p:cNvCxnSpPr>
          <p:nvPr/>
        </p:nvCxnSpPr>
        <p:spPr>
          <a:xfrm>
            <a:off x="6630531" y="1347019"/>
            <a:ext cx="1982093" cy="282815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8" name="直接箭头连接符 80">
            <a:extLst>
              <a:ext uri="{FF2B5EF4-FFF2-40B4-BE49-F238E27FC236}">
                <a16:creationId xmlns:a16="http://schemas.microsoft.com/office/drawing/2014/main" id="{373E4758-E304-1E41-B00F-090BFD75BBAB}"/>
              </a:ext>
            </a:extLst>
          </p:cNvPr>
          <p:cNvCxnSpPr>
            <a:stCxn id="31" idx="3"/>
            <a:endCxn id="33" idx="7"/>
          </p:cNvCxnSpPr>
          <p:nvPr/>
        </p:nvCxnSpPr>
        <p:spPr>
          <a:xfrm flipH="1">
            <a:off x="5081237" y="1347019"/>
            <a:ext cx="1264929" cy="254069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59" name="直接箭头连接符 81">
            <a:extLst>
              <a:ext uri="{FF2B5EF4-FFF2-40B4-BE49-F238E27FC236}">
                <a16:creationId xmlns:a16="http://schemas.microsoft.com/office/drawing/2014/main" id="{7BE2B6E1-0483-2295-8149-D12C685FE34C}"/>
              </a:ext>
            </a:extLst>
          </p:cNvPr>
          <p:cNvCxnSpPr>
            <a:stCxn id="33" idx="4"/>
            <a:endCxn id="35" idx="7"/>
          </p:cNvCxnSpPr>
          <p:nvPr/>
        </p:nvCxnSpPr>
        <p:spPr>
          <a:xfrm flipH="1">
            <a:off x="3631170" y="1897518"/>
            <a:ext cx="1307884" cy="20021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0" name="直接箭头连接符 82">
            <a:extLst>
              <a:ext uri="{FF2B5EF4-FFF2-40B4-BE49-F238E27FC236}">
                <a16:creationId xmlns:a16="http://schemas.microsoft.com/office/drawing/2014/main" id="{86CABE48-D995-7A54-6257-AB337110B756}"/>
              </a:ext>
            </a:extLst>
          </p:cNvPr>
          <p:cNvCxnSpPr>
            <a:stCxn id="39" idx="3"/>
            <a:endCxn id="41" idx="0"/>
          </p:cNvCxnSpPr>
          <p:nvPr/>
        </p:nvCxnSpPr>
        <p:spPr>
          <a:xfrm flipH="1">
            <a:off x="7582332" y="1875406"/>
            <a:ext cx="1030290" cy="171463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1" name="直接箭头连接符 83">
            <a:extLst>
              <a:ext uri="{FF2B5EF4-FFF2-40B4-BE49-F238E27FC236}">
                <a16:creationId xmlns:a16="http://schemas.microsoft.com/office/drawing/2014/main" id="{B8AD1337-6870-B1A1-4C5E-462AC4B3365C}"/>
              </a:ext>
            </a:extLst>
          </p:cNvPr>
          <p:cNvCxnSpPr>
            <a:stCxn id="33" idx="4"/>
            <a:endCxn id="37" idx="1"/>
          </p:cNvCxnSpPr>
          <p:nvPr/>
        </p:nvCxnSpPr>
        <p:spPr>
          <a:xfrm>
            <a:off x="4939054" y="1897518"/>
            <a:ext cx="355744" cy="230176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2" name="直接箭头连接符 84">
            <a:extLst>
              <a:ext uri="{FF2B5EF4-FFF2-40B4-BE49-F238E27FC236}">
                <a16:creationId xmlns:a16="http://schemas.microsoft.com/office/drawing/2014/main" id="{E1A45611-B294-BD30-8D45-ACA4277BB83C}"/>
              </a:ext>
            </a:extLst>
          </p:cNvPr>
          <p:cNvCxnSpPr>
            <a:stCxn id="39" idx="5"/>
            <a:endCxn id="43" idx="0"/>
          </p:cNvCxnSpPr>
          <p:nvPr/>
        </p:nvCxnSpPr>
        <p:spPr>
          <a:xfrm>
            <a:off x="8896989" y="1875405"/>
            <a:ext cx="430855" cy="123816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3" name="直接箭头连接符 85">
            <a:extLst>
              <a:ext uri="{FF2B5EF4-FFF2-40B4-BE49-F238E27FC236}">
                <a16:creationId xmlns:a16="http://schemas.microsoft.com/office/drawing/2014/main" id="{585C26C9-A25F-1276-E06F-D4BE05E2225D}"/>
              </a:ext>
            </a:extLst>
          </p:cNvPr>
          <p:cNvCxnSpPr>
            <a:endCxn id="51" idx="1"/>
          </p:cNvCxnSpPr>
          <p:nvPr/>
        </p:nvCxnSpPr>
        <p:spPr>
          <a:xfrm>
            <a:off x="3557222" y="2382874"/>
            <a:ext cx="277541" cy="241398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4" name="直接箭头连接符 86">
            <a:extLst>
              <a:ext uri="{FF2B5EF4-FFF2-40B4-BE49-F238E27FC236}">
                <a16:creationId xmlns:a16="http://schemas.microsoft.com/office/drawing/2014/main" id="{B134A819-018A-9DCC-A276-F8C83FB5A99C}"/>
              </a:ext>
            </a:extLst>
          </p:cNvPr>
          <p:cNvCxnSpPr>
            <a:stCxn id="35" idx="3"/>
            <a:endCxn id="53" idx="0"/>
          </p:cNvCxnSpPr>
          <p:nvPr/>
        </p:nvCxnSpPr>
        <p:spPr>
          <a:xfrm flipH="1">
            <a:off x="2889117" y="2343299"/>
            <a:ext cx="457689" cy="21960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5" name="直接箭头连接符 87">
            <a:extLst>
              <a:ext uri="{FF2B5EF4-FFF2-40B4-BE49-F238E27FC236}">
                <a16:creationId xmlns:a16="http://schemas.microsoft.com/office/drawing/2014/main" id="{8DEB7752-C564-8772-B55B-3EFD92D4A593}"/>
              </a:ext>
            </a:extLst>
          </p:cNvPr>
          <p:cNvCxnSpPr>
            <a:stCxn id="41" idx="4"/>
            <a:endCxn id="49" idx="0"/>
          </p:cNvCxnSpPr>
          <p:nvPr/>
        </p:nvCxnSpPr>
        <p:spPr>
          <a:xfrm flipH="1">
            <a:off x="7045988" y="2394159"/>
            <a:ext cx="536344" cy="152186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6" name="直接箭头连接符 88">
            <a:extLst>
              <a:ext uri="{FF2B5EF4-FFF2-40B4-BE49-F238E27FC236}">
                <a16:creationId xmlns:a16="http://schemas.microsoft.com/office/drawing/2014/main" id="{50205AD8-97BB-1B05-CAF4-112C5B41AF91}"/>
              </a:ext>
            </a:extLst>
          </p:cNvPr>
          <p:cNvCxnSpPr>
            <a:stCxn id="37" idx="4"/>
            <a:endCxn id="45" idx="0"/>
          </p:cNvCxnSpPr>
          <p:nvPr/>
        </p:nvCxnSpPr>
        <p:spPr>
          <a:xfrm>
            <a:off x="5436982" y="2424126"/>
            <a:ext cx="458965" cy="152843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7" name="直接箭头连接符 89">
            <a:extLst>
              <a:ext uri="{FF2B5EF4-FFF2-40B4-BE49-F238E27FC236}">
                <a16:creationId xmlns:a16="http://schemas.microsoft.com/office/drawing/2014/main" id="{4D2C1CEF-0ABB-E692-BD0F-F3CA0A2AFFD7}"/>
              </a:ext>
            </a:extLst>
          </p:cNvPr>
          <p:cNvCxnSpPr>
            <a:stCxn id="41" idx="4"/>
            <a:endCxn id="47" idx="0"/>
          </p:cNvCxnSpPr>
          <p:nvPr/>
        </p:nvCxnSpPr>
        <p:spPr>
          <a:xfrm>
            <a:off x="7582333" y="2394159"/>
            <a:ext cx="604107" cy="152186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68" name="直接箭头连接符 90">
            <a:extLst>
              <a:ext uri="{FF2B5EF4-FFF2-40B4-BE49-F238E27FC236}">
                <a16:creationId xmlns:a16="http://schemas.microsoft.com/office/drawing/2014/main" id="{DDDDDC1F-F9CF-25B3-9BD9-B04529122A1F}"/>
              </a:ext>
            </a:extLst>
          </p:cNvPr>
          <p:cNvCxnSpPr>
            <a:stCxn id="51" idx="5"/>
            <a:endCxn id="55" idx="0"/>
          </p:cNvCxnSpPr>
          <p:nvPr/>
        </p:nvCxnSpPr>
        <p:spPr>
          <a:xfrm>
            <a:off x="4119127" y="2869843"/>
            <a:ext cx="387106" cy="20754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69" name="文本框 15">
            <a:extLst>
              <a:ext uri="{FF2B5EF4-FFF2-40B4-BE49-F238E27FC236}">
                <a16:creationId xmlns:a16="http://schemas.microsoft.com/office/drawing/2014/main" id="{9B8C93B2-735B-4EFD-7B3A-E2DCEE94EDA4}"/>
              </a:ext>
            </a:extLst>
          </p:cNvPr>
          <p:cNvSpPr txBox="1"/>
          <p:nvPr/>
        </p:nvSpPr>
        <p:spPr>
          <a:xfrm>
            <a:off x="5668872" y="990600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79646">
                    <a:lumMod val="75000"/>
                  </a:srgbClr>
                </a:solidFill>
                <a:latin typeface="Verdana (Body)"/>
                <a:ea typeface="宋体" panose="02010600030101010101" pitchFamily="2" charset="-122"/>
              </a:rPr>
              <a:t>&lt;</a:t>
            </a:r>
            <a:endParaRPr lang="zh-CN" altLang="en-US" sz="2000" b="1" dirty="0">
              <a:solidFill>
                <a:srgbClr val="F79646">
                  <a:lumMod val="75000"/>
                </a:srgbClr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70" name="文本框 91">
            <a:extLst>
              <a:ext uri="{FF2B5EF4-FFF2-40B4-BE49-F238E27FC236}">
                <a16:creationId xmlns:a16="http://schemas.microsoft.com/office/drawing/2014/main" id="{5E22FE62-2B9B-D414-7AE6-BC65D6C307B3}"/>
              </a:ext>
            </a:extLst>
          </p:cNvPr>
          <p:cNvSpPr txBox="1"/>
          <p:nvPr/>
        </p:nvSpPr>
        <p:spPr>
          <a:xfrm>
            <a:off x="6928603" y="990600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79646">
                    <a:lumMod val="75000"/>
                  </a:srgbClr>
                </a:solidFill>
                <a:latin typeface="Verdana (Body)"/>
                <a:ea typeface="宋体" panose="02010600030101010101" pitchFamily="2" charset="-122"/>
              </a:rPr>
              <a:t>&gt;</a:t>
            </a:r>
            <a:endParaRPr lang="zh-CN" altLang="en-US" sz="2000" b="1" dirty="0">
              <a:solidFill>
                <a:srgbClr val="F79646">
                  <a:lumMod val="75000"/>
                </a:srgbClr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71" name="文本框 92">
            <a:extLst>
              <a:ext uri="{FF2B5EF4-FFF2-40B4-BE49-F238E27FC236}">
                <a16:creationId xmlns:a16="http://schemas.microsoft.com/office/drawing/2014/main" id="{DBB96B69-1752-BF15-6906-32C4CC790E73}"/>
              </a:ext>
            </a:extLst>
          </p:cNvPr>
          <p:cNvSpPr txBox="1"/>
          <p:nvPr/>
        </p:nvSpPr>
        <p:spPr>
          <a:xfrm>
            <a:off x="3807253" y="1631119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&lt;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72" name="文本框 93">
            <a:extLst>
              <a:ext uri="{FF2B5EF4-FFF2-40B4-BE49-F238E27FC236}">
                <a16:creationId xmlns:a16="http://schemas.microsoft.com/office/drawing/2014/main" id="{30B47C92-FEA3-F456-B74B-EC91DF103E0F}"/>
              </a:ext>
            </a:extLst>
          </p:cNvPr>
          <p:cNvSpPr txBox="1"/>
          <p:nvPr/>
        </p:nvSpPr>
        <p:spPr>
          <a:xfrm>
            <a:off x="5188050" y="1590472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&gt;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73" name="文本框 94">
            <a:extLst>
              <a:ext uri="{FF2B5EF4-FFF2-40B4-BE49-F238E27FC236}">
                <a16:creationId xmlns:a16="http://schemas.microsoft.com/office/drawing/2014/main" id="{DEE15994-5FD6-4254-E247-A9CE943A11FF}"/>
              </a:ext>
            </a:extLst>
          </p:cNvPr>
          <p:cNvSpPr txBox="1"/>
          <p:nvPr/>
        </p:nvSpPr>
        <p:spPr>
          <a:xfrm>
            <a:off x="7926177" y="1574900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&lt;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74" name="直接连接符 6">
            <a:extLst>
              <a:ext uri="{FF2B5EF4-FFF2-40B4-BE49-F238E27FC236}">
                <a16:creationId xmlns:a16="http://schemas.microsoft.com/office/drawing/2014/main" id="{00E60EFC-9CD4-B94F-3778-7FA487DA39BC}"/>
              </a:ext>
            </a:extLst>
          </p:cNvPr>
          <p:cNvCxnSpPr/>
          <p:nvPr/>
        </p:nvCxnSpPr>
        <p:spPr>
          <a:xfrm rot="16200000">
            <a:off x="5471747" y="2523643"/>
            <a:ext cx="1983829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75" name="直接连接符 96">
            <a:extLst>
              <a:ext uri="{FF2B5EF4-FFF2-40B4-BE49-F238E27FC236}">
                <a16:creationId xmlns:a16="http://schemas.microsoft.com/office/drawing/2014/main" id="{D3B7AD34-0AEA-973D-EE7B-5B6E7A8D6676}"/>
              </a:ext>
            </a:extLst>
          </p:cNvPr>
          <p:cNvCxnSpPr/>
          <p:nvPr/>
        </p:nvCxnSpPr>
        <p:spPr>
          <a:xfrm rot="16200000">
            <a:off x="4142619" y="2729756"/>
            <a:ext cx="1558722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76" name="直接连接符 97">
            <a:extLst>
              <a:ext uri="{FF2B5EF4-FFF2-40B4-BE49-F238E27FC236}">
                <a16:creationId xmlns:a16="http://schemas.microsoft.com/office/drawing/2014/main" id="{38245CB8-0FDA-440D-5126-B10957190A36}"/>
              </a:ext>
            </a:extLst>
          </p:cNvPr>
          <p:cNvCxnSpPr/>
          <p:nvPr/>
        </p:nvCxnSpPr>
        <p:spPr>
          <a:xfrm rot="16200000">
            <a:off x="7967384" y="2729756"/>
            <a:ext cx="1558722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77" name="直接连接符 98">
            <a:extLst>
              <a:ext uri="{FF2B5EF4-FFF2-40B4-BE49-F238E27FC236}">
                <a16:creationId xmlns:a16="http://schemas.microsoft.com/office/drawing/2014/main" id="{96C88644-6CEA-81F6-47FC-F8EFB2558C54}"/>
              </a:ext>
            </a:extLst>
          </p:cNvPr>
          <p:cNvCxnSpPr/>
          <p:nvPr/>
        </p:nvCxnSpPr>
        <p:spPr>
          <a:xfrm rot="16200000">
            <a:off x="2957745" y="2999935"/>
            <a:ext cx="1020255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78" name="直接连接符 99">
            <a:extLst>
              <a:ext uri="{FF2B5EF4-FFF2-40B4-BE49-F238E27FC236}">
                <a16:creationId xmlns:a16="http://schemas.microsoft.com/office/drawing/2014/main" id="{1F250746-6DDD-BE14-319D-5F4497B989E9}"/>
              </a:ext>
            </a:extLst>
          </p:cNvPr>
          <p:cNvCxnSpPr/>
          <p:nvPr/>
        </p:nvCxnSpPr>
        <p:spPr>
          <a:xfrm rot="16200000">
            <a:off x="7049286" y="2940421"/>
            <a:ext cx="1020255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79" name="直接连接符 100">
            <a:extLst>
              <a:ext uri="{FF2B5EF4-FFF2-40B4-BE49-F238E27FC236}">
                <a16:creationId xmlns:a16="http://schemas.microsoft.com/office/drawing/2014/main" id="{51B44205-C70D-4940-D85A-C0FC99739FA7}"/>
              </a:ext>
            </a:extLst>
          </p:cNvPr>
          <p:cNvCxnSpPr/>
          <p:nvPr/>
        </p:nvCxnSpPr>
        <p:spPr>
          <a:xfrm rot="16200000">
            <a:off x="3664365" y="3227130"/>
            <a:ext cx="566808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sp>
        <p:nvSpPr>
          <p:cNvPr id="80" name="文本框 101">
            <a:extLst>
              <a:ext uri="{FF2B5EF4-FFF2-40B4-BE49-F238E27FC236}">
                <a16:creationId xmlns:a16="http://schemas.microsoft.com/office/drawing/2014/main" id="{061B0C2D-11B4-95BC-D860-8F71914E31A4}"/>
              </a:ext>
            </a:extLst>
          </p:cNvPr>
          <p:cNvSpPr txBox="1"/>
          <p:nvPr/>
        </p:nvSpPr>
        <p:spPr>
          <a:xfrm>
            <a:off x="9007425" y="1580200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&gt;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81" name="文本框 102">
            <a:extLst>
              <a:ext uri="{FF2B5EF4-FFF2-40B4-BE49-F238E27FC236}">
                <a16:creationId xmlns:a16="http://schemas.microsoft.com/office/drawing/2014/main" id="{A0A5B331-F02C-E261-77CF-A52CF1BC30F9}"/>
              </a:ext>
            </a:extLst>
          </p:cNvPr>
          <p:cNvSpPr txBox="1"/>
          <p:nvPr/>
        </p:nvSpPr>
        <p:spPr>
          <a:xfrm>
            <a:off x="2896931" y="2148684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&lt;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82" name="文本框 103">
            <a:extLst>
              <a:ext uri="{FF2B5EF4-FFF2-40B4-BE49-F238E27FC236}">
                <a16:creationId xmlns:a16="http://schemas.microsoft.com/office/drawing/2014/main" id="{76AE142A-7A64-FF6E-D1CD-F6C5A1000EE2}"/>
              </a:ext>
            </a:extLst>
          </p:cNvPr>
          <p:cNvSpPr txBox="1"/>
          <p:nvPr/>
        </p:nvSpPr>
        <p:spPr>
          <a:xfrm>
            <a:off x="3680096" y="2140582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&gt;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83" name="文本框 104">
            <a:extLst>
              <a:ext uri="{FF2B5EF4-FFF2-40B4-BE49-F238E27FC236}">
                <a16:creationId xmlns:a16="http://schemas.microsoft.com/office/drawing/2014/main" id="{742D9083-07B2-55B2-0E7D-25087C300DA8}"/>
              </a:ext>
            </a:extLst>
          </p:cNvPr>
          <p:cNvSpPr txBox="1"/>
          <p:nvPr/>
        </p:nvSpPr>
        <p:spPr>
          <a:xfrm>
            <a:off x="4255984" y="2598462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&gt;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84" name="文本框 105">
            <a:extLst>
              <a:ext uri="{FF2B5EF4-FFF2-40B4-BE49-F238E27FC236}">
                <a16:creationId xmlns:a16="http://schemas.microsoft.com/office/drawing/2014/main" id="{1C2A03AC-81B2-DABA-039B-AD1E88FCD09E}"/>
              </a:ext>
            </a:extLst>
          </p:cNvPr>
          <p:cNvSpPr txBox="1"/>
          <p:nvPr/>
        </p:nvSpPr>
        <p:spPr>
          <a:xfrm>
            <a:off x="5629890" y="2144102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&gt;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85" name="文本框 106">
            <a:extLst>
              <a:ext uri="{FF2B5EF4-FFF2-40B4-BE49-F238E27FC236}">
                <a16:creationId xmlns:a16="http://schemas.microsoft.com/office/drawing/2014/main" id="{4511A334-5E45-C6F5-C960-80A94C17106E}"/>
              </a:ext>
            </a:extLst>
          </p:cNvPr>
          <p:cNvSpPr txBox="1"/>
          <p:nvPr/>
        </p:nvSpPr>
        <p:spPr>
          <a:xfrm>
            <a:off x="6988591" y="2138371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&lt;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sp>
        <p:nvSpPr>
          <p:cNvPr id="86" name="文本框 107">
            <a:extLst>
              <a:ext uri="{FF2B5EF4-FFF2-40B4-BE49-F238E27FC236}">
                <a16:creationId xmlns:a16="http://schemas.microsoft.com/office/drawing/2014/main" id="{CCB50C88-5DE8-0873-633F-D1514E86E076}"/>
              </a:ext>
            </a:extLst>
          </p:cNvPr>
          <p:cNvSpPr txBox="1"/>
          <p:nvPr/>
        </p:nvSpPr>
        <p:spPr>
          <a:xfrm>
            <a:off x="7867668" y="2111746"/>
            <a:ext cx="31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C000"/>
                </a:solidFill>
                <a:latin typeface="Verdana (Body)"/>
                <a:ea typeface="宋体" panose="02010600030101010101" pitchFamily="2" charset="-122"/>
              </a:rPr>
              <a:t>&gt;</a:t>
            </a:r>
            <a:endParaRPr lang="zh-CN" altLang="en-US" sz="2000" b="1" dirty="0">
              <a:solidFill>
                <a:srgbClr val="FFC000"/>
              </a:solidFill>
              <a:latin typeface="Verdana (Body)"/>
              <a:ea typeface="宋体" panose="02010600030101010101" pitchFamily="2" charset="-122"/>
            </a:endParaRPr>
          </a:p>
        </p:txBody>
      </p:sp>
      <p:cxnSp>
        <p:nvCxnSpPr>
          <p:cNvPr id="87" name="直接连接符 108">
            <a:extLst>
              <a:ext uri="{FF2B5EF4-FFF2-40B4-BE49-F238E27FC236}">
                <a16:creationId xmlns:a16="http://schemas.microsoft.com/office/drawing/2014/main" id="{651F88FA-6D9A-1F4D-C625-4D1BCCE1F596}"/>
              </a:ext>
            </a:extLst>
          </p:cNvPr>
          <p:cNvCxnSpPr/>
          <p:nvPr/>
        </p:nvCxnSpPr>
        <p:spPr>
          <a:xfrm rot="16200000">
            <a:off x="2584596" y="3293763"/>
            <a:ext cx="566808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88" name="直接连接符 109">
            <a:extLst>
              <a:ext uri="{FF2B5EF4-FFF2-40B4-BE49-F238E27FC236}">
                <a16:creationId xmlns:a16="http://schemas.microsoft.com/office/drawing/2014/main" id="{3734C9F1-ED6D-92F4-51A4-178CC2319648}"/>
              </a:ext>
            </a:extLst>
          </p:cNvPr>
          <p:cNvCxnSpPr/>
          <p:nvPr/>
        </p:nvCxnSpPr>
        <p:spPr>
          <a:xfrm rot="16200000">
            <a:off x="5612541" y="3257017"/>
            <a:ext cx="566808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89" name="直接连接符 110">
            <a:extLst>
              <a:ext uri="{FF2B5EF4-FFF2-40B4-BE49-F238E27FC236}">
                <a16:creationId xmlns:a16="http://schemas.microsoft.com/office/drawing/2014/main" id="{C4660AD8-2BD7-D7EC-9068-84283A4C121B}"/>
              </a:ext>
            </a:extLst>
          </p:cNvPr>
          <p:cNvCxnSpPr/>
          <p:nvPr/>
        </p:nvCxnSpPr>
        <p:spPr>
          <a:xfrm rot="16200000">
            <a:off x="4933164" y="3022839"/>
            <a:ext cx="1020255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90" name="直接连接符 111">
            <a:extLst>
              <a:ext uri="{FF2B5EF4-FFF2-40B4-BE49-F238E27FC236}">
                <a16:creationId xmlns:a16="http://schemas.microsoft.com/office/drawing/2014/main" id="{BEF378A2-8336-D5C6-FBA9-E9AB7F27300F}"/>
              </a:ext>
            </a:extLst>
          </p:cNvPr>
          <p:cNvCxnSpPr/>
          <p:nvPr/>
        </p:nvCxnSpPr>
        <p:spPr>
          <a:xfrm rot="16200000">
            <a:off x="8853103" y="2942942"/>
            <a:ext cx="1020255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91" name="直接连接符 112">
            <a:extLst>
              <a:ext uri="{FF2B5EF4-FFF2-40B4-BE49-F238E27FC236}">
                <a16:creationId xmlns:a16="http://schemas.microsoft.com/office/drawing/2014/main" id="{BEBB4C35-8F7D-EBB5-5B59-01C0E2F8BA7A}"/>
              </a:ext>
            </a:extLst>
          </p:cNvPr>
          <p:cNvCxnSpPr/>
          <p:nvPr/>
        </p:nvCxnSpPr>
        <p:spPr>
          <a:xfrm rot="16200000">
            <a:off x="6747683" y="3204107"/>
            <a:ext cx="566808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92" name="直接连接符 113">
            <a:extLst>
              <a:ext uri="{FF2B5EF4-FFF2-40B4-BE49-F238E27FC236}">
                <a16:creationId xmlns:a16="http://schemas.microsoft.com/office/drawing/2014/main" id="{B55DAB1B-E824-CE31-5300-E7A4E0A50151}"/>
              </a:ext>
            </a:extLst>
          </p:cNvPr>
          <p:cNvCxnSpPr/>
          <p:nvPr/>
        </p:nvCxnSpPr>
        <p:spPr>
          <a:xfrm rot="16200000">
            <a:off x="7923456" y="3236410"/>
            <a:ext cx="566808" cy="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  <p:cxnSp>
        <p:nvCxnSpPr>
          <p:cNvPr id="93" name="直接连接符 95">
            <a:extLst>
              <a:ext uri="{FF2B5EF4-FFF2-40B4-BE49-F238E27FC236}">
                <a16:creationId xmlns:a16="http://schemas.microsoft.com/office/drawing/2014/main" id="{76EC85C2-1EBB-1E15-18BB-069DD1575D31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508200" y="3341019"/>
            <a:ext cx="8630" cy="229030"/>
          </a:xfrm>
          <a:prstGeom prst="line">
            <a:avLst/>
          </a:prstGeom>
          <a:noFill/>
          <a:ln w="28575" cap="flat" cmpd="sng" algn="ctr">
            <a:solidFill>
              <a:srgbClr val="00B050"/>
            </a:solidFill>
            <a:prstDash val="sysDash"/>
          </a:ln>
          <a:effectLst/>
        </p:spPr>
      </p:cxnSp>
    </p:spTree>
    <p:extLst>
      <p:ext uri="{BB962C8B-B14F-4D97-AF65-F5344CB8AC3E}">
        <p14:creationId xmlns:p14="http://schemas.microsoft.com/office/powerpoint/2010/main" val="247350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/>
      <p:bldP spid="73" grpId="0"/>
      <p:bldP spid="80" grpId="0"/>
      <p:bldP spid="81" grpId="0"/>
      <p:bldP spid="82" grpId="0"/>
      <p:bldP spid="83" grpId="0"/>
      <p:bldP spid="84" grpId="0"/>
      <p:bldP spid="85" grpId="0"/>
      <p:bldP spid="8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22CA3-D84D-62E1-F4C4-8346DD85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AD04-0516-E850-99C2-E77A6B46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ADCD0-9D3E-F9FF-D1B3-765DE669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DB058F2-E21E-BD49-615C-9AE7D9466E71}"/>
              </a:ext>
            </a:extLst>
          </p:cNvPr>
          <p:cNvSpPr txBox="1">
            <a:spLocks/>
          </p:cNvSpPr>
          <p:nvPr/>
        </p:nvSpPr>
        <p:spPr>
          <a:xfrm>
            <a:off x="2621281" y="1380226"/>
            <a:ext cx="6974399" cy="43224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400" b="1" dirty="0">
                <a:solidFill>
                  <a:srgbClr val="F79646"/>
                </a:solidFill>
              </a:rPr>
              <a:t>L &lt; C &lt; R</a:t>
            </a:r>
            <a:r>
              <a:rPr lang="en-SG" sz="2400" dirty="0"/>
              <a:t> rule ensures sorted order</a:t>
            </a:r>
          </a:p>
          <a:p>
            <a:pPr>
              <a:lnSpc>
                <a:spcPct val="150000"/>
              </a:lnSpc>
            </a:pPr>
            <a:r>
              <a:rPr lang="en-SG" sz="2400" dirty="0"/>
              <a:t>BST’s in­‐order traversal produces a sorted list</a:t>
            </a:r>
            <a:r>
              <a:rPr lang="en-SG" sz="1800" dirty="0"/>
              <a:t>!</a:t>
            </a:r>
          </a:p>
        </p:txBody>
      </p:sp>
      <p:pic>
        <p:nvPicPr>
          <p:cNvPr id="6" name="图片 184">
            <a:extLst>
              <a:ext uri="{FF2B5EF4-FFF2-40B4-BE49-F238E27FC236}">
                <a16:creationId xmlns:a16="http://schemas.microsoft.com/office/drawing/2014/main" id="{DD5A671F-68CB-B631-3EA3-7AC8E6B0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79" y="3153741"/>
            <a:ext cx="5533664" cy="239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3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3DFBF-54B7-F763-936B-9E689C7D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47FD7-41C2-1C80-2BE7-25F37FD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Binary Search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023C2-E186-1764-7954-F1D482E3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02A6174-71D7-CF49-2370-9BEC47A44728}"/>
              </a:ext>
            </a:extLst>
          </p:cNvPr>
          <p:cNvSpPr txBox="1">
            <a:spLocks/>
          </p:cNvSpPr>
          <p:nvPr/>
        </p:nvSpPr>
        <p:spPr>
          <a:xfrm>
            <a:off x="2621281" y="1380226"/>
            <a:ext cx="6974399" cy="43224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2400" dirty="0"/>
              <a:t>The binary-search-tree property guarantees that:</a:t>
            </a:r>
          </a:p>
          <a:p>
            <a:pPr lvl="1">
              <a:lnSpc>
                <a:spcPct val="150000"/>
              </a:lnSpc>
              <a:buFont typeface="Verdana" panose="020B0604030504040204" pitchFamily="34" charset="0"/>
              <a:buChar char="-"/>
            </a:pPr>
            <a:r>
              <a:rPr lang="en-SG" sz="2400" dirty="0"/>
              <a:t>The </a:t>
            </a:r>
            <a:r>
              <a:rPr lang="en-US" altLang="zh-CN" sz="2400" dirty="0">
                <a:solidFill>
                  <a:schemeClr val="hlink"/>
                </a:solidFill>
              </a:rPr>
              <a:t>minimum</a:t>
            </a:r>
            <a:r>
              <a:rPr lang="en-US" altLang="zh-CN" sz="2400" dirty="0"/>
              <a:t> </a:t>
            </a:r>
            <a:r>
              <a:rPr lang="en-SG" sz="2400" dirty="0"/>
              <a:t>is located at the </a:t>
            </a:r>
            <a:r>
              <a:rPr lang="en-SG" sz="2400" dirty="0">
                <a:solidFill>
                  <a:srgbClr val="4F81BD"/>
                </a:solidFill>
              </a:rPr>
              <a:t>left-most</a:t>
            </a:r>
            <a:r>
              <a:rPr lang="en-SG" sz="2400" dirty="0"/>
              <a:t> node</a:t>
            </a:r>
          </a:p>
          <a:p>
            <a:pPr lvl="1">
              <a:lnSpc>
                <a:spcPct val="150000"/>
              </a:lnSpc>
              <a:buFont typeface="Verdana" panose="020B0604030504040204" pitchFamily="34" charset="0"/>
              <a:buChar char="-"/>
            </a:pPr>
            <a:r>
              <a:rPr lang="en-SG" sz="2400" dirty="0"/>
              <a:t>The </a:t>
            </a:r>
            <a:r>
              <a:rPr lang="en-SG" sz="2400" dirty="0">
                <a:solidFill>
                  <a:srgbClr val="4F81BD"/>
                </a:solidFill>
              </a:rPr>
              <a:t>maximum</a:t>
            </a:r>
            <a:r>
              <a:rPr lang="en-SG" sz="2400" dirty="0"/>
              <a:t> is located at the </a:t>
            </a:r>
            <a:r>
              <a:rPr lang="en-SG" sz="2400" dirty="0">
                <a:solidFill>
                  <a:srgbClr val="4F81BD"/>
                </a:solidFill>
              </a:rPr>
              <a:t>right-most</a:t>
            </a:r>
            <a:r>
              <a:rPr lang="en-SG" sz="2400" dirty="0"/>
              <a:t> node</a:t>
            </a:r>
          </a:p>
        </p:txBody>
      </p:sp>
      <p:pic>
        <p:nvPicPr>
          <p:cNvPr id="6" name="图片 184">
            <a:extLst>
              <a:ext uri="{FF2B5EF4-FFF2-40B4-BE49-F238E27FC236}">
                <a16:creationId xmlns:a16="http://schemas.microsoft.com/office/drawing/2014/main" id="{116C7D8C-0012-A170-54F2-1FA08F775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179" y="3153741"/>
            <a:ext cx="5533664" cy="239907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135E618-E040-F652-C03F-E107E4956729}"/>
              </a:ext>
            </a:extLst>
          </p:cNvPr>
          <p:cNvSpPr/>
          <p:nvPr/>
        </p:nvSpPr>
        <p:spPr>
          <a:xfrm>
            <a:off x="3389660" y="4458838"/>
            <a:ext cx="330421" cy="263875"/>
          </a:xfrm>
          <a:prstGeom prst="ellipse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200" kern="0" dirty="0">
                <a:solidFill>
                  <a:prstClr val="white"/>
                </a:solidFill>
                <a:latin typeface="Verdana (Body)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08C962-E220-8740-2F85-FEEA7BD8363C}"/>
              </a:ext>
            </a:extLst>
          </p:cNvPr>
          <p:cNvSpPr/>
          <p:nvPr/>
        </p:nvSpPr>
        <p:spPr>
          <a:xfrm>
            <a:off x="8554803" y="4006721"/>
            <a:ext cx="330421" cy="263875"/>
          </a:xfrm>
          <a:prstGeom prst="ellipse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200" kern="0">
                <a:solidFill>
                  <a:prstClr val="white"/>
                </a:solidFill>
                <a:latin typeface="Verdana (Body)"/>
              </a:rPr>
              <a:t>M</a:t>
            </a:r>
            <a:endParaRPr lang="en-US" sz="1200" kern="0" dirty="0">
              <a:solidFill>
                <a:prstClr val="white"/>
              </a:solidFill>
              <a:latin typeface="Verdana (Body)"/>
            </a:endParaRPr>
          </a:p>
        </p:txBody>
      </p:sp>
    </p:spTree>
    <p:extLst>
      <p:ext uri="{BB962C8B-B14F-4D97-AF65-F5344CB8AC3E}">
        <p14:creationId xmlns:p14="http://schemas.microsoft.com/office/powerpoint/2010/main" val="51298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7DE6-3CC3-B490-21C0-65503D9B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CB394EB0-4C29-DD37-CA86-03222B20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Searching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6B32573-DB0E-3B5F-B0AA-3CAA2BBFB5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1353800" cy="4419599"/>
          </a:xfrm>
        </p:spPr>
        <p:txBody>
          <a:bodyPr rtlCol="0">
            <a:normAutofit fontScale="70000" lnSpcReduction="20000"/>
          </a:bodyPr>
          <a:lstStyle/>
          <a:p>
            <a:r>
              <a:rPr lang="en-US" dirty="0"/>
              <a:t>The approach is a decrease-and-conquer approach</a:t>
            </a:r>
          </a:p>
          <a:p>
            <a:r>
              <a:rPr lang="en-US" dirty="0"/>
              <a:t>A problem is divided into two smaller and similar sub-problems, one of which does not even have to be solved</a:t>
            </a:r>
          </a:p>
          <a:p>
            <a:r>
              <a:rPr lang="en-US" dirty="0"/>
              <a:t>This approach uses the information of the order to reduce the search space.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def _search(self, 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False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==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True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&lt;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9C760-666F-B456-117D-FA9775499770}"/>
              </a:ext>
            </a:extLst>
          </p:cNvPr>
          <p:cNvSpPr/>
          <p:nvPr/>
        </p:nvSpPr>
        <p:spPr>
          <a:xfrm>
            <a:off x="1752600" y="2598174"/>
            <a:ext cx="7010400" cy="2971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D7CE85-D64C-316C-1463-D6A778238C89}"/>
              </a:ext>
            </a:extLst>
          </p:cNvPr>
          <p:cNvGrpSpPr/>
          <p:nvPr/>
        </p:nvGrpSpPr>
        <p:grpSpPr>
          <a:xfrm>
            <a:off x="9001560" y="3048000"/>
            <a:ext cx="3038040" cy="1941425"/>
            <a:chOff x="147742" y="3705964"/>
            <a:chExt cx="3038040" cy="1941425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C720E420-9C95-7E3D-044C-0C8E3DE2D388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5BAD14E5-7E5C-E150-DF12-D48B1D0BCA83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A1FFD93C-1B31-C659-8D34-FCA7335915D6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A3733634-37F2-9B2F-4ED0-07CA116E2537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7C0EDEAD-F594-30AC-7969-8A885973C689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9903820C-C433-4AF9-3EC3-E9EB6A424D20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3E80E62C-7447-27A6-B8C4-3066F746B464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01CD2F6B-C611-F02E-1C7A-B580CD83838E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FFBC98B1-0BD4-14CD-B396-F22872301243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A4AAB910-83E9-E0DB-630A-72D2D587222E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B54C496F-4001-7D77-4D96-0FA716741114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8F6BE08C-3749-4572-C399-9B9639933A95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BF071DF6-2A77-CB56-0DF4-0322D74BD651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EBC1FCCA-4EEC-8401-D408-FCD4ED08A3F4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8" name="直接箭头连接符 32">
              <a:extLst>
                <a:ext uri="{FF2B5EF4-FFF2-40B4-BE49-F238E27FC236}">
                  <a16:creationId xmlns:a16="http://schemas.microsoft.com/office/drawing/2014/main" id="{80259110-1F9A-0327-C461-16592DB0E710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3">
              <a:extLst>
                <a:ext uri="{FF2B5EF4-FFF2-40B4-BE49-F238E27FC236}">
                  <a16:creationId xmlns:a16="http://schemas.microsoft.com/office/drawing/2014/main" id="{795C5F39-50DC-56CC-95CD-452939DE49FB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4">
              <a:extLst>
                <a:ext uri="{FF2B5EF4-FFF2-40B4-BE49-F238E27FC236}">
                  <a16:creationId xmlns:a16="http://schemas.microsoft.com/office/drawing/2014/main" id="{9EE3A9EB-E49F-2113-C505-05AA123F75F5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5">
              <a:extLst>
                <a:ext uri="{FF2B5EF4-FFF2-40B4-BE49-F238E27FC236}">
                  <a16:creationId xmlns:a16="http://schemas.microsoft.com/office/drawing/2014/main" id="{DE65535D-C0B7-3957-8A5B-72D945791B51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7">
              <a:extLst>
                <a:ext uri="{FF2B5EF4-FFF2-40B4-BE49-F238E27FC236}">
                  <a16:creationId xmlns:a16="http://schemas.microsoft.com/office/drawing/2014/main" id="{096C7A68-C3F9-3C07-3601-7FBD9113AE6A}"/>
                </a:ext>
              </a:extLst>
            </p:cNvPr>
            <p:cNvCxnSpPr>
              <a:stCxn id="11" idx="5"/>
              <a:endCxn id="14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38">
              <a:extLst>
                <a:ext uri="{FF2B5EF4-FFF2-40B4-BE49-F238E27FC236}">
                  <a16:creationId xmlns:a16="http://schemas.microsoft.com/office/drawing/2014/main" id="{F3F9A184-0EDD-A795-EBCE-63B21C6E2438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E6C92DA0-42E6-629D-700A-B059E927B4B8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5" name="直接箭头连接符 35">
              <a:extLst>
                <a:ext uri="{FF2B5EF4-FFF2-40B4-BE49-F238E27FC236}">
                  <a16:creationId xmlns:a16="http://schemas.microsoft.com/office/drawing/2014/main" id="{FA2D081E-7088-4409-D818-42BD9A275C69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D49792EF-29B6-EE87-D7D1-4AFDB7261ACF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80076E13-4C21-F640-2B92-6C60B36FACAA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bject 39">
              <a:extLst>
                <a:ext uri="{FF2B5EF4-FFF2-40B4-BE49-F238E27FC236}">
                  <a16:creationId xmlns:a16="http://schemas.microsoft.com/office/drawing/2014/main" id="{EA14AF29-E850-19EE-AE7B-D370502C7915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9" name="直接箭头连接符 38">
              <a:extLst>
                <a:ext uri="{FF2B5EF4-FFF2-40B4-BE49-F238E27FC236}">
                  <a16:creationId xmlns:a16="http://schemas.microsoft.com/office/drawing/2014/main" id="{F7EB374D-F95C-4791-2E90-D1F91BFB9095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2485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F64F-D200-88CB-AB59-D8C8D5248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58A47A31-32DF-D5DE-01A9-B2C7DA6BE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Searching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57FB4A5-5D2C-3B88-8C6F-7703E9372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1353800" cy="4419599"/>
          </a:xfrm>
        </p:spPr>
        <p:txBody>
          <a:bodyPr rtlCol="0">
            <a:normAutofit fontScale="70000" lnSpcReduction="20000"/>
          </a:bodyPr>
          <a:lstStyle/>
          <a:p>
            <a:r>
              <a:rPr lang="en-US" dirty="0"/>
              <a:t>The approach is a decrease-and-conquer approach</a:t>
            </a:r>
          </a:p>
          <a:p>
            <a:r>
              <a:rPr lang="en-US" dirty="0"/>
              <a:t>A problem is divided into two smaller and similar sub-problems, one of which does not even have to be solved</a:t>
            </a:r>
          </a:p>
          <a:p>
            <a:r>
              <a:rPr lang="en-US" dirty="0"/>
              <a:t>This approach uses the information of the order to reduce the search space.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def _search(self, 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SG" sz="2500" b="1" dirty="0">
                <a:solidFill>
                  <a:srgbClr val="007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data = 31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False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==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True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&lt;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FAFF42-4F6D-487B-2ADA-483077678CE6}"/>
              </a:ext>
            </a:extLst>
          </p:cNvPr>
          <p:cNvSpPr/>
          <p:nvPr/>
        </p:nvSpPr>
        <p:spPr>
          <a:xfrm>
            <a:off x="1752600" y="2598174"/>
            <a:ext cx="7010400" cy="2971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800FB14-E1B4-CBF0-2828-D11155CA7C13}"/>
              </a:ext>
            </a:extLst>
          </p:cNvPr>
          <p:cNvGrpSpPr/>
          <p:nvPr/>
        </p:nvGrpSpPr>
        <p:grpSpPr>
          <a:xfrm>
            <a:off x="9001560" y="3048000"/>
            <a:ext cx="3038040" cy="1941425"/>
            <a:chOff x="147742" y="3705964"/>
            <a:chExt cx="3038040" cy="1941425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F44E8915-6597-9ED7-16B8-166FD4B0FD17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84573EAC-F043-1A1B-44B2-BFD34F83D5FE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09C493BB-43A7-CC98-8510-A72D835FD5FC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19336215-F333-BEE1-74AE-F687799E2F99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587292E9-2921-586B-7470-F8B76C4B9F93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0A39474B-637D-C77B-161B-5F801025909A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97506720-F94D-F5CB-BC8B-E57C4C995133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134ACFF6-6315-3238-0F8A-13A61F5D3153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EA5D5A92-39A4-CE12-7867-72CAA55E79BB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0DBB4050-E736-FE1B-7AAB-349D3E4A634B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6E7D6432-D836-C23B-6590-DE39996FB08E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B1EEAD42-0B0C-082E-AAFF-60688CC11D3B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D08B289B-2DD5-A962-BE46-707EC82DD2D3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C21E54C7-8284-EB18-85FF-92545A28B218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8" name="直接箭头连接符 32">
              <a:extLst>
                <a:ext uri="{FF2B5EF4-FFF2-40B4-BE49-F238E27FC236}">
                  <a16:creationId xmlns:a16="http://schemas.microsoft.com/office/drawing/2014/main" id="{41666E0D-CE19-6634-8326-7EAF5E7D35D5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3">
              <a:extLst>
                <a:ext uri="{FF2B5EF4-FFF2-40B4-BE49-F238E27FC236}">
                  <a16:creationId xmlns:a16="http://schemas.microsoft.com/office/drawing/2014/main" id="{BB7AF332-49B2-6647-9C17-BF15F6E9B11C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4">
              <a:extLst>
                <a:ext uri="{FF2B5EF4-FFF2-40B4-BE49-F238E27FC236}">
                  <a16:creationId xmlns:a16="http://schemas.microsoft.com/office/drawing/2014/main" id="{01FF26B8-B534-8559-F4C0-CE0A9248ED79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5">
              <a:extLst>
                <a:ext uri="{FF2B5EF4-FFF2-40B4-BE49-F238E27FC236}">
                  <a16:creationId xmlns:a16="http://schemas.microsoft.com/office/drawing/2014/main" id="{4679EFAD-AB18-399A-8D2D-5BC48AC2F0AA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7">
              <a:extLst>
                <a:ext uri="{FF2B5EF4-FFF2-40B4-BE49-F238E27FC236}">
                  <a16:creationId xmlns:a16="http://schemas.microsoft.com/office/drawing/2014/main" id="{3B46BE24-22E3-BF01-294E-EDC1C3ACD07E}"/>
                </a:ext>
              </a:extLst>
            </p:cNvPr>
            <p:cNvCxnSpPr>
              <a:stCxn id="11" idx="5"/>
              <a:endCxn id="14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38">
              <a:extLst>
                <a:ext uri="{FF2B5EF4-FFF2-40B4-BE49-F238E27FC236}">
                  <a16:creationId xmlns:a16="http://schemas.microsoft.com/office/drawing/2014/main" id="{42176D7B-7781-AECD-260E-97E5C1A130E6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48D404C9-2BE1-BCCA-27D0-671E708BAC2E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5" name="直接箭头连接符 35">
              <a:extLst>
                <a:ext uri="{FF2B5EF4-FFF2-40B4-BE49-F238E27FC236}">
                  <a16:creationId xmlns:a16="http://schemas.microsoft.com/office/drawing/2014/main" id="{8BCE2CD8-3D2E-841C-8704-3B959F718053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769C89D5-45F5-3F43-2F3A-FA38DB3D8A93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20A01D67-AFBD-95EB-03C3-46570B0BEFF6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bject 39">
              <a:extLst>
                <a:ext uri="{FF2B5EF4-FFF2-40B4-BE49-F238E27FC236}">
                  <a16:creationId xmlns:a16="http://schemas.microsoft.com/office/drawing/2014/main" id="{363C9E23-1071-F1E5-5E60-A64D4B085419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9" name="直接箭头连接符 38">
              <a:extLst>
                <a:ext uri="{FF2B5EF4-FFF2-40B4-BE49-F238E27FC236}">
                  <a16:creationId xmlns:a16="http://schemas.microsoft.com/office/drawing/2014/main" id="{6FEE9EF6-E598-C233-9418-279514EF1120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own Arrow 27">
            <a:extLst>
              <a:ext uri="{FF2B5EF4-FFF2-40B4-BE49-F238E27FC236}">
                <a16:creationId xmlns:a16="http://schemas.microsoft.com/office/drawing/2014/main" id="{550D7273-2FF8-29D8-6AA5-FD5E50F41756}"/>
              </a:ext>
            </a:extLst>
          </p:cNvPr>
          <p:cNvSpPr/>
          <p:nvPr/>
        </p:nvSpPr>
        <p:spPr>
          <a:xfrm>
            <a:off x="10392913" y="2697825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2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27F99-4BAE-AC5E-3504-FA8417B4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9F11046C-4852-AB8C-A92F-8685A8DB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Searching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7DB5722-50BB-DDB9-959F-9B24EE754C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1353800" cy="4419599"/>
          </a:xfrm>
        </p:spPr>
        <p:txBody>
          <a:bodyPr rtlCol="0">
            <a:normAutofit fontScale="70000" lnSpcReduction="20000"/>
          </a:bodyPr>
          <a:lstStyle/>
          <a:p>
            <a:r>
              <a:rPr lang="en-US" dirty="0"/>
              <a:t>The approach is a decrease-and-conquer approach</a:t>
            </a:r>
          </a:p>
          <a:p>
            <a:r>
              <a:rPr lang="en-US" dirty="0"/>
              <a:t>A problem is divided into two smaller and similar sub-problems, one of which does not even have to be solved</a:t>
            </a:r>
          </a:p>
          <a:p>
            <a:r>
              <a:rPr lang="en-US" dirty="0"/>
              <a:t>This approach uses the information of the order to reduce the search space.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def _search(self, 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SG" sz="2500" b="1" dirty="0">
                <a:solidFill>
                  <a:srgbClr val="007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data = 31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False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==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True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&lt;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CB6795-1FEC-138A-6166-7C375DA2200E}"/>
              </a:ext>
            </a:extLst>
          </p:cNvPr>
          <p:cNvSpPr/>
          <p:nvPr/>
        </p:nvSpPr>
        <p:spPr>
          <a:xfrm>
            <a:off x="1752600" y="2598174"/>
            <a:ext cx="7010400" cy="2971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C4A908-01A4-25D9-15BF-CD1AEDEB8C4F}"/>
              </a:ext>
            </a:extLst>
          </p:cNvPr>
          <p:cNvGrpSpPr/>
          <p:nvPr/>
        </p:nvGrpSpPr>
        <p:grpSpPr>
          <a:xfrm>
            <a:off x="9001560" y="3048000"/>
            <a:ext cx="3038040" cy="1941425"/>
            <a:chOff x="147742" y="3705964"/>
            <a:chExt cx="3038040" cy="1941425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02987936-1A33-3F07-C60C-CAC91CF95445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2B13B41-A36F-90A4-9D8B-89E37F28D25C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915D8964-2D59-0406-C61C-35FB56E97385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353AE957-D44B-3125-F6A7-0ECE82D21E37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D98ECFB8-121F-DB5A-6B93-6FD14144ECA0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E365F0E7-7DC5-98BD-35E8-E8F784F78500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11C9F302-E6C9-B827-C568-ECD3EC518D29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1300A9F9-D4A7-CC6E-04E6-E66CA77590A4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58F74194-6202-F186-505D-9928C6BBB17C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1FB87E73-2A4F-11E8-709E-7DE3AF10E5B9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420AE3B3-4496-8775-65D2-C6EFA51C1B52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F22F79F8-F2F3-8998-4435-606AD7929B4D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A1433435-0FD3-5341-7087-B42C2FA2BCBB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9F8A24F7-2067-299D-5528-B2CFE8589D80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8" name="直接箭头连接符 32">
              <a:extLst>
                <a:ext uri="{FF2B5EF4-FFF2-40B4-BE49-F238E27FC236}">
                  <a16:creationId xmlns:a16="http://schemas.microsoft.com/office/drawing/2014/main" id="{993C586D-50D5-3422-7062-F7D95A8C314D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3">
              <a:extLst>
                <a:ext uri="{FF2B5EF4-FFF2-40B4-BE49-F238E27FC236}">
                  <a16:creationId xmlns:a16="http://schemas.microsoft.com/office/drawing/2014/main" id="{D316D5A6-B802-BFE2-2FF3-34904476B325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4">
              <a:extLst>
                <a:ext uri="{FF2B5EF4-FFF2-40B4-BE49-F238E27FC236}">
                  <a16:creationId xmlns:a16="http://schemas.microsoft.com/office/drawing/2014/main" id="{E752770C-18E0-EB3D-4430-00539AD49E10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5">
              <a:extLst>
                <a:ext uri="{FF2B5EF4-FFF2-40B4-BE49-F238E27FC236}">
                  <a16:creationId xmlns:a16="http://schemas.microsoft.com/office/drawing/2014/main" id="{DE6EAA9C-9D24-F178-3894-BD08694156C9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7">
              <a:extLst>
                <a:ext uri="{FF2B5EF4-FFF2-40B4-BE49-F238E27FC236}">
                  <a16:creationId xmlns:a16="http://schemas.microsoft.com/office/drawing/2014/main" id="{EB8994D6-B29B-6C6D-9DC8-39A8FDA8EC04}"/>
                </a:ext>
              </a:extLst>
            </p:cNvPr>
            <p:cNvCxnSpPr>
              <a:stCxn id="11" idx="5"/>
              <a:endCxn id="14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38">
              <a:extLst>
                <a:ext uri="{FF2B5EF4-FFF2-40B4-BE49-F238E27FC236}">
                  <a16:creationId xmlns:a16="http://schemas.microsoft.com/office/drawing/2014/main" id="{E13A07F3-CE97-BE4A-4706-D25D2E140464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14590D60-BB95-57C3-7012-BB646AE5F71F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5" name="直接箭头连接符 35">
              <a:extLst>
                <a:ext uri="{FF2B5EF4-FFF2-40B4-BE49-F238E27FC236}">
                  <a16:creationId xmlns:a16="http://schemas.microsoft.com/office/drawing/2014/main" id="{F25DB5BC-D3D2-7351-044E-13FF10B07796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024F524B-3932-0F62-0C52-5546AB8A9296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5E8D11C2-4357-50BD-4D08-B711CB64F7E5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bject 39">
              <a:extLst>
                <a:ext uri="{FF2B5EF4-FFF2-40B4-BE49-F238E27FC236}">
                  <a16:creationId xmlns:a16="http://schemas.microsoft.com/office/drawing/2014/main" id="{90142C0D-FD5C-F19F-4DE0-7BF733F160DD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9" name="直接箭头连接符 38">
              <a:extLst>
                <a:ext uri="{FF2B5EF4-FFF2-40B4-BE49-F238E27FC236}">
                  <a16:creationId xmlns:a16="http://schemas.microsoft.com/office/drawing/2014/main" id="{4913A1C7-2FAC-3907-36AE-4B25FF3CEC1B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own Arrow 27">
            <a:extLst>
              <a:ext uri="{FF2B5EF4-FFF2-40B4-BE49-F238E27FC236}">
                <a16:creationId xmlns:a16="http://schemas.microsoft.com/office/drawing/2014/main" id="{715291E8-94F5-5804-65DE-1C603C5FC40F}"/>
              </a:ext>
            </a:extLst>
          </p:cNvPr>
          <p:cNvSpPr/>
          <p:nvPr/>
        </p:nvSpPr>
        <p:spPr>
          <a:xfrm>
            <a:off x="9702214" y="3212635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3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A120-4D55-56BA-3F67-4DD79768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77946B74-F3CA-C066-93D3-43958811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Searching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F30A096-E331-2605-C2B5-ADA415CB51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1353800" cy="4419599"/>
          </a:xfrm>
        </p:spPr>
        <p:txBody>
          <a:bodyPr rtlCol="0">
            <a:normAutofit fontScale="70000" lnSpcReduction="20000"/>
          </a:bodyPr>
          <a:lstStyle/>
          <a:p>
            <a:r>
              <a:rPr lang="en-US" dirty="0"/>
              <a:t>The approach is a decrease-and-conquer approach</a:t>
            </a:r>
          </a:p>
          <a:p>
            <a:r>
              <a:rPr lang="en-US" dirty="0"/>
              <a:t>A problem is divided into two smaller and similar sub-problems, one of which does not even have to be solved</a:t>
            </a:r>
          </a:p>
          <a:p>
            <a:r>
              <a:rPr lang="en-US" dirty="0"/>
              <a:t>This approach uses the information of the order to reduce the search space.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def _search(self, 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SG" sz="2500" b="1" dirty="0">
                <a:solidFill>
                  <a:srgbClr val="007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data = 100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False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==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True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&lt;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E9773B-2F56-A415-5A31-200472D3A14F}"/>
              </a:ext>
            </a:extLst>
          </p:cNvPr>
          <p:cNvSpPr/>
          <p:nvPr/>
        </p:nvSpPr>
        <p:spPr>
          <a:xfrm>
            <a:off x="1752600" y="2598174"/>
            <a:ext cx="7080000" cy="2971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0CF0C5-2E6A-916B-2A03-C4D5C58A308C}"/>
              </a:ext>
            </a:extLst>
          </p:cNvPr>
          <p:cNvGrpSpPr/>
          <p:nvPr/>
        </p:nvGrpSpPr>
        <p:grpSpPr>
          <a:xfrm>
            <a:off x="9001560" y="3048000"/>
            <a:ext cx="3038040" cy="1941425"/>
            <a:chOff x="147742" y="3705964"/>
            <a:chExt cx="3038040" cy="1941425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9EB05AF6-AD63-E56D-D620-A479886B2F4A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58DD3846-6F93-112D-9F11-00780C7CDEBC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4A8B1526-60E1-3413-887A-0815B6F2A2C7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5447D7BD-0806-1613-79DA-1142700DA5FF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DFF76617-0849-36E9-D45A-B83663D10A9D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C9AE382F-1587-0ED5-E485-C3192A3F5D32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2935A940-F31B-4FE2-DE22-33594844C2BE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076A74FC-91A1-3F47-9FB6-AEC41EFD3F57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2BC138E8-22A8-0F5F-6799-8EEDB37E0481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D739D16F-99AE-C597-33F3-FB5752199F76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CDF71D42-B095-2788-2EB3-8919F83B527D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DCEC854A-B735-E6C8-D315-81EE027B385C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85F131B0-C670-220F-5BDE-D97C6C113ADD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291D4244-1F3F-3DCD-AC9E-CCF225DC7239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8" name="直接箭头连接符 32">
              <a:extLst>
                <a:ext uri="{FF2B5EF4-FFF2-40B4-BE49-F238E27FC236}">
                  <a16:creationId xmlns:a16="http://schemas.microsoft.com/office/drawing/2014/main" id="{27E99E62-4795-0D14-7FD6-4ADB27129550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3">
              <a:extLst>
                <a:ext uri="{FF2B5EF4-FFF2-40B4-BE49-F238E27FC236}">
                  <a16:creationId xmlns:a16="http://schemas.microsoft.com/office/drawing/2014/main" id="{C4D79FE1-1B27-B918-4AC6-F760A92F1438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4">
              <a:extLst>
                <a:ext uri="{FF2B5EF4-FFF2-40B4-BE49-F238E27FC236}">
                  <a16:creationId xmlns:a16="http://schemas.microsoft.com/office/drawing/2014/main" id="{19B45942-FEDF-7E4A-44E3-BD9DC8840A72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5">
              <a:extLst>
                <a:ext uri="{FF2B5EF4-FFF2-40B4-BE49-F238E27FC236}">
                  <a16:creationId xmlns:a16="http://schemas.microsoft.com/office/drawing/2014/main" id="{879C91B3-EF36-D3F1-7136-8CB1022ED825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7">
              <a:extLst>
                <a:ext uri="{FF2B5EF4-FFF2-40B4-BE49-F238E27FC236}">
                  <a16:creationId xmlns:a16="http://schemas.microsoft.com/office/drawing/2014/main" id="{14D009B4-95D0-5ED1-5443-9E6EBC69F2B4}"/>
                </a:ext>
              </a:extLst>
            </p:cNvPr>
            <p:cNvCxnSpPr>
              <a:stCxn id="11" idx="5"/>
              <a:endCxn id="14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38">
              <a:extLst>
                <a:ext uri="{FF2B5EF4-FFF2-40B4-BE49-F238E27FC236}">
                  <a16:creationId xmlns:a16="http://schemas.microsoft.com/office/drawing/2014/main" id="{C5B8F1CF-5B32-E0EE-F840-AD1D1BAE187E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3C91594A-0DE4-99A4-6C42-067D8ECEB47B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5" name="直接箭头连接符 35">
              <a:extLst>
                <a:ext uri="{FF2B5EF4-FFF2-40B4-BE49-F238E27FC236}">
                  <a16:creationId xmlns:a16="http://schemas.microsoft.com/office/drawing/2014/main" id="{1A2554D9-6441-6B37-6BCD-EBDA74907A63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0467A883-7140-D39D-0F2C-9A15FCF5A0A0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9F4E9023-A3ED-40BD-E289-1191A1821F6B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bject 39">
              <a:extLst>
                <a:ext uri="{FF2B5EF4-FFF2-40B4-BE49-F238E27FC236}">
                  <a16:creationId xmlns:a16="http://schemas.microsoft.com/office/drawing/2014/main" id="{EE46116D-F32E-7492-D282-7938ECA17EFA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9" name="直接箭头连接符 38">
              <a:extLst>
                <a:ext uri="{FF2B5EF4-FFF2-40B4-BE49-F238E27FC236}">
                  <a16:creationId xmlns:a16="http://schemas.microsoft.com/office/drawing/2014/main" id="{15EEE645-00DD-1DD7-348A-C9E85279BAC5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own Arrow 27">
            <a:extLst>
              <a:ext uri="{FF2B5EF4-FFF2-40B4-BE49-F238E27FC236}">
                <a16:creationId xmlns:a16="http://schemas.microsoft.com/office/drawing/2014/main" id="{0ABA2C88-E0C5-3FA2-362B-200C804C9610}"/>
              </a:ext>
            </a:extLst>
          </p:cNvPr>
          <p:cNvSpPr/>
          <p:nvPr/>
        </p:nvSpPr>
        <p:spPr>
          <a:xfrm>
            <a:off x="10392913" y="2697825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0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8DC0-4AB3-49DF-1FDB-499B01E3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6CC1214D-955B-AE77-8DFF-B0BC153B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Searching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EBF05A5-E47A-045B-EAC3-6AE036418A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1353800" cy="4419599"/>
          </a:xfrm>
        </p:spPr>
        <p:txBody>
          <a:bodyPr rtlCol="0">
            <a:normAutofit fontScale="70000" lnSpcReduction="20000"/>
          </a:bodyPr>
          <a:lstStyle/>
          <a:p>
            <a:r>
              <a:rPr lang="en-US" dirty="0"/>
              <a:t>The approach is a decrease-and-conquer approach</a:t>
            </a:r>
          </a:p>
          <a:p>
            <a:r>
              <a:rPr lang="en-US" dirty="0"/>
              <a:t>A problem is divided into two smaller and similar sub-problems, one of which does not even have to be solved</a:t>
            </a:r>
          </a:p>
          <a:p>
            <a:r>
              <a:rPr lang="en-US" dirty="0"/>
              <a:t>This approach uses the information of the order to reduce the search space.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def _search(self, 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SG" sz="2500" b="1" dirty="0">
                <a:solidFill>
                  <a:srgbClr val="007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data = 100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False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==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True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&lt;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D2DC36-3E1D-9AB3-4A16-750AC3FCA395}"/>
              </a:ext>
            </a:extLst>
          </p:cNvPr>
          <p:cNvSpPr/>
          <p:nvPr/>
        </p:nvSpPr>
        <p:spPr>
          <a:xfrm>
            <a:off x="1752600" y="2598174"/>
            <a:ext cx="7080000" cy="2971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692D4B-464B-1921-B571-244F3DB3F5DF}"/>
              </a:ext>
            </a:extLst>
          </p:cNvPr>
          <p:cNvGrpSpPr/>
          <p:nvPr/>
        </p:nvGrpSpPr>
        <p:grpSpPr>
          <a:xfrm>
            <a:off x="9001560" y="3048000"/>
            <a:ext cx="3038040" cy="1941425"/>
            <a:chOff x="147742" y="3705964"/>
            <a:chExt cx="3038040" cy="1941425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7C1A9DB6-D44D-F792-6117-9A467BCA98D5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EDCB9F9C-739A-9CAA-6CCE-E475FC239B58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43C99CC2-2179-162B-DC14-3C1E0353E5DC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B6F19184-AEDF-E269-A777-89805939E36D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CBB5EEBD-B595-D732-A396-9A07CF3F6AA2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1DF22FE2-725B-F68F-6150-9D59E7531667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58BC6B75-6901-0F9F-43F4-89C220984B72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54D0B723-F791-505C-26BC-2F104EA10A8B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E809438A-8E61-5D12-176D-3A35BC7384AE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6CE6495B-1331-EB4E-CD26-251007A35310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BC0DF44F-81EE-F2CF-AD4A-54D84C2D89CF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A7FC8C4F-F439-D395-3934-3D86AD34049C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7014E8BE-87E3-26E9-DB6B-5709E9E6CBA3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275BB01D-28C6-EA16-9A94-E8934E4231F1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8" name="直接箭头连接符 32">
              <a:extLst>
                <a:ext uri="{FF2B5EF4-FFF2-40B4-BE49-F238E27FC236}">
                  <a16:creationId xmlns:a16="http://schemas.microsoft.com/office/drawing/2014/main" id="{FFCA0EB8-872F-D917-66C0-188BFDBF6D77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3">
              <a:extLst>
                <a:ext uri="{FF2B5EF4-FFF2-40B4-BE49-F238E27FC236}">
                  <a16:creationId xmlns:a16="http://schemas.microsoft.com/office/drawing/2014/main" id="{A3A1BBF5-6E78-FABD-9E0B-621689C2AFAA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4">
              <a:extLst>
                <a:ext uri="{FF2B5EF4-FFF2-40B4-BE49-F238E27FC236}">
                  <a16:creationId xmlns:a16="http://schemas.microsoft.com/office/drawing/2014/main" id="{AB7AE29D-E7D6-97BB-6E85-83716D500D7B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5">
              <a:extLst>
                <a:ext uri="{FF2B5EF4-FFF2-40B4-BE49-F238E27FC236}">
                  <a16:creationId xmlns:a16="http://schemas.microsoft.com/office/drawing/2014/main" id="{27E8BB9A-49A1-A489-CB7F-ABD7C672BDAE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7">
              <a:extLst>
                <a:ext uri="{FF2B5EF4-FFF2-40B4-BE49-F238E27FC236}">
                  <a16:creationId xmlns:a16="http://schemas.microsoft.com/office/drawing/2014/main" id="{0A57E943-C6FC-7F9E-7E88-8061E5CFDA3A}"/>
                </a:ext>
              </a:extLst>
            </p:cNvPr>
            <p:cNvCxnSpPr>
              <a:stCxn id="11" idx="5"/>
              <a:endCxn id="14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38">
              <a:extLst>
                <a:ext uri="{FF2B5EF4-FFF2-40B4-BE49-F238E27FC236}">
                  <a16:creationId xmlns:a16="http://schemas.microsoft.com/office/drawing/2014/main" id="{A0D04B17-4142-89AC-4904-3CC9A41853B8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C26608B6-B54F-9A20-0DBC-7F56E2DA35C6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5" name="直接箭头连接符 35">
              <a:extLst>
                <a:ext uri="{FF2B5EF4-FFF2-40B4-BE49-F238E27FC236}">
                  <a16:creationId xmlns:a16="http://schemas.microsoft.com/office/drawing/2014/main" id="{ED6152F9-B0FB-191D-3B62-EC1D4B92E7BA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242FA3F1-7E36-403A-1EBE-4632FE79D5BC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5C0F6EEA-2114-8175-713B-AA27F5F33C81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bject 39">
              <a:extLst>
                <a:ext uri="{FF2B5EF4-FFF2-40B4-BE49-F238E27FC236}">
                  <a16:creationId xmlns:a16="http://schemas.microsoft.com/office/drawing/2014/main" id="{FAB402EE-AB6E-6136-C174-F153C5489DB6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9" name="直接箭头连接符 38">
              <a:extLst>
                <a:ext uri="{FF2B5EF4-FFF2-40B4-BE49-F238E27FC236}">
                  <a16:creationId xmlns:a16="http://schemas.microsoft.com/office/drawing/2014/main" id="{64629066-28F9-918D-F440-FE731C0AA3F4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Down Arrow 27">
            <a:extLst>
              <a:ext uri="{FF2B5EF4-FFF2-40B4-BE49-F238E27FC236}">
                <a16:creationId xmlns:a16="http://schemas.microsoft.com/office/drawing/2014/main" id="{A8FE2357-FC3A-2A18-8FF5-5CE05276EE04}"/>
              </a:ext>
            </a:extLst>
          </p:cNvPr>
          <p:cNvSpPr/>
          <p:nvPr/>
        </p:nvSpPr>
        <p:spPr>
          <a:xfrm>
            <a:off x="11108661" y="3253812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67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0CBDD-66E2-2C9F-583C-871FB28A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55CA7BE-811B-DFBC-C7AB-55EE247E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Searching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4F3CA94-5AB8-6CCB-0B0B-F858BD9513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1353800" cy="4419599"/>
          </a:xfrm>
        </p:spPr>
        <p:txBody>
          <a:bodyPr rtlCol="0">
            <a:normAutofit fontScale="70000" lnSpcReduction="20000"/>
          </a:bodyPr>
          <a:lstStyle/>
          <a:p>
            <a:r>
              <a:rPr lang="en-US" dirty="0"/>
              <a:t>The approach is a decrease-and-conquer approach</a:t>
            </a:r>
          </a:p>
          <a:p>
            <a:r>
              <a:rPr lang="en-US" dirty="0"/>
              <a:t>A problem is divided into two smaller and similar sub-problems, one of which does not even have to be solved</a:t>
            </a:r>
          </a:p>
          <a:p>
            <a:r>
              <a:rPr lang="en-US" dirty="0"/>
              <a:t>This approach uses the information of the order to reduce the search space.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def _search(self, 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SG" sz="2500" b="1" dirty="0">
                <a:solidFill>
                  <a:srgbClr val="007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data = 100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False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==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True</a:t>
            </a:r>
          </a:p>
          <a:p>
            <a:pPr marL="0" indent="0">
              <a:buNone/>
            </a:pP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&lt;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61957E-513B-AE65-1EC2-D88B105E620F}"/>
              </a:ext>
            </a:extLst>
          </p:cNvPr>
          <p:cNvSpPr/>
          <p:nvPr/>
        </p:nvSpPr>
        <p:spPr>
          <a:xfrm>
            <a:off x="1752600" y="2598174"/>
            <a:ext cx="7080000" cy="2971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85C24A-BEE0-7D09-F241-7E01C93BBE20}"/>
              </a:ext>
            </a:extLst>
          </p:cNvPr>
          <p:cNvGrpSpPr/>
          <p:nvPr/>
        </p:nvGrpSpPr>
        <p:grpSpPr>
          <a:xfrm>
            <a:off x="9001560" y="3048000"/>
            <a:ext cx="3038040" cy="1941425"/>
            <a:chOff x="147742" y="3705964"/>
            <a:chExt cx="3038040" cy="1941425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8A981870-62EC-2A7E-5480-C7FFE674493A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461FFE82-658F-854D-87F1-8AE5AFF4EE14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12D3715A-18A6-B132-CE7A-3BD58A0CB6D9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7342B022-A913-AB31-612F-184F112CAF42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DC7DD95C-67B1-5482-FB4F-43F1B855FEAD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8EC816A6-1DCA-B969-9806-FD2ECE72037A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01DE0E2D-C09E-538E-328D-52D25C17ABA1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757347EF-7ED0-4A61-A2AB-F18461AB6174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D44AFAFC-DCBE-6143-4FCF-6FE70CED0486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133009FE-69C1-6847-5600-37EBD8AE4814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624AE977-83CA-BB61-FE76-8A5CD902196B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B1494F52-CF61-FA34-6B01-2B56FA402780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87626530-74F4-14BE-2A41-60F8F3AEFC74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F74AEF0F-5F3F-705A-86A9-1F160EB81A6E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8" name="直接箭头连接符 32">
              <a:extLst>
                <a:ext uri="{FF2B5EF4-FFF2-40B4-BE49-F238E27FC236}">
                  <a16:creationId xmlns:a16="http://schemas.microsoft.com/office/drawing/2014/main" id="{65845E05-7557-E07C-4710-B5C665A6EB65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3">
              <a:extLst>
                <a:ext uri="{FF2B5EF4-FFF2-40B4-BE49-F238E27FC236}">
                  <a16:creationId xmlns:a16="http://schemas.microsoft.com/office/drawing/2014/main" id="{3B1FDE46-A6B5-1C04-0E87-E88DADF491DF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4">
              <a:extLst>
                <a:ext uri="{FF2B5EF4-FFF2-40B4-BE49-F238E27FC236}">
                  <a16:creationId xmlns:a16="http://schemas.microsoft.com/office/drawing/2014/main" id="{F61E37DD-20A6-73EF-2446-74BFCEBD7C39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5">
              <a:extLst>
                <a:ext uri="{FF2B5EF4-FFF2-40B4-BE49-F238E27FC236}">
                  <a16:creationId xmlns:a16="http://schemas.microsoft.com/office/drawing/2014/main" id="{884AF782-895E-0234-C125-9E7072BDC381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7">
              <a:extLst>
                <a:ext uri="{FF2B5EF4-FFF2-40B4-BE49-F238E27FC236}">
                  <a16:creationId xmlns:a16="http://schemas.microsoft.com/office/drawing/2014/main" id="{4A09BD51-BDAA-5AE3-D0CC-35510884EF21}"/>
                </a:ext>
              </a:extLst>
            </p:cNvPr>
            <p:cNvCxnSpPr>
              <a:stCxn id="11" idx="5"/>
              <a:endCxn id="14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38">
              <a:extLst>
                <a:ext uri="{FF2B5EF4-FFF2-40B4-BE49-F238E27FC236}">
                  <a16:creationId xmlns:a16="http://schemas.microsoft.com/office/drawing/2014/main" id="{351ED32E-2D09-76CA-F596-FF000A74BAB3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ECC313D0-92A5-308D-DA4B-7CBF4DE43921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5" name="直接箭头连接符 35">
              <a:extLst>
                <a:ext uri="{FF2B5EF4-FFF2-40B4-BE49-F238E27FC236}">
                  <a16:creationId xmlns:a16="http://schemas.microsoft.com/office/drawing/2014/main" id="{B4886244-F58F-D81E-1FF7-99A7DE949BC5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6212092D-7075-EFBE-A089-9EB6E9B1BCC0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C832F22C-3557-FFBB-7E9D-56CB590B0242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bject 39">
              <a:extLst>
                <a:ext uri="{FF2B5EF4-FFF2-40B4-BE49-F238E27FC236}">
                  <a16:creationId xmlns:a16="http://schemas.microsoft.com/office/drawing/2014/main" id="{76A9215C-3141-D70C-8C61-813FE759A641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9" name="直接箭头连接符 38">
              <a:extLst>
                <a:ext uri="{FF2B5EF4-FFF2-40B4-BE49-F238E27FC236}">
                  <a16:creationId xmlns:a16="http://schemas.microsoft.com/office/drawing/2014/main" id="{56CFA7A0-8560-0E38-C93B-BCAD5400FED6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Down Arrow 27">
            <a:extLst>
              <a:ext uri="{FF2B5EF4-FFF2-40B4-BE49-F238E27FC236}">
                <a16:creationId xmlns:a16="http://schemas.microsoft.com/office/drawing/2014/main" id="{277E391A-837B-D1CF-49E3-C5D2B1CDB3FF}"/>
              </a:ext>
            </a:extLst>
          </p:cNvPr>
          <p:cNvSpPr/>
          <p:nvPr/>
        </p:nvSpPr>
        <p:spPr>
          <a:xfrm>
            <a:off x="11505141" y="3848970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2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19B5-23B8-7776-4451-FD7E7F30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A8FD5249-B7A6-D35D-20CC-51888826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Searching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588BC3F3-0C19-5881-613F-BEB852229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1353800" cy="4419599"/>
          </a:xfrm>
        </p:spPr>
        <p:txBody>
          <a:bodyPr rtlCol="0">
            <a:normAutofit fontScale="70000" lnSpcReduction="20000"/>
          </a:bodyPr>
          <a:lstStyle/>
          <a:p>
            <a:r>
              <a:rPr lang="en-US" dirty="0"/>
              <a:t>The approach is a decrease-and-conquer approach</a:t>
            </a:r>
          </a:p>
          <a:p>
            <a:r>
              <a:rPr lang="en-US" dirty="0"/>
              <a:t>A problem is divided into two smaller and similar sub-problems, one of which does not even have to be solved</a:t>
            </a:r>
          </a:p>
          <a:p>
            <a:r>
              <a:rPr lang="en-US" dirty="0"/>
              <a:t>This approach uses the information of the order to reduce the search space.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def _search(self, 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SG" sz="2500" b="1" dirty="0">
                <a:solidFill>
                  <a:srgbClr val="007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data = 100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False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==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True</a:t>
            </a:r>
          </a:p>
          <a:p>
            <a:pPr marL="0" indent="0">
              <a:buNone/>
            </a:pP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 &lt;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C51A5B-E12F-2E71-A30B-2B558F144C84}"/>
              </a:ext>
            </a:extLst>
          </p:cNvPr>
          <p:cNvSpPr/>
          <p:nvPr/>
        </p:nvSpPr>
        <p:spPr>
          <a:xfrm>
            <a:off x="1752600" y="2598174"/>
            <a:ext cx="7080000" cy="2971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D9BB84-4A1B-E583-4F9E-55840899CC4E}"/>
              </a:ext>
            </a:extLst>
          </p:cNvPr>
          <p:cNvGrpSpPr/>
          <p:nvPr/>
        </p:nvGrpSpPr>
        <p:grpSpPr>
          <a:xfrm>
            <a:off x="9001560" y="3048000"/>
            <a:ext cx="3038040" cy="1941425"/>
            <a:chOff x="147742" y="3705964"/>
            <a:chExt cx="3038040" cy="1941425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D9EFF521-28E1-1422-592B-C40A13B98899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8C2BE594-79E8-3CD6-007E-BD4C9FB2BC9A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5CE7B637-74FE-1A07-660B-FCA6DACC7C54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F1D07032-63D5-94AC-6D7B-88AB0408048F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F92F0880-78F6-B2BD-AA96-55510B62DF45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C92C866B-B729-028B-ECC9-3D85AB56774C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256123FB-4155-04E1-65C2-A46B9074D726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52245413-1CE4-8EAF-7938-114410ACBE97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839BF392-902C-DA35-E575-81781946DC62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79EFE38B-32C2-25E1-719A-E21A50CA14CE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BA0CBA5A-F269-110B-9C93-FB1A43421A33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B323A851-ED16-E3B9-ACF5-533A5251A382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A468D5FE-6126-3187-642F-D8413331685D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CB4A0307-99B6-1C40-0138-6FDB11B2CB31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8" name="直接箭头连接符 32">
              <a:extLst>
                <a:ext uri="{FF2B5EF4-FFF2-40B4-BE49-F238E27FC236}">
                  <a16:creationId xmlns:a16="http://schemas.microsoft.com/office/drawing/2014/main" id="{A21E9886-B2B8-036C-537B-2414BC22912C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3">
              <a:extLst>
                <a:ext uri="{FF2B5EF4-FFF2-40B4-BE49-F238E27FC236}">
                  <a16:creationId xmlns:a16="http://schemas.microsoft.com/office/drawing/2014/main" id="{AE8BA646-56F3-32EA-A2DB-F33F68F6FE07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4">
              <a:extLst>
                <a:ext uri="{FF2B5EF4-FFF2-40B4-BE49-F238E27FC236}">
                  <a16:creationId xmlns:a16="http://schemas.microsoft.com/office/drawing/2014/main" id="{F1376260-DE73-8FE2-C5B1-4B8FDFABDF5E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5">
              <a:extLst>
                <a:ext uri="{FF2B5EF4-FFF2-40B4-BE49-F238E27FC236}">
                  <a16:creationId xmlns:a16="http://schemas.microsoft.com/office/drawing/2014/main" id="{65C3FED1-0064-6DC9-2D84-561C091BA9DA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7">
              <a:extLst>
                <a:ext uri="{FF2B5EF4-FFF2-40B4-BE49-F238E27FC236}">
                  <a16:creationId xmlns:a16="http://schemas.microsoft.com/office/drawing/2014/main" id="{8BE2D392-3AC3-69BE-B0CC-F3B739347334}"/>
                </a:ext>
              </a:extLst>
            </p:cNvPr>
            <p:cNvCxnSpPr>
              <a:stCxn id="11" idx="5"/>
              <a:endCxn id="14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38">
              <a:extLst>
                <a:ext uri="{FF2B5EF4-FFF2-40B4-BE49-F238E27FC236}">
                  <a16:creationId xmlns:a16="http://schemas.microsoft.com/office/drawing/2014/main" id="{8B2BA7DC-4B42-D88F-B085-DF84301F1AA6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5E893E16-8CCF-AC25-9D16-C24C0D0FCF09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5" name="直接箭头连接符 35">
              <a:extLst>
                <a:ext uri="{FF2B5EF4-FFF2-40B4-BE49-F238E27FC236}">
                  <a16:creationId xmlns:a16="http://schemas.microsoft.com/office/drawing/2014/main" id="{F2F6E2B9-C2AC-CD36-05F2-82A31F85613A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23CC6C85-E7F2-4131-7324-1D10D9F939F3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435343D0-6422-1DBC-F07B-680EB1ACDE73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bject 39">
              <a:extLst>
                <a:ext uri="{FF2B5EF4-FFF2-40B4-BE49-F238E27FC236}">
                  <a16:creationId xmlns:a16="http://schemas.microsoft.com/office/drawing/2014/main" id="{8541D17B-7F3E-D0B4-0393-3EA24447583E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9" name="直接箭头连接符 38">
              <a:extLst>
                <a:ext uri="{FF2B5EF4-FFF2-40B4-BE49-F238E27FC236}">
                  <a16:creationId xmlns:a16="http://schemas.microsoft.com/office/drawing/2014/main" id="{C7214A9E-5F55-401E-0F8E-79ADA37493CE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Down Arrow 27">
            <a:extLst>
              <a:ext uri="{FF2B5EF4-FFF2-40B4-BE49-F238E27FC236}">
                <a16:creationId xmlns:a16="http://schemas.microsoft.com/office/drawing/2014/main" id="{37EFD0CB-8696-E7F4-C928-BF8EE6D09D92}"/>
              </a:ext>
            </a:extLst>
          </p:cNvPr>
          <p:cNvSpPr/>
          <p:nvPr/>
        </p:nvSpPr>
        <p:spPr>
          <a:xfrm>
            <a:off x="11802587" y="4422571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9D7D-4994-A195-696C-061B7337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F9BCC9AE-52B0-F7D3-9090-616D4751D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Searching</a:t>
            </a:r>
            <a:endParaRPr lang="en-US" altLang="en-US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E080690-C3B8-BDBF-FE8C-FCBE5BECF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1353800" cy="4419599"/>
          </a:xfrm>
        </p:spPr>
        <p:txBody>
          <a:bodyPr rtlCol="0">
            <a:normAutofit fontScale="70000" lnSpcReduction="20000"/>
          </a:bodyPr>
          <a:lstStyle/>
          <a:p>
            <a:r>
              <a:rPr lang="en-US" dirty="0"/>
              <a:t>The approach is a decrease-and-conquer approach</a:t>
            </a:r>
          </a:p>
          <a:p>
            <a:r>
              <a:rPr lang="en-US" dirty="0"/>
              <a:t>A problem is divided into two smaller and similar sub-problems, one of which does not even have to be solved</a:t>
            </a:r>
          </a:p>
          <a:p>
            <a:r>
              <a:rPr lang="en-US" dirty="0"/>
              <a:t>This approach uses the information of the order to reduce the search space.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def _search(self, 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): </a:t>
            </a:r>
            <a:r>
              <a:rPr lang="en-SG" sz="2500" b="1" dirty="0">
                <a:solidFill>
                  <a:srgbClr val="007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data = 100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SG" sz="2500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pPr marL="0" indent="0">
              <a:buNone/>
            </a:pP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False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==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True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data &lt;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SG" sz="2500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0" indent="0">
              <a:buNone/>
            </a:pP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return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self._search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B69D37-5057-DB21-200D-4C777FD98A76}"/>
              </a:ext>
            </a:extLst>
          </p:cNvPr>
          <p:cNvSpPr/>
          <p:nvPr/>
        </p:nvSpPr>
        <p:spPr>
          <a:xfrm>
            <a:off x="1752600" y="2598174"/>
            <a:ext cx="7080000" cy="2971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998521-E5CC-312B-8806-10716B307ABA}"/>
              </a:ext>
            </a:extLst>
          </p:cNvPr>
          <p:cNvGrpSpPr/>
          <p:nvPr/>
        </p:nvGrpSpPr>
        <p:grpSpPr>
          <a:xfrm>
            <a:off x="9001560" y="3048000"/>
            <a:ext cx="3038040" cy="1941425"/>
            <a:chOff x="147742" y="3705964"/>
            <a:chExt cx="3038040" cy="1941425"/>
          </a:xfrm>
        </p:grpSpPr>
        <p:sp>
          <p:nvSpPr>
            <p:cNvPr id="4" name="object 6">
              <a:extLst>
                <a:ext uri="{FF2B5EF4-FFF2-40B4-BE49-F238E27FC236}">
                  <a16:creationId xmlns:a16="http://schemas.microsoft.com/office/drawing/2014/main" id="{355EF15E-29BE-2B35-2C38-749550D5476D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r>
                <a:rPr lang="en-US" sz="1400" dirty="0"/>
                <a:t>70</a:t>
              </a:r>
              <a:endParaRPr sz="1400" dirty="0"/>
            </a:p>
          </p:txBody>
        </p:sp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D6AB2BE4-BDD5-7370-6C54-11DEC7556F7C}"/>
                </a:ext>
              </a:extLst>
            </p:cNvPr>
            <p:cNvSpPr/>
            <p:nvPr/>
          </p:nvSpPr>
          <p:spPr>
            <a:xfrm>
              <a:off x="1517453" y="3705964"/>
              <a:ext cx="337920" cy="266202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FE8A3BFD-FCB7-9EAE-7C91-433C79874651}"/>
                </a:ext>
              </a:extLst>
            </p:cNvPr>
            <p:cNvSpPr/>
            <p:nvPr/>
          </p:nvSpPr>
          <p:spPr>
            <a:xfrm>
              <a:off x="841739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448F6221-327B-BF64-F2E8-9A444EE4D8EC}"/>
                </a:ext>
              </a:extLst>
            </p:cNvPr>
            <p:cNvSpPr/>
            <p:nvPr/>
          </p:nvSpPr>
          <p:spPr>
            <a:xfrm>
              <a:off x="841739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31</a:t>
              </a:r>
              <a:endParaRPr sz="1400" dirty="0"/>
            </a:p>
          </p:txBody>
        </p:sp>
        <p:sp>
          <p:nvSpPr>
            <p:cNvPr id="8" name="object 10">
              <a:extLst>
                <a:ext uri="{FF2B5EF4-FFF2-40B4-BE49-F238E27FC236}">
                  <a16:creationId xmlns:a16="http://schemas.microsoft.com/office/drawing/2014/main" id="{269D9347-058C-5F35-DB20-CCA36FF18996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14A5E4F6-5CDB-D132-F13A-AE0A565A6E1A}"/>
                </a:ext>
              </a:extLst>
            </p:cNvPr>
            <p:cNvSpPr/>
            <p:nvPr/>
          </p:nvSpPr>
          <p:spPr>
            <a:xfrm>
              <a:off x="503884" y="4769983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14</a:t>
              </a:r>
              <a:endParaRPr sz="1400" dirty="0"/>
            </a:p>
          </p:txBody>
        </p:sp>
        <p:sp>
          <p:nvSpPr>
            <p:cNvPr id="10" name="object 14">
              <a:extLst>
                <a:ext uri="{FF2B5EF4-FFF2-40B4-BE49-F238E27FC236}">
                  <a16:creationId xmlns:a16="http://schemas.microsoft.com/office/drawing/2014/main" id="{9F3B2E0E-92ED-F511-C493-C64386B1B5C9}"/>
                </a:ext>
              </a:extLst>
            </p:cNvPr>
            <p:cNvSpPr/>
            <p:nvPr/>
          </p:nvSpPr>
          <p:spPr>
            <a:xfrm>
              <a:off x="2193165" y="4199123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1" name="object 15">
              <a:extLst>
                <a:ext uri="{FF2B5EF4-FFF2-40B4-BE49-F238E27FC236}">
                  <a16:creationId xmlns:a16="http://schemas.microsoft.com/office/drawing/2014/main" id="{ED7BAF89-4E1C-2A83-C7D8-AAB8EED01238}"/>
                </a:ext>
              </a:extLst>
            </p:cNvPr>
            <p:cNvSpPr/>
            <p:nvPr/>
          </p:nvSpPr>
          <p:spPr>
            <a:xfrm>
              <a:off x="2193165" y="4199122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93</a:t>
              </a:r>
              <a:endParaRPr sz="1400" dirty="0"/>
            </a:p>
          </p:txBody>
        </p:sp>
        <p:sp>
          <p:nvSpPr>
            <p:cNvPr id="12" name="object 16">
              <a:extLst>
                <a:ext uri="{FF2B5EF4-FFF2-40B4-BE49-F238E27FC236}">
                  <a16:creationId xmlns:a16="http://schemas.microsoft.com/office/drawing/2014/main" id="{24DFDEA0-324A-A032-400F-0ED94E1B14D3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727F7FAE-918A-F198-E457-E75A689541DA}"/>
                </a:ext>
              </a:extLst>
            </p:cNvPr>
            <p:cNvSpPr/>
            <p:nvPr/>
          </p:nvSpPr>
          <p:spPr>
            <a:xfrm>
              <a:off x="1855310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73</a:t>
              </a:r>
              <a:endParaRPr sz="1400" dirty="0"/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5C6223D1-9807-9966-8F83-66A8E5D2103F}"/>
                </a:ext>
              </a:extLst>
            </p:cNvPr>
            <p:cNvSpPr/>
            <p:nvPr/>
          </p:nvSpPr>
          <p:spPr>
            <a:xfrm>
              <a:off x="2531023" y="4774300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8A8A6957-81AB-17E7-5748-E5691BFEAD7D}"/>
                </a:ext>
              </a:extLst>
            </p:cNvPr>
            <p:cNvSpPr/>
            <p:nvPr/>
          </p:nvSpPr>
          <p:spPr>
            <a:xfrm>
              <a:off x="2531022" y="4774300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94</a:t>
              </a:r>
              <a:endParaRPr sz="1400" dirty="0"/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F7BBFFDE-39E0-D99C-6AD5-9412E2C8728D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7" name="object 39">
              <a:extLst>
                <a:ext uri="{FF2B5EF4-FFF2-40B4-BE49-F238E27FC236}">
                  <a16:creationId xmlns:a16="http://schemas.microsoft.com/office/drawing/2014/main" id="{E94BE149-1661-9D30-B59D-450811E08B52}"/>
                </a:ext>
              </a:extLst>
            </p:cNvPr>
            <p:cNvSpPr/>
            <p:nvPr/>
          </p:nvSpPr>
          <p:spPr>
            <a:xfrm>
              <a:off x="763900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23</a:t>
              </a:r>
              <a:endParaRPr sz="1400" dirty="0"/>
            </a:p>
          </p:txBody>
        </p:sp>
        <p:cxnSp>
          <p:nvCxnSpPr>
            <p:cNvPr id="18" name="直接箭头连接符 32">
              <a:extLst>
                <a:ext uri="{FF2B5EF4-FFF2-40B4-BE49-F238E27FC236}">
                  <a16:creationId xmlns:a16="http://schemas.microsoft.com/office/drawing/2014/main" id="{35C19EB6-4872-7CE8-84BA-E4494C592E4D}"/>
                </a:ext>
              </a:extLst>
            </p:cNvPr>
            <p:cNvCxnSpPr>
              <a:stCxn id="5" idx="5"/>
              <a:endCxn id="11" idx="1"/>
            </p:cNvCxnSpPr>
            <p:nvPr/>
          </p:nvCxnSpPr>
          <p:spPr>
            <a:xfrm>
              <a:off x="1805886" y="3933182"/>
              <a:ext cx="436767" cy="3049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33">
              <a:extLst>
                <a:ext uri="{FF2B5EF4-FFF2-40B4-BE49-F238E27FC236}">
                  <a16:creationId xmlns:a16="http://schemas.microsoft.com/office/drawing/2014/main" id="{E62C74F6-1D44-B481-C76D-1D916D61DC9B}"/>
                </a:ext>
              </a:extLst>
            </p:cNvPr>
            <p:cNvCxnSpPr>
              <a:stCxn id="5" idx="3"/>
              <a:endCxn id="6" idx="7"/>
            </p:cNvCxnSpPr>
            <p:nvPr/>
          </p:nvCxnSpPr>
          <p:spPr>
            <a:xfrm flipH="1">
              <a:off x="1130172" y="3933182"/>
              <a:ext cx="436769" cy="3049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34">
              <a:extLst>
                <a:ext uri="{FF2B5EF4-FFF2-40B4-BE49-F238E27FC236}">
                  <a16:creationId xmlns:a16="http://schemas.microsoft.com/office/drawing/2014/main" id="{BE238F3C-DE42-721F-27DE-C2BB691892AD}"/>
                </a:ext>
              </a:extLst>
            </p:cNvPr>
            <p:cNvCxnSpPr>
              <a:stCxn id="6" idx="3"/>
              <a:endCxn id="9" idx="0"/>
            </p:cNvCxnSpPr>
            <p:nvPr/>
          </p:nvCxnSpPr>
          <p:spPr>
            <a:xfrm flipH="1">
              <a:off x="672844" y="4426341"/>
              <a:ext cx="218383" cy="3436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35">
              <a:extLst>
                <a:ext uri="{FF2B5EF4-FFF2-40B4-BE49-F238E27FC236}">
                  <a16:creationId xmlns:a16="http://schemas.microsoft.com/office/drawing/2014/main" id="{22D2E15A-899F-4CD5-BC92-3657DA67E60F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 flipH="1">
              <a:off x="2024270" y="4426340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37">
              <a:extLst>
                <a:ext uri="{FF2B5EF4-FFF2-40B4-BE49-F238E27FC236}">
                  <a16:creationId xmlns:a16="http://schemas.microsoft.com/office/drawing/2014/main" id="{AA66D8CC-71A9-D10F-0512-28DE428C6B3A}"/>
                </a:ext>
              </a:extLst>
            </p:cNvPr>
            <p:cNvCxnSpPr>
              <a:stCxn id="11" idx="5"/>
              <a:endCxn id="14" idx="0"/>
            </p:cNvCxnSpPr>
            <p:nvPr/>
          </p:nvCxnSpPr>
          <p:spPr>
            <a:xfrm>
              <a:off x="2481598" y="4426340"/>
              <a:ext cx="218385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38">
              <a:extLst>
                <a:ext uri="{FF2B5EF4-FFF2-40B4-BE49-F238E27FC236}">
                  <a16:creationId xmlns:a16="http://schemas.microsoft.com/office/drawing/2014/main" id="{6114972F-B0AB-5DEC-47F8-43A65FB330A1}"/>
                </a:ext>
              </a:extLst>
            </p:cNvPr>
            <p:cNvCxnSpPr>
              <a:endCxn id="16" idx="0"/>
            </p:cNvCxnSpPr>
            <p:nvPr/>
          </p:nvCxnSpPr>
          <p:spPr>
            <a:xfrm>
              <a:off x="763932" y="503618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bject 17">
              <a:extLst>
                <a:ext uri="{FF2B5EF4-FFF2-40B4-BE49-F238E27FC236}">
                  <a16:creationId xmlns:a16="http://schemas.microsoft.com/office/drawing/2014/main" id="{C8484EC5-2F4C-8257-4493-42332CA5F7CA}"/>
                </a:ext>
              </a:extLst>
            </p:cNvPr>
            <p:cNvSpPr/>
            <p:nvPr/>
          </p:nvSpPr>
          <p:spPr>
            <a:xfrm>
              <a:off x="147742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 7</a:t>
              </a:r>
              <a:endParaRPr sz="1400" dirty="0"/>
            </a:p>
          </p:txBody>
        </p:sp>
        <p:cxnSp>
          <p:nvCxnSpPr>
            <p:cNvPr id="25" name="直接箭头连接符 35">
              <a:extLst>
                <a:ext uri="{FF2B5EF4-FFF2-40B4-BE49-F238E27FC236}">
                  <a16:creationId xmlns:a16="http://schemas.microsoft.com/office/drawing/2014/main" id="{3A84FAF9-8908-D6BB-5178-7012DB7F7DD9}"/>
                </a:ext>
              </a:extLst>
            </p:cNvPr>
            <p:cNvCxnSpPr/>
            <p:nvPr/>
          </p:nvCxnSpPr>
          <p:spPr>
            <a:xfrm flipH="1">
              <a:off x="316702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bject 17">
              <a:extLst>
                <a:ext uri="{FF2B5EF4-FFF2-40B4-BE49-F238E27FC236}">
                  <a16:creationId xmlns:a16="http://schemas.microsoft.com/office/drawing/2014/main" id="{A77D8A72-D1F6-A0FE-3379-E49553D99EBB}"/>
                </a:ext>
              </a:extLst>
            </p:cNvPr>
            <p:cNvSpPr/>
            <p:nvPr/>
          </p:nvSpPr>
          <p:spPr>
            <a:xfrm>
              <a:off x="1429078" y="538118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71</a:t>
              </a:r>
              <a:endParaRPr sz="1400" dirty="0"/>
            </a:p>
          </p:txBody>
        </p:sp>
        <p:cxnSp>
          <p:nvCxnSpPr>
            <p:cNvPr id="27" name="直接箭头连接符 35">
              <a:extLst>
                <a:ext uri="{FF2B5EF4-FFF2-40B4-BE49-F238E27FC236}">
                  <a16:creationId xmlns:a16="http://schemas.microsoft.com/office/drawing/2014/main" id="{6F52D950-E4B7-DCD6-6879-B99458C54E16}"/>
                </a:ext>
              </a:extLst>
            </p:cNvPr>
            <p:cNvCxnSpPr/>
            <p:nvPr/>
          </p:nvCxnSpPr>
          <p:spPr>
            <a:xfrm flipH="1">
              <a:off x="1641070" y="5033227"/>
              <a:ext cx="218383" cy="3479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bject 39">
              <a:extLst>
                <a:ext uri="{FF2B5EF4-FFF2-40B4-BE49-F238E27FC236}">
                  <a16:creationId xmlns:a16="http://schemas.microsoft.com/office/drawing/2014/main" id="{E10E4B2B-3D57-16F9-D48D-06D893343A65}"/>
                </a:ext>
              </a:extLst>
            </p:cNvPr>
            <p:cNvSpPr/>
            <p:nvPr/>
          </p:nvSpPr>
          <p:spPr>
            <a:xfrm>
              <a:off x="2847862" y="5349477"/>
              <a:ext cx="337920" cy="266202"/>
            </a:xfrm>
            <a:prstGeom prst="ellipse">
              <a:avLst/>
            </a:prstGeom>
            <a:solidFill>
              <a:schemeClr val="bg1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r>
                <a:rPr lang="en-US" sz="1400" dirty="0"/>
                <a:t>99</a:t>
              </a:r>
              <a:endParaRPr sz="1400" dirty="0"/>
            </a:p>
          </p:txBody>
        </p:sp>
        <p:cxnSp>
          <p:nvCxnSpPr>
            <p:cNvPr id="29" name="直接箭头连接符 38">
              <a:extLst>
                <a:ext uri="{FF2B5EF4-FFF2-40B4-BE49-F238E27FC236}">
                  <a16:creationId xmlns:a16="http://schemas.microsoft.com/office/drawing/2014/main" id="{6AD4513F-09C5-A10D-DFED-0FA6CFD84E2F}"/>
                </a:ext>
              </a:extLst>
            </p:cNvPr>
            <p:cNvCxnSpPr/>
            <p:nvPr/>
          </p:nvCxnSpPr>
          <p:spPr>
            <a:xfrm>
              <a:off x="2847894" y="5004476"/>
              <a:ext cx="168928" cy="34500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Down Arrow 27">
            <a:extLst>
              <a:ext uri="{FF2B5EF4-FFF2-40B4-BE49-F238E27FC236}">
                <a16:creationId xmlns:a16="http://schemas.microsoft.com/office/drawing/2014/main" id="{EABFF503-CFBC-66A2-5BB1-065EE96DD992}"/>
              </a:ext>
            </a:extLst>
          </p:cNvPr>
          <p:cNvSpPr/>
          <p:nvPr/>
        </p:nvSpPr>
        <p:spPr>
          <a:xfrm>
            <a:off x="11959551" y="4992500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bject 77">
            <a:extLst>
              <a:ext uri="{FF2B5EF4-FFF2-40B4-BE49-F238E27FC236}">
                <a16:creationId xmlns:a16="http://schemas.microsoft.com/office/drawing/2014/main" id="{B260BB6D-EDE9-CAA2-E678-1B28B6331473}"/>
              </a:ext>
            </a:extLst>
          </p:cNvPr>
          <p:cNvSpPr/>
          <p:nvPr/>
        </p:nvSpPr>
        <p:spPr>
          <a:xfrm flipH="1">
            <a:off x="11972112" y="5220878"/>
            <a:ext cx="235690" cy="234493"/>
          </a:xfrm>
          <a:prstGeom prst="ellipse">
            <a:avLst/>
          </a:prstGeom>
          <a:ln w="19050">
            <a:solidFill>
              <a:srgbClr val="C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9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AD39D-5DAD-E2F5-9FB9-F5A40A0F2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BBF5DE86-FE69-B0D7-227A-7CC1A7FC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5D3B6AF4-C9C5-8492-88C6-19349836E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</a:t>
            </a:r>
            <a:r>
              <a:rPr lang="en-US" b="1" dirty="0">
                <a:solidFill>
                  <a:srgbClr val="FF0000"/>
                </a:solidFill>
              </a:rPr>
              <a:t>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grpSp>
        <p:nvGrpSpPr>
          <p:cNvPr id="40038" name="Group 40037">
            <a:extLst>
              <a:ext uri="{FF2B5EF4-FFF2-40B4-BE49-F238E27FC236}">
                <a16:creationId xmlns:a16="http://schemas.microsoft.com/office/drawing/2014/main" id="{D978E832-BC45-57C3-8B83-89642EAFB9D1}"/>
              </a:ext>
            </a:extLst>
          </p:cNvPr>
          <p:cNvGrpSpPr/>
          <p:nvPr/>
        </p:nvGrpSpPr>
        <p:grpSpPr>
          <a:xfrm>
            <a:off x="914400" y="3588985"/>
            <a:ext cx="2880375" cy="2507015"/>
            <a:chOff x="4905146" y="2397660"/>
            <a:chExt cx="3476854" cy="3026178"/>
          </a:xfrm>
        </p:grpSpPr>
        <p:sp>
          <p:nvSpPr>
            <p:cNvPr id="40039" name="object 8">
              <a:extLst>
                <a:ext uri="{FF2B5EF4-FFF2-40B4-BE49-F238E27FC236}">
                  <a16:creationId xmlns:a16="http://schemas.microsoft.com/office/drawing/2014/main" id="{89770902-72AB-99BD-8915-183E748C17CA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0" name="object 9">
              <a:extLst>
                <a:ext uri="{FF2B5EF4-FFF2-40B4-BE49-F238E27FC236}">
                  <a16:creationId xmlns:a16="http://schemas.microsoft.com/office/drawing/2014/main" id="{CECB571E-ADBB-5CC4-564D-7E50B55F4490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1" name="object 11">
              <a:extLst>
                <a:ext uri="{FF2B5EF4-FFF2-40B4-BE49-F238E27FC236}">
                  <a16:creationId xmlns:a16="http://schemas.microsoft.com/office/drawing/2014/main" id="{FA845E5B-075B-8E7E-BBCF-CF7FC7E61B34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2" name="object 12">
              <a:extLst>
                <a:ext uri="{FF2B5EF4-FFF2-40B4-BE49-F238E27FC236}">
                  <a16:creationId xmlns:a16="http://schemas.microsoft.com/office/drawing/2014/main" id="{A090705D-0213-7856-6449-A88FAAE111B5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3" name="object 14">
              <a:extLst>
                <a:ext uri="{FF2B5EF4-FFF2-40B4-BE49-F238E27FC236}">
                  <a16:creationId xmlns:a16="http://schemas.microsoft.com/office/drawing/2014/main" id="{1370FF81-DC37-CCB6-60A1-FBBD9C9DB021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4" name="object 15">
              <a:extLst>
                <a:ext uri="{FF2B5EF4-FFF2-40B4-BE49-F238E27FC236}">
                  <a16:creationId xmlns:a16="http://schemas.microsoft.com/office/drawing/2014/main" id="{2650B6E5-D658-5C7B-E918-7D5123399F6E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5" name="object 17">
              <a:extLst>
                <a:ext uri="{FF2B5EF4-FFF2-40B4-BE49-F238E27FC236}">
                  <a16:creationId xmlns:a16="http://schemas.microsoft.com/office/drawing/2014/main" id="{E58C2344-C931-0CB6-379C-D127B97F36D3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6" name="object 18">
              <a:extLst>
                <a:ext uri="{FF2B5EF4-FFF2-40B4-BE49-F238E27FC236}">
                  <a16:creationId xmlns:a16="http://schemas.microsoft.com/office/drawing/2014/main" id="{6F0A8334-727A-EF3A-DA9F-399234B3A3AF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7" name="object 20">
              <a:extLst>
                <a:ext uri="{FF2B5EF4-FFF2-40B4-BE49-F238E27FC236}">
                  <a16:creationId xmlns:a16="http://schemas.microsoft.com/office/drawing/2014/main" id="{434A1B76-38EF-5ACE-6308-8EB31F682B74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8" name="object 21">
              <a:extLst>
                <a:ext uri="{FF2B5EF4-FFF2-40B4-BE49-F238E27FC236}">
                  <a16:creationId xmlns:a16="http://schemas.microsoft.com/office/drawing/2014/main" id="{8DC6C254-A43A-7D5B-57D2-35224C1D384F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9" name="object 23">
              <a:extLst>
                <a:ext uri="{FF2B5EF4-FFF2-40B4-BE49-F238E27FC236}">
                  <a16:creationId xmlns:a16="http://schemas.microsoft.com/office/drawing/2014/main" id="{59EB4911-334F-7708-29F4-4D405EA52453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0" name="object 24">
              <a:extLst>
                <a:ext uri="{FF2B5EF4-FFF2-40B4-BE49-F238E27FC236}">
                  <a16:creationId xmlns:a16="http://schemas.microsoft.com/office/drawing/2014/main" id="{55B46789-CFB3-0EE1-A802-DA1FE191F2EA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1" name="object 26">
              <a:extLst>
                <a:ext uri="{FF2B5EF4-FFF2-40B4-BE49-F238E27FC236}">
                  <a16:creationId xmlns:a16="http://schemas.microsoft.com/office/drawing/2014/main" id="{83761145-E816-84FF-DA5A-AC2E3F634CCC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2" name="object 27">
              <a:extLst>
                <a:ext uri="{FF2B5EF4-FFF2-40B4-BE49-F238E27FC236}">
                  <a16:creationId xmlns:a16="http://schemas.microsoft.com/office/drawing/2014/main" id="{CF776BE5-17C3-C23F-12BC-775D98C3ACE8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3" name="object 47">
              <a:extLst>
                <a:ext uri="{FF2B5EF4-FFF2-40B4-BE49-F238E27FC236}">
                  <a16:creationId xmlns:a16="http://schemas.microsoft.com/office/drawing/2014/main" id="{428DEC91-1DEC-C57E-2679-C088A72201CF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4" name="object 48">
              <a:extLst>
                <a:ext uri="{FF2B5EF4-FFF2-40B4-BE49-F238E27FC236}">
                  <a16:creationId xmlns:a16="http://schemas.microsoft.com/office/drawing/2014/main" id="{B9B8015F-0656-6A23-80E5-552F4D7F7352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5" name="object 50">
              <a:extLst>
                <a:ext uri="{FF2B5EF4-FFF2-40B4-BE49-F238E27FC236}">
                  <a16:creationId xmlns:a16="http://schemas.microsoft.com/office/drawing/2014/main" id="{A0A9BA63-6977-1C5E-BE6C-C449FCF059F5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6" name="object 51">
              <a:extLst>
                <a:ext uri="{FF2B5EF4-FFF2-40B4-BE49-F238E27FC236}">
                  <a16:creationId xmlns:a16="http://schemas.microsoft.com/office/drawing/2014/main" id="{6447C261-99E3-C70D-DF70-8D1529F6589E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7" name="object 59">
              <a:extLst>
                <a:ext uri="{FF2B5EF4-FFF2-40B4-BE49-F238E27FC236}">
                  <a16:creationId xmlns:a16="http://schemas.microsoft.com/office/drawing/2014/main" id="{3D6CC6CD-EEB2-7F1C-BE0D-6095BDB8645F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8" name="object 60">
              <a:extLst>
                <a:ext uri="{FF2B5EF4-FFF2-40B4-BE49-F238E27FC236}">
                  <a16:creationId xmlns:a16="http://schemas.microsoft.com/office/drawing/2014/main" id="{1E1516CD-607A-F8D9-88BB-B8A104B155A5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9" name="object 65">
              <a:extLst>
                <a:ext uri="{FF2B5EF4-FFF2-40B4-BE49-F238E27FC236}">
                  <a16:creationId xmlns:a16="http://schemas.microsoft.com/office/drawing/2014/main" id="{1225E3C4-8D99-A7E5-E2EB-A26FA711C235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60" name="object 66">
              <a:extLst>
                <a:ext uri="{FF2B5EF4-FFF2-40B4-BE49-F238E27FC236}">
                  <a16:creationId xmlns:a16="http://schemas.microsoft.com/office/drawing/2014/main" id="{F5C00B4F-EE86-A519-289B-107ADC55FAB8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61" name="object 71">
              <a:extLst>
                <a:ext uri="{FF2B5EF4-FFF2-40B4-BE49-F238E27FC236}">
                  <a16:creationId xmlns:a16="http://schemas.microsoft.com/office/drawing/2014/main" id="{008A3853-C7B8-37F3-E733-FFE9A9C1D6B4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62" name="object 72">
              <a:extLst>
                <a:ext uri="{FF2B5EF4-FFF2-40B4-BE49-F238E27FC236}">
                  <a16:creationId xmlns:a16="http://schemas.microsoft.com/office/drawing/2014/main" id="{086771E5-80CA-8DAA-A777-38E19D5A7D35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63" name="object 77">
              <a:extLst>
                <a:ext uri="{FF2B5EF4-FFF2-40B4-BE49-F238E27FC236}">
                  <a16:creationId xmlns:a16="http://schemas.microsoft.com/office/drawing/2014/main" id="{23FF825E-75B7-53E6-C61B-B5BDBC043C67}"/>
                </a:ext>
              </a:extLst>
            </p:cNvPr>
            <p:cNvSpPr/>
            <p:nvPr/>
          </p:nvSpPr>
          <p:spPr>
            <a:xfrm>
              <a:off x="5735452" y="4982684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64" name="object 78">
              <a:extLst>
                <a:ext uri="{FF2B5EF4-FFF2-40B4-BE49-F238E27FC236}">
                  <a16:creationId xmlns:a16="http://schemas.microsoft.com/office/drawing/2014/main" id="{48D85F60-9986-BAB3-B1F0-33E29DFA7CE6}"/>
                </a:ext>
              </a:extLst>
            </p:cNvPr>
            <p:cNvSpPr txBox="1"/>
            <p:nvPr/>
          </p:nvSpPr>
          <p:spPr>
            <a:xfrm>
              <a:off x="5876426" y="5021271"/>
              <a:ext cx="19175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cxnSp>
          <p:nvCxnSpPr>
            <p:cNvPr id="40065" name="直接箭头连接符 31">
              <a:extLst>
                <a:ext uri="{FF2B5EF4-FFF2-40B4-BE49-F238E27FC236}">
                  <a16:creationId xmlns:a16="http://schemas.microsoft.com/office/drawing/2014/main" id="{6F79B443-7449-D981-79D1-7A84C11E5DB9}"/>
                </a:ext>
              </a:extLst>
            </p:cNvPr>
            <p:cNvCxnSpPr>
              <a:stCxn id="40039" idx="5"/>
              <a:endCxn id="40047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66" name="直接箭头连接符 32">
              <a:extLst>
                <a:ext uri="{FF2B5EF4-FFF2-40B4-BE49-F238E27FC236}">
                  <a16:creationId xmlns:a16="http://schemas.microsoft.com/office/drawing/2014/main" id="{F0518D31-886C-B8D4-A66C-92E6700CB393}"/>
                </a:ext>
              </a:extLst>
            </p:cNvPr>
            <p:cNvCxnSpPr>
              <a:stCxn id="40039" idx="3"/>
              <a:endCxn id="40041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67" name="直接箭头连接符 33">
              <a:extLst>
                <a:ext uri="{FF2B5EF4-FFF2-40B4-BE49-F238E27FC236}">
                  <a16:creationId xmlns:a16="http://schemas.microsoft.com/office/drawing/2014/main" id="{0F4A93C3-4439-C991-5785-48A0084C2EF9}"/>
                </a:ext>
              </a:extLst>
            </p:cNvPr>
            <p:cNvCxnSpPr>
              <a:stCxn id="40041" idx="4"/>
              <a:endCxn id="40043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68" name="直接箭头连接符 34">
              <a:extLst>
                <a:ext uri="{FF2B5EF4-FFF2-40B4-BE49-F238E27FC236}">
                  <a16:creationId xmlns:a16="http://schemas.microsoft.com/office/drawing/2014/main" id="{D95F6321-B372-666D-463A-E823374424E3}"/>
                </a:ext>
              </a:extLst>
            </p:cNvPr>
            <p:cNvCxnSpPr>
              <a:stCxn id="40047" idx="3"/>
              <a:endCxn id="40049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69" name="直接箭头连接符 35">
              <a:extLst>
                <a:ext uri="{FF2B5EF4-FFF2-40B4-BE49-F238E27FC236}">
                  <a16:creationId xmlns:a16="http://schemas.microsoft.com/office/drawing/2014/main" id="{3841AD9D-A4AD-A399-6851-326799B4A983}"/>
                </a:ext>
              </a:extLst>
            </p:cNvPr>
            <p:cNvCxnSpPr>
              <a:stCxn id="40041" idx="4"/>
              <a:endCxn id="40045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0" name="直接箭头连接符 36">
              <a:extLst>
                <a:ext uri="{FF2B5EF4-FFF2-40B4-BE49-F238E27FC236}">
                  <a16:creationId xmlns:a16="http://schemas.microsoft.com/office/drawing/2014/main" id="{08FDC6A5-1908-977F-4430-E1F009D1A592}"/>
                </a:ext>
              </a:extLst>
            </p:cNvPr>
            <p:cNvCxnSpPr>
              <a:stCxn id="40047" idx="5"/>
              <a:endCxn id="40051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1" name="直接箭头连接符 37">
              <a:extLst>
                <a:ext uri="{FF2B5EF4-FFF2-40B4-BE49-F238E27FC236}">
                  <a16:creationId xmlns:a16="http://schemas.microsoft.com/office/drawing/2014/main" id="{4023D739-49CC-F7E6-6007-F55E8B63D461}"/>
                </a:ext>
              </a:extLst>
            </p:cNvPr>
            <p:cNvCxnSpPr>
              <a:stCxn id="40043" idx="4"/>
              <a:endCxn id="40059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2" name="直接箭头连接符 38">
              <a:extLst>
                <a:ext uri="{FF2B5EF4-FFF2-40B4-BE49-F238E27FC236}">
                  <a16:creationId xmlns:a16="http://schemas.microsoft.com/office/drawing/2014/main" id="{EF214D69-9380-56CA-6E50-3AA2D8A790BB}"/>
                </a:ext>
              </a:extLst>
            </p:cNvPr>
            <p:cNvCxnSpPr>
              <a:stCxn id="40043" idx="4"/>
              <a:endCxn id="40061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3" name="直接箭头连接符 39">
              <a:extLst>
                <a:ext uri="{FF2B5EF4-FFF2-40B4-BE49-F238E27FC236}">
                  <a16:creationId xmlns:a16="http://schemas.microsoft.com/office/drawing/2014/main" id="{E812381C-6FB4-874B-7CD1-63EC9C9AB1E1}"/>
                </a:ext>
              </a:extLst>
            </p:cNvPr>
            <p:cNvCxnSpPr>
              <a:stCxn id="40049" idx="4"/>
              <a:endCxn id="40057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4" name="直接箭头连接符 40">
              <a:extLst>
                <a:ext uri="{FF2B5EF4-FFF2-40B4-BE49-F238E27FC236}">
                  <a16:creationId xmlns:a16="http://schemas.microsoft.com/office/drawing/2014/main" id="{BCABC0CF-94BF-6517-DA37-6A3DDF40D26B}"/>
                </a:ext>
              </a:extLst>
            </p:cNvPr>
            <p:cNvCxnSpPr>
              <a:stCxn id="40045" idx="4"/>
              <a:endCxn id="40053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5" name="直接箭头连接符 41">
              <a:extLst>
                <a:ext uri="{FF2B5EF4-FFF2-40B4-BE49-F238E27FC236}">
                  <a16:creationId xmlns:a16="http://schemas.microsoft.com/office/drawing/2014/main" id="{1C129449-9A21-16A6-A360-25EE40041F66}"/>
                </a:ext>
              </a:extLst>
            </p:cNvPr>
            <p:cNvCxnSpPr>
              <a:stCxn id="40049" idx="4"/>
              <a:endCxn id="40055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33914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3857-7C71-052C-E0E3-3CE1595B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7DB86A4D-FA7F-9B6F-BBB1-953E8BA0F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10D16AE5-824D-0E1F-B797-279C75E8B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</a:t>
            </a:r>
            <a:r>
              <a:rPr lang="en-US" b="1" dirty="0">
                <a:solidFill>
                  <a:srgbClr val="FF0000"/>
                </a:solidFill>
              </a:rPr>
              <a:t>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EE2373-66FA-BED6-822C-4D053A108117}"/>
              </a:ext>
            </a:extLst>
          </p:cNvPr>
          <p:cNvGrpSpPr/>
          <p:nvPr/>
        </p:nvGrpSpPr>
        <p:grpSpPr>
          <a:xfrm>
            <a:off x="914400" y="3588985"/>
            <a:ext cx="2880375" cy="2415286"/>
            <a:chOff x="4905146" y="2397660"/>
            <a:chExt cx="3476854" cy="2915453"/>
          </a:xfrm>
        </p:grpSpPr>
        <p:sp>
          <p:nvSpPr>
            <p:cNvPr id="3" name="object 8">
              <a:extLst>
                <a:ext uri="{FF2B5EF4-FFF2-40B4-BE49-F238E27FC236}">
                  <a16:creationId xmlns:a16="http://schemas.microsoft.com/office/drawing/2014/main" id="{564B2877-6324-CE59-F513-E0EA35C867B1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" name="object 9">
              <a:extLst>
                <a:ext uri="{FF2B5EF4-FFF2-40B4-BE49-F238E27FC236}">
                  <a16:creationId xmlns:a16="http://schemas.microsoft.com/office/drawing/2014/main" id="{FB6498AB-498E-72C4-78B0-30F40D5F8A93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5" name="object 11">
              <a:extLst>
                <a:ext uri="{FF2B5EF4-FFF2-40B4-BE49-F238E27FC236}">
                  <a16:creationId xmlns:a16="http://schemas.microsoft.com/office/drawing/2014/main" id="{4953209F-06A5-2634-51FF-AE116D788A47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F6AA8A08-30AA-3E60-9DD7-DA779703CA87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7" name="object 14">
              <a:extLst>
                <a:ext uri="{FF2B5EF4-FFF2-40B4-BE49-F238E27FC236}">
                  <a16:creationId xmlns:a16="http://schemas.microsoft.com/office/drawing/2014/main" id="{0760B6CF-9597-7580-949C-86782A031C90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8" name="object 15">
              <a:extLst>
                <a:ext uri="{FF2B5EF4-FFF2-40B4-BE49-F238E27FC236}">
                  <a16:creationId xmlns:a16="http://schemas.microsoft.com/office/drawing/2014/main" id="{78581489-94CD-0358-732B-5E8EF9EA4179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4F414DA2-0677-2884-7542-F31917CF4E1E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0" name="object 18">
              <a:extLst>
                <a:ext uri="{FF2B5EF4-FFF2-40B4-BE49-F238E27FC236}">
                  <a16:creationId xmlns:a16="http://schemas.microsoft.com/office/drawing/2014/main" id="{293DC6F7-A1A8-7981-6276-EE3FC319E66C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1" name="object 20">
              <a:extLst>
                <a:ext uri="{FF2B5EF4-FFF2-40B4-BE49-F238E27FC236}">
                  <a16:creationId xmlns:a16="http://schemas.microsoft.com/office/drawing/2014/main" id="{57DADF93-8548-2DF0-3963-1488D3DD61AD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2" name="object 21">
              <a:extLst>
                <a:ext uri="{FF2B5EF4-FFF2-40B4-BE49-F238E27FC236}">
                  <a16:creationId xmlns:a16="http://schemas.microsoft.com/office/drawing/2014/main" id="{EEFFAD5A-36A3-E57E-9263-2D89C85C3971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3" name="object 23">
              <a:extLst>
                <a:ext uri="{FF2B5EF4-FFF2-40B4-BE49-F238E27FC236}">
                  <a16:creationId xmlns:a16="http://schemas.microsoft.com/office/drawing/2014/main" id="{4C09B994-C85A-04D3-5565-B0E2735A06BE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4" name="object 24">
              <a:extLst>
                <a:ext uri="{FF2B5EF4-FFF2-40B4-BE49-F238E27FC236}">
                  <a16:creationId xmlns:a16="http://schemas.microsoft.com/office/drawing/2014/main" id="{CDE4EEAD-3551-2721-3F30-755AF3D6128F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5" name="object 26">
              <a:extLst>
                <a:ext uri="{FF2B5EF4-FFF2-40B4-BE49-F238E27FC236}">
                  <a16:creationId xmlns:a16="http://schemas.microsoft.com/office/drawing/2014/main" id="{3E744CA9-9D55-B7E2-3706-C213C6AF2F4B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6" name="object 27">
              <a:extLst>
                <a:ext uri="{FF2B5EF4-FFF2-40B4-BE49-F238E27FC236}">
                  <a16:creationId xmlns:a16="http://schemas.microsoft.com/office/drawing/2014/main" id="{FF42504E-A9F4-E357-A3A7-8D05655D00D4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7" name="object 47">
              <a:extLst>
                <a:ext uri="{FF2B5EF4-FFF2-40B4-BE49-F238E27FC236}">
                  <a16:creationId xmlns:a16="http://schemas.microsoft.com/office/drawing/2014/main" id="{AB232BD5-8AD8-E1AB-1223-01212E77F1C6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8" name="object 48">
              <a:extLst>
                <a:ext uri="{FF2B5EF4-FFF2-40B4-BE49-F238E27FC236}">
                  <a16:creationId xmlns:a16="http://schemas.microsoft.com/office/drawing/2014/main" id="{126377AA-5DB1-3BB2-3D7D-F56EEBC1044B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9" name="object 50">
              <a:extLst>
                <a:ext uri="{FF2B5EF4-FFF2-40B4-BE49-F238E27FC236}">
                  <a16:creationId xmlns:a16="http://schemas.microsoft.com/office/drawing/2014/main" id="{9CF8999C-798A-38DA-CC16-2A2A32972580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0" name="object 51">
              <a:extLst>
                <a:ext uri="{FF2B5EF4-FFF2-40B4-BE49-F238E27FC236}">
                  <a16:creationId xmlns:a16="http://schemas.microsoft.com/office/drawing/2014/main" id="{93D09AE3-844C-4DAB-7990-35BD328B263F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21" name="object 59">
              <a:extLst>
                <a:ext uri="{FF2B5EF4-FFF2-40B4-BE49-F238E27FC236}">
                  <a16:creationId xmlns:a16="http://schemas.microsoft.com/office/drawing/2014/main" id="{4DF370B7-1981-D135-E10A-A2BB56FA1F2C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2" name="object 60">
              <a:extLst>
                <a:ext uri="{FF2B5EF4-FFF2-40B4-BE49-F238E27FC236}">
                  <a16:creationId xmlns:a16="http://schemas.microsoft.com/office/drawing/2014/main" id="{75AB7870-CC98-7523-C0FF-D3F89D40F8A0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23" name="object 65">
              <a:extLst>
                <a:ext uri="{FF2B5EF4-FFF2-40B4-BE49-F238E27FC236}">
                  <a16:creationId xmlns:a16="http://schemas.microsoft.com/office/drawing/2014/main" id="{FF9F9DD5-7287-D067-5DB6-DCADF767B464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4" name="object 66">
              <a:extLst>
                <a:ext uri="{FF2B5EF4-FFF2-40B4-BE49-F238E27FC236}">
                  <a16:creationId xmlns:a16="http://schemas.microsoft.com/office/drawing/2014/main" id="{5DEC7176-CFC5-55E2-2C34-B0A8120ED8C9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25" name="object 71">
              <a:extLst>
                <a:ext uri="{FF2B5EF4-FFF2-40B4-BE49-F238E27FC236}">
                  <a16:creationId xmlns:a16="http://schemas.microsoft.com/office/drawing/2014/main" id="{0BC4F184-D271-B516-16E9-F4BCB9C5F373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6" name="object 72">
              <a:extLst>
                <a:ext uri="{FF2B5EF4-FFF2-40B4-BE49-F238E27FC236}">
                  <a16:creationId xmlns:a16="http://schemas.microsoft.com/office/drawing/2014/main" id="{354C2F8D-480C-FDC6-D0F2-2E4476C20D7B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27" name="object 77">
              <a:extLst>
                <a:ext uri="{FF2B5EF4-FFF2-40B4-BE49-F238E27FC236}">
                  <a16:creationId xmlns:a16="http://schemas.microsoft.com/office/drawing/2014/main" id="{B2DE281C-3724-4305-4EBA-A4F22D799286}"/>
                </a:ext>
              </a:extLst>
            </p:cNvPr>
            <p:cNvSpPr/>
            <p:nvPr/>
          </p:nvSpPr>
          <p:spPr>
            <a:xfrm>
              <a:off x="5957957" y="4871959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8" name="object 78">
              <a:extLst>
                <a:ext uri="{FF2B5EF4-FFF2-40B4-BE49-F238E27FC236}">
                  <a16:creationId xmlns:a16="http://schemas.microsoft.com/office/drawing/2014/main" id="{4E4D510E-F88F-DA72-D66C-72355B44CCE3}"/>
                </a:ext>
              </a:extLst>
            </p:cNvPr>
            <p:cNvSpPr txBox="1"/>
            <p:nvPr/>
          </p:nvSpPr>
          <p:spPr>
            <a:xfrm>
              <a:off x="6098931" y="4910545"/>
              <a:ext cx="19175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</a:p>
          </p:txBody>
        </p:sp>
        <p:cxnSp>
          <p:nvCxnSpPr>
            <p:cNvPr id="29" name="直接箭头连接符 31">
              <a:extLst>
                <a:ext uri="{FF2B5EF4-FFF2-40B4-BE49-F238E27FC236}">
                  <a16:creationId xmlns:a16="http://schemas.microsoft.com/office/drawing/2014/main" id="{5DCED522-A4E7-2C49-C24A-8C88CE04D32D}"/>
                </a:ext>
              </a:extLst>
            </p:cNvPr>
            <p:cNvCxnSpPr>
              <a:stCxn id="3" idx="5"/>
              <a:endCxn id="11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0" name="直接箭头连接符 32">
              <a:extLst>
                <a:ext uri="{FF2B5EF4-FFF2-40B4-BE49-F238E27FC236}">
                  <a16:creationId xmlns:a16="http://schemas.microsoft.com/office/drawing/2014/main" id="{134FC475-AB4F-C87F-2597-DA5B44764434}"/>
                </a:ext>
              </a:extLst>
            </p:cNvPr>
            <p:cNvCxnSpPr>
              <a:stCxn id="3" idx="3"/>
              <a:endCxn id="5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1" name="直接箭头连接符 33">
              <a:extLst>
                <a:ext uri="{FF2B5EF4-FFF2-40B4-BE49-F238E27FC236}">
                  <a16:creationId xmlns:a16="http://schemas.microsoft.com/office/drawing/2014/main" id="{660D643C-BEE9-8DA4-035B-8B147506C630}"/>
                </a:ext>
              </a:extLst>
            </p:cNvPr>
            <p:cNvCxnSpPr>
              <a:stCxn id="5" idx="4"/>
              <a:endCxn id="7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" name="直接箭头连接符 34">
              <a:extLst>
                <a:ext uri="{FF2B5EF4-FFF2-40B4-BE49-F238E27FC236}">
                  <a16:creationId xmlns:a16="http://schemas.microsoft.com/office/drawing/2014/main" id="{5C8947F3-A4A6-A95E-40C1-712411304575}"/>
                </a:ext>
              </a:extLst>
            </p:cNvPr>
            <p:cNvCxnSpPr>
              <a:stCxn id="11" idx="3"/>
              <a:endCxn id="13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3" name="直接箭头连接符 35">
              <a:extLst>
                <a:ext uri="{FF2B5EF4-FFF2-40B4-BE49-F238E27FC236}">
                  <a16:creationId xmlns:a16="http://schemas.microsoft.com/office/drawing/2014/main" id="{EAB46F40-CE09-0F2E-377A-5EB770CE9F8A}"/>
                </a:ext>
              </a:extLst>
            </p:cNvPr>
            <p:cNvCxnSpPr>
              <a:stCxn id="5" idx="4"/>
              <a:endCxn id="9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4" name="直接箭头连接符 36">
              <a:extLst>
                <a:ext uri="{FF2B5EF4-FFF2-40B4-BE49-F238E27FC236}">
                  <a16:creationId xmlns:a16="http://schemas.microsoft.com/office/drawing/2014/main" id="{3E7D4029-4872-BC67-8EC9-B6B7C03970A9}"/>
                </a:ext>
              </a:extLst>
            </p:cNvPr>
            <p:cNvCxnSpPr>
              <a:stCxn id="11" idx="5"/>
              <a:endCxn id="15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5" name="直接箭头连接符 37">
              <a:extLst>
                <a:ext uri="{FF2B5EF4-FFF2-40B4-BE49-F238E27FC236}">
                  <a16:creationId xmlns:a16="http://schemas.microsoft.com/office/drawing/2014/main" id="{E2675BAE-1159-2694-2814-798AA4E6E649}"/>
                </a:ext>
              </a:extLst>
            </p:cNvPr>
            <p:cNvCxnSpPr>
              <a:stCxn id="7" idx="4"/>
              <a:endCxn id="23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" name="直接箭头连接符 38">
              <a:extLst>
                <a:ext uri="{FF2B5EF4-FFF2-40B4-BE49-F238E27FC236}">
                  <a16:creationId xmlns:a16="http://schemas.microsoft.com/office/drawing/2014/main" id="{F0F38F4E-A079-E520-86DC-75B62F762C71}"/>
                </a:ext>
              </a:extLst>
            </p:cNvPr>
            <p:cNvCxnSpPr>
              <a:stCxn id="7" idx="4"/>
              <a:endCxn id="25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7" name="直接箭头连接符 39">
              <a:extLst>
                <a:ext uri="{FF2B5EF4-FFF2-40B4-BE49-F238E27FC236}">
                  <a16:creationId xmlns:a16="http://schemas.microsoft.com/office/drawing/2014/main" id="{8975A152-60C9-38FC-4E71-0B0B84AB30FF}"/>
                </a:ext>
              </a:extLst>
            </p:cNvPr>
            <p:cNvCxnSpPr>
              <a:stCxn id="13" idx="4"/>
              <a:endCxn id="21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8" name="直接箭头连接符 40">
              <a:extLst>
                <a:ext uri="{FF2B5EF4-FFF2-40B4-BE49-F238E27FC236}">
                  <a16:creationId xmlns:a16="http://schemas.microsoft.com/office/drawing/2014/main" id="{2DED4596-53C2-C1B2-E07B-6D58812094DD}"/>
                </a:ext>
              </a:extLst>
            </p:cNvPr>
            <p:cNvCxnSpPr>
              <a:stCxn id="9" idx="4"/>
              <a:endCxn id="17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" name="直接箭头连接符 41">
              <a:extLst>
                <a:ext uri="{FF2B5EF4-FFF2-40B4-BE49-F238E27FC236}">
                  <a16:creationId xmlns:a16="http://schemas.microsoft.com/office/drawing/2014/main" id="{E657EAFF-BCD7-135E-E476-9CAF329A6692}"/>
                </a:ext>
              </a:extLst>
            </p:cNvPr>
            <p:cNvCxnSpPr>
              <a:stCxn id="13" idx="4"/>
              <a:endCxn id="19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40" name="直接箭头连接符 42">
            <a:extLst>
              <a:ext uri="{FF2B5EF4-FFF2-40B4-BE49-F238E27FC236}">
                <a16:creationId xmlns:a16="http://schemas.microsoft.com/office/drawing/2014/main" id="{05373C44-9F1E-2D22-84F6-4E1DBD167475}"/>
              </a:ext>
            </a:extLst>
          </p:cNvPr>
          <p:cNvCxnSpPr/>
          <p:nvPr/>
        </p:nvCxnSpPr>
        <p:spPr>
          <a:xfrm>
            <a:off x="1724317" y="5447347"/>
            <a:ext cx="183423" cy="20698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41" name="文本框 129">
            <a:extLst>
              <a:ext uri="{FF2B5EF4-FFF2-40B4-BE49-F238E27FC236}">
                <a16:creationId xmlns:a16="http://schemas.microsoft.com/office/drawing/2014/main" id="{689E8B72-A366-DD03-4438-E7F5C3C0F07B}"/>
              </a:ext>
            </a:extLst>
          </p:cNvPr>
          <p:cNvSpPr txBox="1"/>
          <p:nvPr/>
        </p:nvSpPr>
        <p:spPr>
          <a:xfrm>
            <a:off x="1587369" y="3616212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&lt; ‘H’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42" name="文本框 130">
            <a:extLst>
              <a:ext uri="{FF2B5EF4-FFF2-40B4-BE49-F238E27FC236}">
                <a16:creationId xmlns:a16="http://schemas.microsoft.com/office/drawing/2014/main" id="{15507F44-9A5F-A056-F52B-1DCC235EA9D6}"/>
              </a:ext>
            </a:extLst>
          </p:cNvPr>
          <p:cNvSpPr txBox="1"/>
          <p:nvPr/>
        </p:nvSpPr>
        <p:spPr>
          <a:xfrm>
            <a:off x="990600" y="4220765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&lt; ‘E’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43" name="文本框 131">
            <a:extLst>
              <a:ext uri="{FF2B5EF4-FFF2-40B4-BE49-F238E27FC236}">
                <a16:creationId xmlns:a16="http://schemas.microsoft.com/office/drawing/2014/main" id="{4D22391E-1845-0169-AE23-C953B81EE0C8}"/>
              </a:ext>
            </a:extLst>
          </p:cNvPr>
          <p:cNvSpPr txBox="1"/>
          <p:nvPr/>
        </p:nvSpPr>
        <p:spPr>
          <a:xfrm>
            <a:off x="1502968" y="4758571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&gt; ‘B’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44" name="文本框 132">
            <a:extLst>
              <a:ext uri="{FF2B5EF4-FFF2-40B4-BE49-F238E27FC236}">
                <a16:creationId xmlns:a16="http://schemas.microsoft.com/office/drawing/2014/main" id="{13A3C13B-D555-C472-2E24-F5F578B70EBD}"/>
              </a:ext>
            </a:extLst>
          </p:cNvPr>
          <p:cNvSpPr txBox="1"/>
          <p:nvPr/>
        </p:nvSpPr>
        <p:spPr>
          <a:xfrm>
            <a:off x="1777380" y="5385567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&gt; ‘C’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098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0A521-162D-1DAC-7786-F2FCD106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E16304DD-7AEB-467E-C3B7-5C458080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B9FDAD65-ED69-EC9C-1D40-54C94924C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grpSp>
        <p:nvGrpSpPr>
          <p:cNvPr id="39954" name="Group 39953">
            <a:extLst>
              <a:ext uri="{FF2B5EF4-FFF2-40B4-BE49-F238E27FC236}">
                <a16:creationId xmlns:a16="http://schemas.microsoft.com/office/drawing/2014/main" id="{38EE5BA3-05FC-1A01-A768-BE0D36A197FF}"/>
              </a:ext>
            </a:extLst>
          </p:cNvPr>
          <p:cNvGrpSpPr/>
          <p:nvPr/>
        </p:nvGrpSpPr>
        <p:grpSpPr>
          <a:xfrm>
            <a:off x="5081426" y="3384823"/>
            <a:ext cx="2880375" cy="1934562"/>
            <a:chOff x="4905146" y="2397660"/>
            <a:chExt cx="3476854" cy="2335179"/>
          </a:xfrm>
        </p:grpSpPr>
        <p:sp>
          <p:nvSpPr>
            <p:cNvPr id="39955" name="object 8">
              <a:extLst>
                <a:ext uri="{FF2B5EF4-FFF2-40B4-BE49-F238E27FC236}">
                  <a16:creationId xmlns:a16="http://schemas.microsoft.com/office/drawing/2014/main" id="{AF21EDB4-D834-9A1A-7419-144EC02A1700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6" name="object 9">
              <a:extLst>
                <a:ext uri="{FF2B5EF4-FFF2-40B4-BE49-F238E27FC236}">
                  <a16:creationId xmlns:a16="http://schemas.microsoft.com/office/drawing/2014/main" id="{69564031-5A82-080B-A7E4-31191F6DD032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7" name="object 11">
              <a:extLst>
                <a:ext uri="{FF2B5EF4-FFF2-40B4-BE49-F238E27FC236}">
                  <a16:creationId xmlns:a16="http://schemas.microsoft.com/office/drawing/2014/main" id="{7BAC8874-C066-21AE-551F-22BCD8C17F83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8" name="object 12">
              <a:extLst>
                <a:ext uri="{FF2B5EF4-FFF2-40B4-BE49-F238E27FC236}">
                  <a16:creationId xmlns:a16="http://schemas.microsoft.com/office/drawing/2014/main" id="{B26478D4-35FC-9211-2A40-EF819FADA3A5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9" name="object 14">
              <a:extLst>
                <a:ext uri="{FF2B5EF4-FFF2-40B4-BE49-F238E27FC236}">
                  <a16:creationId xmlns:a16="http://schemas.microsoft.com/office/drawing/2014/main" id="{B886C4C5-1D05-82DA-719B-5E128D38C8A7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0" name="object 15">
              <a:extLst>
                <a:ext uri="{FF2B5EF4-FFF2-40B4-BE49-F238E27FC236}">
                  <a16:creationId xmlns:a16="http://schemas.microsoft.com/office/drawing/2014/main" id="{346286FD-61B8-CA82-B28A-3AF6478743D9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1" name="object 17">
              <a:extLst>
                <a:ext uri="{FF2B5EF4-FFF2-40B4-BE49-F238E27FC236}">
                  <a16:creationId xmlns:a16="http://schemas.microsoft.com/office/drawing/2014/main" id="{43B49235-CABB-4678-22AC-12F776194427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2" name="object 18">
              <a:extLst>
                <a:ext uri="{FF2B5EF4-FFF2-40B4-BE49-F238E27FC236}">
                  <a16:creationId xmlns:a16="http://schemas.microsoft.com/office/drawing/2014/main" id="{E1654AF2-8A9C-D6B0-6463-8CD8358C1C9E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3" name="object 20">
              <a:extLst>
                <a:ext uri="{FF2B5EF4-FFF2-40B4-BE49-F238E27FC236}">
                  <a16:creationId xmlns:a16="http://schemas.microsoft.com/office/drawing/2014/main" id="{9CC7ECCD-4400-A0F0-DB4E-6F6077B9BB37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4" name="object 21">
              <a:extLst>
                <a:ext uri="{FF2B5EF4-FFF2-40B4-BE49-F238E27FC236}">
                  <a16:creationId xmlns:a16="http://schemas.microsoft.com/office/drawing/2014/main" id="{64D9AE52-7558-9BCD-303A-CCE4FD5E6B5C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5" name="object 23">
              <a:extLst>
                <a:ext uri="{FF2B5EF4-FFF2-40B4-BE49-F238E27FC236}">
                  <a16:creationId xmlns:a16="http://schemas.microsoft.com/office/drawing/2014/main" id="{7F9EF32A-EFEF-F89F-5B77-98D042F5569C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6" name="object 24">
              <a:extLst>
                <a:ext uri="{FF2B5EF4-FFF2-40B4-BE49-F238E27FC236}">
                  <a16:creationId xmlns:a16="http://schemas.microsoft.com/office/drawing/2014/main" id="{37646BCE-F7DA-C7BA-1933-331A40E84AF0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7" name="object 26">
              <a:extLst>
                <a:ext uri="{FF2B5EF4-FFF2-40B4-BE49-F238E27FC236}">
                  <a16:creationId xmlns:a16="http://schemas.microsoft.com/office/drawing/2014/main" id="{92734DB6-D995-CFB1-D1FC-DA729C5D07CF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8" name="object 27">
              <a:extLst>
                <a:ext uri="{FF2B5EF4-FFF2-40B4-BE49-F238E27FC236}">
                  <a16:creationId xmlns:a16="http://schemas.microsoft.com/office/drawing/2014/main" id="{40F8BBAB-5DE6-1357-95D2-1EA9AC0524B1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9" name="object 47">
              <a:extLst>
                <a:ext uri="{FF2B5EF4-FFF2-40B4-BE49-F238E27FC236}">
                  <a16:creationId xmlns:a16="http://schemas.microsoft.com/office/drawing/2014/main" id="{0981DABB-CC00-7344-30EA-10725E73E662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0" name="object 48">
              <a:extLst>
                <a:ext uri="{FF2B5EF4-FFF2-40B4-BE49-F238E27FC236}">
                  <a16:creationId xmlns:a16="http://schemas.microsoft.com/office/drawing/2014/main" id="{B42F7B9C-8D08-F38B-0008-E699560E8E63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1" name="object 50">
              <a:extLst>
                <a:ext uri="{FF2B5EF4-FFF2-40B4-BE49-F238E27FC236}">
                  <a16:creationId xmlns:a16="http://schemas.microsoft.com/office/drawing/2014/main" id="{D353EF48-8B46-32A5-0853-598BF35A9B43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2" name="object 51">
              <a:extLst>
                <a:ext uri="{FF2B5EF4-FFF2-40B4-BE49-F238E27FC236}">
                  <a16:creationId xmlns:a16="http://schemas.microsoft.com/office/drawing/2014/main" id="{9BB2A2DC-D333-927F-5409-BE5FD0E7854B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3" name="object 59">
              <a:extLst>
                <a:ext uri="{FF2B5EF4-FFF2-40B4-BE49-F238E27FC236}">
                  <a16:creationId xmlns:a16="http://schemas.microsoft.com/office/drawing/2014/main" id="{AF6F7C60-A7BF-E98F-8732-2A44DD06D624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4" name="object 60">
              <a:extLst>
                <a:ext uri="{FF2B5EF4-FFF2-40B4-BE49-F238E27FC236}">
                  <a16:creationId xmlns:a16="http://schemas.microsoft.com/office/drawing/2014/main" id="{D3DE34B1-A524-3B1B-D98E-E5146A0DA75B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5" name="object 65">
              <a:extLst>
                <a:ext uri="{FF2B5EF4-FFF2-40B4-BE49-F238E27FC236}">
                  <a16:creationId xmlns:a16="http://schemas.microsoft.com/office/drawing/2014/main" id="{C526E471-588D-585F-7232-FEFF7DAD3F89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6" name="object 66">
              <a:extLst>
                <a:ext uri="{FF2B5EF4-FFF2-40B4-BE49-F238E27FC236}">
                  <a16:creationId xmlns:a16="http://schemas.microsoft.com/office/drawing/2014/main" id="{2B03608E-2E09-CB06-89FB-56DCDBCBF800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7" name="object 71">
              <a:extLst>
                <a:ext uri="{FF2B5EF4-FFF2-40B4-BE49-F238E27FC236}">
                  <a16:creationId xmlns:a16="http://schemas.microsoft.com/office/drawing/2014/main" id="{3C7BCD6F-92D0-7E6C-2317-66C31E0528CE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8" name="object 72">
              <a:extLst>
                <a:ext uri="{FF2B5EF4-FFF2-40B4-BE49-F238E27FC236}">
                  <a16:creationId xmlns:a16="http://schemas.microsoft.com/office/drawing/2014/main" id="{B8739370-262A-C742-7125-D75E86312C00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cxnSp>
          <p:nvCxnSpPr>
            <p:cNvPr id="39979" name="直接箭头连接符 31">
              <a:extLst>
                <a:ext uri="{FF2B5EF4-FFF2-40B4-BE49-F238E27FC236}">
                  <a16:creationId xmlns:a16="http://schemas.microsoft.com/office/drawing/2014/main" id="{06A1E494-7D45-E0E2-D407-7056A5870196}"/>
                </a:ext>
              </a:extLst>
            </p:cNvPr>
            <p:cNvCxnSpPr>
              <a:stCxn id="39955" idx="5"/>
              <a:endCxn id="39963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0" name="直接箭头连接符 32">
              <a:extLst>
                <a:ext uri="{FF2B5EF4-FFF2-40B4-BE49-F238E27FC236}">
                  <a16:creationId xmlns:a16="http://schemas.microsoft.com/office/drawing/2014/main" id="{B440A600-E66B-0A7A-11E3-94CF95D12E15}"/>
                </a:ext>
              </a:extLst>
            </p:cNvPr>
            <p:cNvCxnSpPr>
              <a:stCxn id="39955" idx="3"/>
              <a:endCxn id="39957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1" name="直接箭头连接符 33">
              <a:extLst>
                <a:ext uri="{FF2B5EF4-FFF2-40B4-BE49-F238E27FC236}">
                  <a16:creationId xmlns:a16="http://schemas.microsoft.com/office/drawing/2014/main" id="{2C06B37F-78A9-1E4F-3F7D-E51E28003F86}"/>
                </a:ext>
              </a:extLst>
            </p:cNvPr>
            <p:cNvCxnSpPr>
              <a:stCxn id="39957" idx="4"/>
              <a:endCxn id="39959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2" name="直接箭头连接符 34">
              <a:extLst>
                <a:ext uri="{FF2B5EF4-FFF2-40B4-BE49-F238E27FC236}">
                  <a16:creationId xmlns:a16="http://schemas.microsoft.com/office/drawing/2014/main" id="{015DDF85-C8F4-8D68-57AA-F62A0B06C301}"/>
                </a:ext>
              </a:extLst>
            </p:cNvPr>
            <p:cNvCxnSpPr>
              <a:stCxn id="39963" idx="3"/>
              <a:endCxn id="39965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3" name="直接箭头连接符 35">
              <a:extLst>
                <a:ext uri="{FF2B5EF4-FFF2-40B4-BE49-F238E27FC236}">
                  <a16:creationId xmlns:a16="http://schemas.microsoft.com/office/drawing/2014/main" id="{1C98CEBF-79D7-2CEB-4A30-2456EE768A53}"/>
                </a:ext>
              </a:extLst>
            </p:cNvPr>
            <p:cNvCxnSpPr>
              <a:stCxn id="39957" idx="4"/>
              <a:endCxn id="39961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4" name="直接箭头连接符 36">
              <a:extLst>
                <a:ext uri="{FF2B5EF4-FFF2-40B4-BE49-F238E27FC236}">
                  <a16:creationId xmlns:a16="http://schemas.microsoft.com/office/drawing/2014/main" id="{1617EB7C-1C75-7C28-8796-9105A4EB22A6}"/>
                </a:ext>
              </a:extLst>
            </p:cNvPr>
            <p:cNvCxnSpPr>
              <a:stCxn id="39963" idx="5"/>
              <a:endCxn id="39967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5" name="直接箭头连接符 37">
              <a:extLst>
                <a:ext uri="{FF2B5EF4-FFF2-40B4-BE49-F238E27FC236}">
                  <a16:creationId xmlns:a16="http://schemas.microsoft.com/office/drawing/2014/main" id="{6DFED820-926F-C914-8814-8C1B1F058F00}"/>
                </a:ext>
              </a:extLst>
            </p:cNvPr>
            <p:cNvCxnSpPr>
              <a:stCxn id="39959" idx="4"/>
              <a:endCxn id="39975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6" name="直接箭头连接符 38">
              <a:extLst>
                <a:ext uri="{FF2B5EF4-FFF2-40B4-BE49-F238E27FC236}">
                  <a16:creationId xmlns:a16="http://schemas.microsoft.com/office/drawing/2014/main" id="{DC33656B-EA59-779D-2F3E-2B0F452D8123}"/>
                </a:ext>
              </a:extLst>
            </p:cNvPr>
            <p:cNvCxnSpPr>
              <a:stCxn id="39959" idx="4"/>
              <a:endCxn id="39977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7" name="直接箭头连接符 39">
              <a:extLst>
                <a:ext uri="{FF2B5EF4-FFF2-40B4-BE49-F238E27FC236}">
                  <a16:creationId xmlns:a16="http://schemas.microsoft.com/office/drawing/2014/main" id="{92B9A01D-2AA5-CFE2-7EAE-FDE70C17441B}"/>
                </a:ext>
              </a:extLst>
            </p:cNvPr>
            <p:cNvCxnSpPr>
              <a:stCxn id="39965" idx="4"/>
              <a:endCxn id="39973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8" name="直接箭头连接符 40">
              <a:extLst>
                <a:ext uri="{FF2B5EF4-FFF2-40B4-BE49-F238E27FC236}">
                  <a16:creationId xmlns:a16="http://schemas.microsoft.com/office/drawing/2014/main" id="{04014C05-1468-ED8B-FE9A-9CE54D434FD8}"/>
                </a:ext>
              </a:extLst>
            </p:cNvPr>
            <p:cNvCxnSpPr>
              <a:stCxn id="39961" idx="4"/>
              <a:endCxn id="39969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9" name="直接箭头连接符 41">
              <a:extLst>
                <a:ext uri="{FF2B5EF4-FFF2-40B4-BE49-F238E27FC236}">
                  <a16:creationId xmlns:a16="http://schemas.microsoft.com/office/drawing/2014/main" id="{A53743EA-CAA8-8433-DF48-F9FD9942C048}"/>
                </a:ext>
              </a:extLst>
            </p:cNvPr>
            <p:cNvCxnSpPr>
              <a:stCxn id="39965" idx="4"/>
              <a:endCxn id="39971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sp>
        <p:nvSpPr>
          <p:cNvPr id="39990" name="object 77">
            <a:extLst>
              <a:ext uri="{FF2B5EF4-FFF2-40B4-BE49-F238E27FC236}">
                <a16:creationId xmlns:a16="http://schemas.microsoft.com/office/drawing/2014/main" id="{A4BA80C4-24C9-B7CD-F589-CC44094F0325}"/>
              </a:ext>
            </a:extLst>
          </p:cNvPr>
          <p:cNvSpPr/>
          <p:nvPr/>
        </p:nvSpPr>
        <p:spPr>
          <a:xfrm>
            <a:off x="7959193" y="5502273"/>
            <a:ext cx="422807" cy="365127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39991" name="object 78">
            <a:extLst>
              <a:ext uri="{FF2B5EF4-FFF2-40B4-BE49-F238E27FC236}">
                <a16:creationId xmlns:a16="http://schemas.microsoft.com/office/drawing/2014/main" id="{9415A641-9231-3D30-C356-8ADE13E60CD2}"/>
              </a:ext>
            </a:extLst>
          </p:cNvPr>
          <p:cNvSpPr txBox="1"/>
          <p:nvPr/>
        </p:nvSpPr>
        <p:spPr>
          <a:xfrm>
            <a:off x="8075872" y="5544360"/>
            <a:ext cx="158704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1400" dirty="0">
                <a:solidFill>
                  <a:prstClr val="black"/>
                </a:solidFill>
                <a:latin typeface="Verdana (Body)"/>
                <a:cs typeface="Calibri"/>
              </a:rPr>
              <a:t>Z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cxnSp>
        <p:nvCxnSpPr>
          <p:cNvPr id="39992" name="直接箭头连接符 47">
            <a:extLst>
              <a:ext uri="{FF2B5EF4-FFF2-40B4-BE49-F238E27FC236}">
                <a16:creationId xmlns:a16="http://schemas.microsoft.com/office/drawing/2014/main" id="{C66818F3-F2A8-CBBA-40FA-B146E3B1081B}"/>
              </a:ext>
            </a:extLst>
          </p:cNvPr>
          <p:cNvCxnSpPr>
            <a:stCxn id="39967" idx="4"/>
            <a:endCxn id="39990" idx="0"/>
          </p:cNvCxnSpPr>
          <p:nvPr/>
        </p:nvCxnSpPr>
        <p:spPr>
          <a:xfrm>
            <a:off x="7750198" y="4746896"/>
            <a:ext cx="420399" cy="755377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9993" name="object 65">
            <a:extLst>
              <a:ext uri="{FF2B5EF4-FFF2-40B4-BE49-F238E27FC236}">
                <a16:creationId xmlns:a16="http://schemas.microsoft.com/office/drawing/2014/main" id="{85E71176-EDFF-1464-3179-041AB1325769}"/>
              </a:ext>
            </a:extLst>
          </p:cNvPr>
          <p:cNvSpPr/>
          <p:nvPr/>
        </p:nvSpPr>
        <p:spPr>
          <a:xfrm>
            <a:off x="5910619" y="5470902"/>
            <a:ext cx="499204" cy="376209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cxnSp>
        <p:nvCxnSpPr>
          <p:cNvPr id="39994" name="直接箭头连接符 37">
            <a:extLst>
              <a:ext uri="{FF2B5EF4-FFF2-40B4-BE49-F238E27FC236}">
                <a16:creationId xmlns:a16="http://schemas.microsoft.com/office/drawing/2014/main" id="{8A44A3FD-E264-7992-DFF7-FD0E6890E9C4}"/>
              </a:ext>
            </a:extLst>
          </p:cNvPr>
          <p:cNvCxnSpPr>
            <a:endCxn id="39993" idx="0"/>
          </p:cNvCxnSpPr>
          <p:nvPr/>
        </p:nvCxnSpPr>
        <p:spPr>
          <a:xfrm>
            <a:off x="5867400" y="5257800"/>
            <a:ext cx="292821" cy="213102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9995" name="object 78">
            <a:extLst>
              <a:ext uri="{FF2B5EF4-FFF2-40B4-BE49-F238E27FC236}">
                <a16:creationId xmlns:a16="http://schemas.microsoft.com/office/drawing/2014/main" id="{1B31687C-838A-3493-2537-5B8268C77A36}"/>
              </a:ext>
            </a:extLst>
          </p:cNvPr>
          <p:cNvSpPr txBox="1"/>
          <p:nvPr/>
        </p:nvSpPr>
        <p:spPr>
          <a:xfrm>
            <a:off x="6061020" y="5486400"/>
            <a:ext cx="187380" cy="295486"/>
          </a:xfrm>
          <a:prstGeom prst="ellipse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512126E-4A3A-CC76-C4C5-4B4775214E43}"/>
              </a:ext>
            </a:extLst>
          </p:cNvPr>
          <p:cNvGrpSpPr/>
          <p:nvPr/>
        </p:nvGrpSpPr>
        <p:grpSpPr>
          <a:xfrm>
            <a:off x="1143000" y="3360385"/>
            <a:ext cx="2880375" cy="2507015"/>
            <a:chOff x="4905146" y="2397660"/>
            <a:chExt cx="3476854" cy="3026178"/>
          </a:xfrm>
        </p:grpSpPr>
        <p:sp>
          <p:nvSpPr>
            <p:cNvPr id="3" name="object 8">
              <a:extLst>
                <a:ext uri="{FF2B5EF4-FFF2-40B4-BE49-F238E27FC236}">
                  <a16:creationId xmlns:a16="http://schemas.microsoft.com/office/drawing/2014/main" id="{2C567372-F059-C54D-329E-5B81CD87F111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" name="object 9">
              <a:extLst>
                <a:ext uri="{FF2B5EF4-FFF2-40B4-BE49-F238E27FC236}">
                  <a16:creationId xmlns:a16="http://schemas.microsoft.com/office/drawing/2014/main" id="{776934DF-F3F1-9845-DC8E-4FD65AE2568F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5" name="object 11">
              <a:extLst>
                <a:ext uri="{FF2B5EF4-FFF2-40B4-BE49-F238E27FC236}">
                  <a16:creationId xmlns:a16="http://schemas.microsoft.com/office/drawing/2014/main" id="{2C3E50EA-43C2-C9F8-BB3C-F83706D01965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6" name="object 12">
              <a:extLst>
                <a:ext uri="{FF2B5EF4-FFF2-40B4-BE49-F238E27FC236}">
                  <a16:creationId xmlns:a16="http://schemas.microsoft.com/office/drawing/2014/main" id="{7CB4E867-8041-68CF-8E7D-1B06D2364365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7" name="object 14">
              <a:extLst>
                <a:ext uri="{FF2B5EF4-FFF2-40B4-BE49-F238E27FC236}">
                  <a16:creationId xmlns:a16="http://schemas.microsoft.com/office/drawing/2014/main" id="{A1EC623A-632A-893F-D4DC-A43A445C3EFA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8" name="object 15">
              <a:extLst>
                <a:ext uri="{FF2B5EF4-FFF2-40B4-BE49-F238E27FC236}">
                  <a16:creationId xmlns:a16="http://schemas.microsoft.com/office/drawing/2014/main" id="{B4D20DFF-63B1-3890-2487-471FBEC69A24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200C721C-AC74-6EA3-B589-14F9B3403223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0" name="object 18">
              <a:extLst>
                <a:ext uri="{FF2B5EF4-FFF2-40B4-BE49-F238E27FC236}">
                  <a16:creationId xmlns:a16="http://schemas.microsoft.com/office/drawing/2014/main" id="{1F887D68-13E3-121C-0421-564E1B2EA211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1" name="object 20">
              <a:extLst>
                <a:ext uri="{FF2B5EF4-FFF2-40B4-BE49-F238E27FC236}">
                  <a16:creationId xmlns:a16="http://schemas.microsoft.com/office/drawing/2014/main" id="{65B4A58B-79DA-0539-A8E3-9ED32CFA1F31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2" name="object 21">
              <a:extLst>
                <a:ext uri="{FF2B5EF4-FFF2-40B4-BE49-F238E27FC236}">
                  <a16:creationId xmlns:a16="http://schemas.microsoft.com/office/drawing/2014/main" id="{1681C0B9-3F47-583A-BD05-392E779DDF6F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3" name="object 23">
              <a:extLst>
                <a:ext uri="{FF2B5EF4-FFF2-40B4-BE49-F238E27FC236}">
                  <a16:creationId xmlns:a16="http://schemas.microsoft.com/office/drawing/2014/main" id="{6B6FBEBF-F76C-DE40-7E25-E50EE52EE256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4" name="object 24">
              <a:extLst>
                <a:ext uri="{FF2B5EF4-FFF2-40B4-BE49-F238E27FC236}">
                  <a16:creationId xmlns:a16="http://schemas.microsoft.com/office/drawing/2014/main" id="{63AF3E55-7520-310C-3A91-9ED53D1F9125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5" name="object 26">
              <a:extLst>
                <a:ext uri="{FF2B5EF4-FFF2-40B4-BE49-F238E27FC236}">
                  <a16:creationId xmlns:a16="http://schemas.microsoft.com/office/drawing/2014/main" id="{F00E500B-CEFE-23D3-72A0-994BE8988287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6" name="object 27">
              <a:extLst>
                <a:ext uri="{FF2B5EF4-FFF2-40B4-BE49-F238E27FC236}">
                  <a16:creationId xmlns:a16="http://schemas.microsoft.com/office/drawing/2014/main" id="{44A5D3BA-4EA5-E5C5-7EBE-720A959343DB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7" name="object 47">
              <a:extLst>
                <a:ext uri="{FF2B5EF4-FFF2-40B4-BE49-F238E27FC236}">
                  <a16:creationId xmlns:a16="http://schemas.microsoft.com/office/drawing/2014/main" id="{677A3A9D-1579-983D-7AD9-3DF134DB1175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8" name="object 48">
              <a:extLst>
                <a:ext uri="{FF2B5EF4-FFF2-40B4-BE49-F238E27FC236}">
                  <a16:creationId xmlns:a16="http://schemas.microsoft.com/office/drawing/2014/main" id="{4CF82771-B2EC-D33E-60D7-AA850C918E89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19" name="object 50">
              <a:extLst>
                <a:ext uri="{FF2B5EF4-FFF2-40B4-BE49-F238E27FC236}">
                  <a16:creationId xmlns:a16="http://schemas.microsoft.com/office/drawing/2014/main" id="{B770CE15-B191-00C4-9EC7-637CE8BF7AB8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0" name="object 51">
              <a:extLst>
                <a:ext uri="{FF2B5EF4-FFF2-40B4-BE49-F238E27FC236}">
                  <a16:creationId xmlns:a16="http://schemas.microsoft.com/office/drawing/2014/main" id="{B4C88C3A-F9FE-5553-060A-2CFFE0625837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21" name="object 59">
              <a:extLst>
                <a:ext uri="{FF2B5EF4-FFF2-40B4-BE49-F238E27FC236}">
                  <a16:creationId xmlns:a16="http://schemas.microsoft.com/office/drawing/2014/main" id="{80A58CCB-4620-48D5-B457-D903C308F831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2" name="object 60">
              <a:extLst>
                <a:ext uri="{FF2B5EF4-FFF2-40B4-BE49-F238E27FC236}">
                  <a16:creationId xmlns:a16="http://schemas.microsoft.com/office/drawing/2014/main" id="{5AA3FC83-5353-BD95-701B-3F212D81AC60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23" name="object 65">
              <a:extLst>
                <a:ext uri="{FF2B5EF4-FFF2-40B4-BE49-F238E27FC236}">
                  <a16:creationId xmlns:a16="http://schemas.microsoft.com/office/drawing/2014/main" id="{BADD9172-BBE6-6F19-0356-3A4A871795FC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4" name="object 66">
              <a:extLst>
                <a:ext uri="{FF2B5EF4-FFF2-40B4-BE49-F238E27FC236}">
                  <a16:creationId xmlns:a16="http://schemas.microsoft.com/office/drawing/2014/main" id="{B61B98CF-0C2A-9683-44E9-A538B7FA0D58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25" name="object 71">
              <a:extLst>
                <a:ext uri="{FF2B5EF4-FFF2-40B4-BE49-F238E27FC236}">
                  <a16:creationId xmlns:a16="http://schemas.microsoft.com/office/drawing/2014/main" id="{D72AE2DF-57FC-4657-018C-2B8E25684131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6" name="object 72">
              <a:extLst>
                <a:ext uri="{FF2B5EF4-FFF2-40B4-BE49-F238E27FC236}">
                  <a16:creationId xmlns:a16="http://schemas.microsoft.com/office/drawing/2014/main" id="{DF1F3F60-DA18-95B1-599E-54A34AAF2E36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27" name="object 77">
              <a:extLst>
                <a:ext uri="{FF2B5EF4-FFF2-40B4-BE49-F238E27FC236}">
                  <a16:creationId xmlns:a16="http://schemas.microsoft.com/office/drawing/2014/main" id="{4F4F3B66-88D2-F94A-B5DB-653BDFA5D53F}"/>
                </a:ext>
              </a:extLst>
            </p:cNvPr>
            <p:cNvSpPr/>
            <p:nvPr/>
          </p:nvSpPr>
          <p:spPr>
            <a:xfrm>
              <a:off x="5735452" y="4982684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8" name="object 78">
              <a:extLst>
                <a:ext uri="{FF2B5EF4-FFF2-40B4-BE49-F238E27FC236}">
                  <a16:creationId xmlns:a16="http://schemas.microsoft.com/office/drawing/2014/main" id="{D825FD80-12C8-742D-0A62-561C127896F4}"/>
                </a:ext>
              </a:extLst>
            </p:cNvPr>
            <p:cNvSpPr txBox="1"/>
            <p:nvPr/>
          </p:nvSpPr>
          <p:spPr>
            <a:xfrm>
              <a:off x="5876426" y="5021271"/>
              <a:ext cx="19175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cxnSp>
          <p:nvCxnSpPr>
            <p:cNvPr id="29" name="直接箭头连接符 31">
              <a:extLst>
                <a:ext uri="{FF2B5EF4-FFF2-40B4-BE49-F238E27FC236}">
                  <a16:creationId xmlns:a16="http://schemas.microsoft.com/office/drawing/2014/main" id="{452C6D2A-3C75-3B6E-1F4A-11A6D8B9449A}"/>
                </a:ext>
              </a:extLst>
            </p:cNvPr>
            <p:cNvCxnSpPr>
              <a:stCxn id="3" idx="5"/>
              <a:endCxn id="11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0" name="直接箭头连接符 32">
              <a:extLst>
                <a:ext uri="{FF2B5EF4-FFF2-40B4-BE49-F238E27FC236}">
                  <a16:creationId xmlns:a16="http://schemas.microsoft.com/office/drawing/2014/main" id="{37103630-D320-9B89-968A-80D97B03B34C}"/>
                </a:ext>
              </a:extLst>
            </p:cNvPr>
            <p:cNvCxnSpPr>
              <a:stCxn id="3" idx="3"/>
              <a:endCxn id="5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1" name="直接箭头连接符 33">
              <a:extLst>
                <a:ext uri="{FF2B5EF4-FFF2-40B4-BE49-F238E27FC236}">
                  <a16:creationId xmlns:a16="http://schemas.microsoft.com/office/drawing/2014/main" id="{AA7C79F5-108A-618F-F436-F1FAC1FC656A}"/>
                </a:ext>
              </a:extLst>
            </p:cNvPr>
            <p:cNvCxnSpPr>
              <a:stCxn id="5" idx="4"/>
              <a:endCxn id="7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2" name="直接箭头连接符 34">
              <a:extLst>
                <a:ext uri="{FF2B5EF4-FFF2-40B4-BE49-F238E27FC236}">
                  <a16:creationId xmlns:a16="http://schemas.microsoft.com/office/drawing/2014/main" id="{2D9C5515-93D8-FDA9-1490-5A244CC60C07}"/>
                </a:ext>
              </a:extLst>
            </p:cNvPr>
            <p:cNvCxnSpPr>
              <a:stCxn id="11" idx="3"/>
              <a:endCxn id="13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3" name="直接箭头连接符 35">
              <a:extLst>
                <a:ext uri="{FF2B5EF4-FFF2-40B4-BE49-F238E27FC236}">
                  <a16:creationId xmlns:a16="http://schemas.microsoft.com/office/drawing/2014/main" id="{426F26FA-13D3-E9AB-0397-5A4A1AE5F619}"/>
                </a:ext>
              </a:extLst>
            </p:cNvPr>
            <p:cNvCxnSpPr>
              <a:stCxn id="5" idx="4"/>
              <a:endCxn id="9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4" name="直接箭头连接符 36">
              <a:extLst>
                <a:ext uri="{FF2B5EF4-FFF2-40B4-BE49-F238E27FC236}">
                  <a16:creationId xmlns:a16="http://schemas.microsoft.com/office/drawing/2014/main" id="{C400CC77-1BA6-AC53-4E0B-66AE239C7CE2}"/>
                </a:ext>
              </a:extLst>
            </p:cNvPr>
            <p:cNvCxnSpPr>
              <a:stCxn id="11" idx="5"/>
              <a:endCxn id="15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5" name="直接箭头连接符 37">
              <a:extLst>
                <a:ext uri="{FF2B5EF4-FFF2-40B4-BE49-F238E27FC236}">
                  <a16:creationId xmlns:a16="http://schemas.microsoft.com/office/drawing/2014/main" id="{54B4F1E6-6206-5656-3379-FE9798CE7ED4}"/>
                </a:ext>
              </a:extLst>
            </p:cNvPr>
            <p:cNvCxnSpPr>
              <a:stCxn id="7" idx="4"/>
              <a:endCxn id="23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6" name="直接箭头连接符 38">
              <a:extLst>
                <a:ext uri="{FF2B5EF4-FFF2-40B4-BE49-F238E27FC236}">
                  <a16:creationId xmlns:a16="http://schemas.microsoft.com/office/drawing/2014/main" id="{AB3B45E5-0067-001B-4387-79030BEB7247}"/>
                </a:ext>
              </a:extLst>
            </p:cNvPr>
            <p:cNvCxnSpPr>
              <a:stCxn id="7" idx="4"/>
              <a:endCxn id="25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7" name="直接箭头连接符 39">
              <a:extLst>
                <a:ext uri="{FF2B5EF4-FFF2-40B4-BE49-F238E27FC236}">
                  <a16:creationId xmlns:a16="http://schemas.microsoft.com/office/drawing/2014/main" id="{BD176F83-9731-A5DD-95AA-3957131E33C7}"/>
                </a:ext>
              </a:extLst>
            </p:cNvPr>
            <p:cNvCxnSpPr>
              <a:stCxn id="13" idx="4"/>
              <a:endCxn id="21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8" name="直接箭头连接符 40">
              <a:extLst>
                <a:ext uri="{FF2B5EF4-FFF2-40B4-BE49-F238E27FC236}">
                  <a16:creationId xmlns:a16="http://schemas.microsoft.com/office/drawing/2014/main" id="{A65FF2F9-4775-2D31-5A03-FD18CA45C6F2}"/>
                </a:ext>
              </a:extLst>
            </p:cNvPr>
            <p:cNvCxnSpPr>
              <a:stCxn id="9" idx="4"/>
              <a:endCxn id="17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" name="直接箭头连接符 41">
              <a:extLst>
                <a:ext uri="{FF2B5EF4-FFF2-40B4-BE49-F238E27FC236}">
                  <a16:creationId xmlns:a16="http://schemas.microsoft.com/office/drawing/2014/main" id="{5EBD7A04-6F4D-209D-76E9-A8E51EB46737}"/>
                </a:ext>
              </a:extLst>
            </p:cNvPr>
            <p:cNvCxnSpPr>
              <a:stCxn id="13" idx="4"/>
              <a:endCxn id="19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40" name="直接箭头连接符 37">
            <a:extLst>
              <a:ext uri="{FF2B5EF4-FFF2-40B4-BE49-F238E27FC236}">
                <a16:creationId xmlns:a16="http://schemas.microsoft.com/office/drawing/2014/main" id="{FADA4F48-A44B-4254-C46A-8C102E164306}"/>
              </a:ext>
            </a:extLst>
          </p:cNvPr>
          <p:cNvCxnSpPr>
            <a:cxnSpLocks/>
            <a:stCxn id="24" idx="5"/>
            <a:endCxn id="27" idx="0"/>
          </p:cNvCxnSpPr>
          <p:nvPr/>
        </p:nvCxnSpPr>
        <p:spPr>
          <a:xfrm>
            <a:off x="1892063" y="5204969"/>
            <a:ext cx="150401" cy="29696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4700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1BAFB-9872-96E5-B1D9-709CAC5F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425757BD-AC95-6232-07D0-B9F6B94B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79B5E215-F34B-5C4B-9D76-0350B46C7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grpSp>
        <p:nvGrpSpPr>
          <p:cNvPr id="39954" name="Group 39953">
            <a:extLst>
              <a:ext uri="{FF2B5EF4-FFF2-40B4-BE49-F238E27FC236}">
                <a16:creationId xmlns:a16="http://schemas.microsoft.com/office/drawing/2014/main" id="{3D919BF4-E098-D536-0B7C-E933F8294CE4}"/>
              </a:ext>
            </a:extLst>
          </p:cNvPr>
          <p:cNvGrpSpPr/>
          <p:nvPr/>
        </p:nvGrpSpPr>
        <p:grpSpPr>
          <a:xfrm>
            <a:off x="5081426" y="3384823"/>
            <a:ext cx="2880375" cy="1934562"/>
            <a:chOff x="4905146" y="2397660"/>
            <a:chExt cx="3476854" cy="2335179"/>
          </a:xfrm>
        </p:grpSpPr>
        <p:sp>
          <p:nvSpPr>
            <p:cNvPr id="39955" name="object 8">
              <a:extLst>
                <a:ext uri="{FF2B5EF4-FFF2-40B4-BE49-F238E27FC236}">
                  <a16:creationId xmlns:a16="http://schemas.microsoft.com/office/drawing/2014/main" id="{5CBFF52D-24C2-ADED-2C4F-2507E6DC754D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6" name="object 9">
              <a:extLst>
                <a:ext uri="{FF2B5EF4-FFF2-40B4-BE49-F238E27FC236}">
                  <a16:creationId xmlns:a16="http://schemas.microsoft.com/office/drawing/2014/main" id="{3418BC62-3962-7611-5668-EB386630736A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7" name="object 11">
              <a:extLst>
                <a:ext uri="{FF2B5EF4-FFF2-40B4-BE49-F238E27FC236}">
                  <a16:creationId xmlns:a16="http://schemas.microsoft.com/office/drawing/2014/main" id="{1972DD9F-D4C1-DCCF-8E65-D73FC699F2F6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8" name="object 12">
              <a:extLst>
                <a:ext uri="{FF2B5EF4-FFF2-40B4-BE49-F238E27FC236}">
                  <a16:creationId xmlns:a16="http://schemas.microsoft.com/office/drawing/2014/main" id="{4265B19F-A48A-ADCB-8D72-AB763B4F45DB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9" name="object 14">
              <a:extLst>
                <a:ext uri="{FF2B5EF4-FFF2-40B4-BE49-F238E27FC236}">
                  <a16:creationId xmlns:a16="http://schemas.microsoft.com/office/drawing/2014/main" id="{9E426DF6-4F0E-059B-AC3C-BFA236A8F391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0" name="object 15">
              <a:extLst>
                <a:ext uri="{FF2B5EF4-FFF2-40B4-BE49-F238E27FC236}">
                  <a16:creationId xmlns:a16="http://schemas.microsoft.com/office/drawing/2014/main" id="{DF992DF6-CD32-99D0-06B1-9329E5FA5C47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1" name="object 17">
              <a:extLst>
                <a:ext uri="{FF2B5EF4-FFF2-40B4-BE49-F238E27FC236}">
                  <a16:creationId xmlns:a16="http://schemas.microsoft.com/office/drawing/2014/main" id="{DB1CC41C-C646-4E9F-6B89-28EAFF2EA525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2" name="object 18">
              <a:extLst>
                <a:ext uri="{FF2B5EF4-FFF2-40B4-BE49-F238E27FC236}">
                  <a16:creationId xmlns:a16="http://schemas.microsoft.com/office/drawing/2014/main" id="{FE77507E-C3C2-0DE7-8367-56ED778AB9B3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3" name="object 20">
              <a:extLst>
                <a:ext uri="{FF2B5EF4-FFF2-40B4-BE49-F238E27FC236}">
                  <a16:creationId xmlns:a16="http://schemas.microsoft.com/office/drawing/2014/main" id="{A9C3953F-E6F0-F832-EAD1-863568273BED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4" name="object 21">
              <a:extLst>
                <a:ext uri="{FF2B5EF4-FFF2-40B4-BE49-F238E27FC236}">
                  <a16:creationId xmlns:a16="http://schemas.microsoft.com/office/drawing/2014/main" id="{21044EA6-836F-15A0-F192-C1179A0930AF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5" name="object 23">
              <a:extLst>
                <a:ext uri="{FF2B5EF4-FFF2-40B4-BE49-F238E27FC236}">
                  <a16:creationId xmlns:a16="http://schemas.microsoft.com/office/drawing/2014/main" id="{3548841D-3B6B-A1D0-EAC0-9B48981FBDB5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6" name="object 24">
              <a:extLst>
                <a:ext uri="{FF2B5EF4-FFF2-40B4-BE49-F238E27FC236}">
                  <a16:creationId xmlns:a16="http://schemas.microsoft.com/office/drawing/2014/main" id="{781B8966-AE77-9963-E768-DBBCFC4C60EE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7" name="object 26">
              <a:extLst>
                <a:ext uri="{FF2B5EF4-FFF2-40B4-BE49-F238E27FC236}">
                  <a16:creationId xmlns:a16="http://schemas.microsoft.com/office/drawing/2014/main" id="{238BF9D9-DBB9-DD86-DBBF-C8637BC00BDC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8" name="object 27">
              <a:extLst>
                <a:ext uri="{FF2B5EF4-FFF2-40B4-BE49-F238E27FC236}">
                  <a16:creationId xmlns:a16="http://schemas.microsoft.com/office/drawing/2014/main" id="{AA4BDEED-1ACD-62F0-35E9-7EA2D6191775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9" name="object 47">
              <a:extLst>
                <a:ext uri="{FF2B5EF4-FFF2-40B4-BE49-F238E27FC236}">
                  <a16:creationId xmlns:a16="http://schemas.microsoft.com/office/drawing/2014/main" id="{F9F80BC2-86DB-A29F-B541-1C4E697FB297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0" name="object 48">
              <a:extLst>
                <a:ext uri="{FF2B5EF4-FFF2-40B4-BE49-F238E27FC236}">
                  <a16:creationId xmlns:a16="http://schemas.microsoft.com/office/drawing/2014/main" id="{125F9138-4B84-F1B7-3233-A04E2AA5EB38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1" name="object 50">
              <a:extLst>
                <a:ext uri="{FF2B5EF4-FFF2-40B4-BE49-F238E27FC236}">
                  <a16:creationId xmlns:a16="http://schemas.microsoft.com/office/drawing/2014/main" id="{1AC7B823-F690-BC87-1C5F-E756CE4C0203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2" name="object 51">
              <a:extLst>
                <a:ext uri="{FF2B5EF4-FFF2-40B4-BE49-F238E27FC236}">
                  <a16:creationId xmlns:a16="http://schemas.microsoft.com/office/drawing/2014/main" id="{194BA1D2-3681-DF99-7818-76EBAEDF149E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3" name="object 59">
              <a:extLst>
                <a:ext uri="{FF2B5EF4-FFF2-40B4-BE49-F238E27FC236}">
                  <a16:creationId xmlns:a16="http://schemas.microsoft.com/office/drawing/2014/main" id="{D9D85B53-E241-7933-4DB8-62F765392CB2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4" name="object 60">
              <a:extLst>
                <a:ext uri="{FF2B5EF4-FFF2-40B4-BE49-F238E27FC236}">
                  <a16:creationId xmlns:a16="http://schemas.microsoft.com/office/drawing/2014/main" id="{D15DB42F-61FE-F946-11AA-32AB00509256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5" name="object 65">
              <a:extLst>
                <a:ext uri="{FF2B5EF4-FFF2-40B4-BE49-F238E27FC236}">
                  <a16:creationId xmlns:a16="http://schemas.microsoft.com/office/drawing/2014/main" id="{02B82712-543B-7418-887A-6ACB75B3AE2D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6" name="object 66">
              <a:extLst>
                <a:ext uri="{FF2B5EF4-FFF2-40B4-BE49-F238E27FC236}">
                  <a16:creationId xmlns:a16="http://schemas.microsoft.com/office/drawing/2014/main" id="{78DC4436-7E8E-B726-16EA-8017B2ECAB58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7" name="object 71">
              <a:extLst>
                <a:ext uri="{FF2B5EF4-FFF2-40B4-BE49-F238E27FC236}">
                  <a16:creationId xmlns:a16="http://schemas.microsoft.com/office/drawing/2014/main" id="{91B21155-9048-79EA-707E-0EECB309F06F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8" name="object 72">
              <a:extLst>
                <a:ext uri="{FF2B5EF4-FFF2-40B4-BE49-F238E27FC236}">
                  <a16:creationId xmlns:a16="http://schemas.microsoft.com/office/drawing/2014/main" id="{26705CED-E3BA-4961-F7D5-D59A78DA7CFD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cxnSp>
          <p:nvCxnSpPr>
            <p:cNvPr id="39979" name="直接箭头连接符 31">
              <a:extLst>
                <a:ext uri="{FF2B5EF4-FFF2-40B4-BE49-F238E27FC236}">
                  <a16:creationId xmlns:a16="http://schemas.microsoft.com/office/drawing/2014/main" id="{39828790-7832-FA2C-195E-7A9D0803569D}"/>
                </a:ext>
              </a:extLst>
            </p:cNvPr>
            <p:cNvCxnSpPr>
              <a:stCxn id="39955" idx="5"/>
              <a:endCxn id="39963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0" name="直接箭头连接符 32">
              <a:extLst>
                <a:ext uri="{FF2B5EF4-FFF2-40B4-BE49-F238E27FC236}">
                  <a16:creationId xmlns:a16="http://schemas.microsoft.com/office/drawing/2014/main" id="{1A52E746-46E4-17A2-8D53-A72AC485F48E}"/>
                </a:ext>
              </a:extLst>
            </p:cNvPr>
            <p:cNvCxnSpPr>
              <a:stCxn id="39955" idx="3"/>
              <a:endCxn id="39957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1" name="直接箭头连接符 33">
              <a:extLst>
                <a:ext uri="{FF2B5EF4-FFF2-40B4-BE49-F238E27FC236}">
                  <a16:creationId xmlns:a16="http://schemas.microsoft.com/office/drawing/2014/main" id="{11D75591-DE09-4BD5-4755-2CE746C1AC09}"/>
                </a:ext>
              </a:extLst>
            </p:cNvPr>
            <p:cNvCxnSpPr>
              <a:stCxn id="39957" idx="4"/>
              <a:endCxn id="39959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2" name="直接箭头连接符 34">
              <a:extLst>
                <a:ext uri="{FF2B5EF4-FFF2-40B4-BE49-F238E27FC236}">
                  <a16:creationId xmlns:a16="http://schemas.microsoft.com/office/drawing/2014/main" id="{DFBA19B6-09E0-F8A9-1D9A-4CC14BEFD85C}"/>
                </a:ext>
              </a:extLst>
            </p:cNvPr>
            <p:cNvCxnSpPr>
              <a:stCxn id="39963" idx="3"/>
              <a:endCxn id="39965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3" name="直接箭头连接符 35">
              <a:extLst>
                <a:ext uri="{FF2B5EF4-FFF2-40B4-BE49-F238E27FC236}">
                  <a16:creationId xmlns:a16="http://schemas.microsoft.com/office/drawing/2014/main" id="{1A27ABF2-01D8-4193-8BA3-DA82189F06FE}"/>
                </a:ext>
              </a:extLst>
            </p:cNvPr>
            <p:cNvCxnSpPr>
              <a:stCxn id="39957" idx="4"/>
              <a:endCxn id="39961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4" name="直接箭头连接符 36">
              <a:extLst>
                <a:ext uri="{FF2B5EF4-FFF2-40B4-BE49-F238E27FC236}">
                  <a16:creationId xmlns:a16="http://schemas.microsoft.com/office/drawing/2014/main" id="{51968586-4068-8695-393B-11A908C2D227}"/>
                </a:ext>
              </a:extLst>
            </p:cNvPr>
            <p:cNvCxnSpPr>
              <a:stCxn id="39963" idx="5"/>
              <a:endCxn id="39967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5" name="直接箭头连接符 37">
              <a:extLst>
                <a:ext uri="{FF2B5EF4-FFF2-40B4-BE49-F238E27FC236}">
                  <a16:creationId xmlns:a16="http://schemas.microsoft.com/office/drawing/2014/main" id="{D44FA893-7D68-4B7B-EB66-74E0A48A9C36}"/>
                </a:ext>
              </a:extLst>
            </p:cNvPr>
            <p:cNvCxnSpPr>
              <a:stCxn id="39959" idx="4"/>
              <a:endCxn id="39975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6" name="直接箭头连接符 38">
              <a:extLst>
                <a:ext uri="{FF2B5EF4-FFF2-40B4-BE49-F238E27FC236}">
                  <a16:creationId xmlns:a16="http://schemas.microsoft.com/office/drawing/2014/main" id="{72F7FD13-C363-279D-5C90-CE9A45E8CAF3}"/>
                </a:ext>
              </a:extLst>
            </p:cNvPr>
            <p:cNvCxnSpPr>
              <a:stCxn id="39959" idx="4"/>
              <a:endCxn id="39977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7" name="直接箭头连接符 39">
              <a:extLst>
                <a:ext uri="{FF2B5EF4-FFF2-40B4-BE49-F238E27FC236}">
                  <a16:creationId xmlns:a16="http://schemas.microsoft.com/office/drawing/2014/main" id="{B75F6450-FDE0-DB9A-EAB4-1801E1823F69}"/>
                </a:ext>
              </a:extLst>
            </p:cNvPr>
            <p:cNvCxnSpPr>
              <a:stCxn id="39965" idx="4"/>
              <a:endCxn id="39973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8" name="直接箭头连接符 40">
              <a:extLst>
                <a:ext uri="{FF2B5EF4-FFF2-40B4-BE49-F238E27FC236}">
                  <a16:creationId xmlns:a16="http://schemas.microsoft.com/office/drawing/2014/main" id="{6BCE7DFE-6D3A-3D37-BB83-12A7C159C3F5}"/>
                </a:ext>
              </a:extLst>
            </p:cNvPr>
            <p:cNvCxnSpPr>
              <a:stCxn id="39961" idx="4"/>
              <a:endCxn id="39969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9" name="直接箭头连接符 41">
              <a:extLst>
                <a:ext uri="{FF2B5EF4-FFF2-40B4-BE49-F238E27FC236}">
                  <a16:creationId xmlns:a16="http://schemas.microsoft.com/office/drawing/2014/main" id="{12477C48-AF69-5D95-34E8-655F33D5E50A}"/>
                </a:ext>
              </a:extLst>
            </p:cNvPr>
            <p:cNvCxnSpPr>
              <a:stCxn id="39965" idx="4"/>
              <a:endCxn id="39971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sp>
        <p:nvSpPr>
          <p:cNvPr id="39990" name="object 77">
            <a:extLst>
              <a:ext uri="{FF2B5EF4-FFF2-40B4-BE49-F238E27FC236}">
                <a16:creationId xmlns:a16="http://schemas.microsoft.com/office/drawing/2014/main" id="{C39DB1CC-E290-1B80-D743-CC8FA6515D18}"/>
              </a:ext>
            </a:extLst>
          </p:cNvPr>
          <p:cNvSpPr/>
          <p:nvPr/>
        </p:nvSpPr>
        <p:spPr>
          <a:xfrm>
            <a:off x="7959193" y="5502273"/>
            <a:ext cx="422807" cy="365127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39991" name="object 78">
            <a:extLst>
              <a:ext uri="{FF2B5EF4-FFF2-40B4-BE49-F238E27FC236}">
                <a16:creationId xmlns:a16="http://schemas.microsoft.com/office/drawing/2014/main" id="{7FA83443-F61F-E417-1116-74853BD149DD}"/>
              </a:ext>
            </a:extLst>
          </p:cNvPr>
          <p:cNvSpPr txBox="1"/>
          <p:nvPr/>
        </p:nvSpPr>
        <p:spPr>
          <a:xfrm>
            <a:off x="8075872" y="5544360"/>
            <a:ext cx="158704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1400" dirty="0">
                <a:solidFill>
                  <a:prstClr val="black"/>
                </a:solidFill>
                <a:latin typeface="Verdana (Body)"/>
                <a:cs typeface="Calibri"/>
              </a:rPr>
              <a:t>Z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cxnSp>
        <p:nvCxnSpPr>
          <p:cNvPr id="39992" name="直接箭头连接符 47">
            <a:extLst>
              <a:ext uri="{FF2B5EF4-FFF2-40B4-BE49-F238E27FC236}">
                <a16:creationId xmlns:a16="http://schemas.microsoft.com/office/drawing/2014/main" id="{48075124-70CD-8A48-6D3D-0427F72A0E5B}"/>
              </a:ext>
            </a:extLst>
          </p:cNvPr>
          <p:cNvCxnSpPr>
            <a:stCxn id="39967" idx="4"/>
            <a:endCxn id="39990" idx="0"/>
          </p:cNvCxnSpPr>
          <p:nvPr/>
        </p:nvCxnSpPr>
        <p:spPr>
          <a:xfrm>
            <a:off x="7750198" y="4746896"/>
            <a:ext cx="420399" cy="755377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9993" name="object 65">
            <a:extLst>
              <a:ext uri="{FF2B5EF4-FFF2-40B4-BE49-F238E27FC236}">
                <a16:creationId xmlns:a16="http://schemas.microsoft.com/office/drawing/2014/main" id="{FFBCACFD-871D-7630-BCC0-6CB728F31004}"/>
              </a:ext>
            </a:extLst>
          </p:cNvPr>
          <p:cNvSpPr/>
          <p:nvPr/>
        </p:nvSpPr>
        <p:spPr>
          <a:xfrm>
            <a:off x="5910619" y="5470902"/>
            <a:ext cx="499204" cy="376209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cxnSp>
        <p:nvCxnSpPr>
          <p:cNvPr id="39994" name="直接箭头连接符 37">
            <a:extLst>
              <a:ext uri="{FF2B5EF4-FFF2-40B4-BE49-F238E27FC236}">
                <a16:creationId xmlns:a16="http://schemas.microsoft.com/office/drawing/2014/main" id="{45B8FF98-AA3F-A56D-3FB5-A4F378AAB847}"/>
              </a:ext>
            </a:extLst>
          </p:cNvPr>
          <p:cNvCxnSpPr>
            <a:endCxn id="39993" idx="0"/>
          </p:cNvCxnSpPr>
          <p:nvPr/>
        </p:nvCxnSpPr>
        <p:spPr>
          <a:xfrm>
            <a:off x="5867400" y="5257800"/>
            <a:ext cx="292821" cy="213102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9995" name="object 78">
            <a:extLst>
              <a:ext uri="{FF2B5EF4-FFF2-40B4-BE49-F238E27FC236}">
                <a16:creationId xmlns:a16="http://schemas.microsoft.com/office/drawing/2014/main" id="{849A09AF-E81C-4E3C-6DBC-B5385097AFB8}"/>
              </a:ext>
            </a:extLst>
          </p:cNvPr>
          <p:cNvSpPr txBox="1"/>
          <p:nvPr/>
        </p:nvSpPr>
        <p:spPr>
          <a:xfrm>
            <a:off x="6061020" y="5486400"/>
            <a:ext cx="187380" cy="295486"/>
          </a:xfrm>
          <a:prstGeom prst="ellipse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D</a:t>
            </a:r>
          </a:p>
        </p:txBody>
      </p:sp>
      <p:grpSp>
        <p:nvGrpSpPr>
          <p:cNvPr id="39996" name="Group 39995">
            <a:extLst>
              <a:ext uri="{FF2B5EF4-FFF2-40B4-BE49-F238E27FC236}">
                <a16:creationId xmlns:a16="http://schemas.microsoft.com/office/drawing/2014/main" id="{03077D0A-5F55-0C55-47F4-FC76EA78E6CE}"/>
              </a:ext>
            </a:extLst>
          </p:cNvPr>
          <p:cNvGrpSpPr/>
          <p:nvPr/>
        </p:nvGrpSpPr>
        <p:grpSpPr>
          <a:xfrm>
            <a:off x="8670641" y="3300953"/>
            <a:ext cx="2880375" cy="1934562"/>
            <a:chOff x="4905146" y="2397660"/>
            <a:chExt cx="3476854" cy="2335179"/>
          </a:xfrm>
        </p:grpSpPr>
        <p:sp>
          <p:nvSpPr>
            <p:cNvPr id="39997" name="object 8">
              <a:extLst>
                <a:ext uri="{FF2B5EF4-FFF2-40B4-BE49-F238E27FC236}">
                  <a16:creationId xmlns:a16="http://schemas.microsoft.com/office/drawing/2014/main" id="{0BD0F2A1-5F25-681C-7E6E-9B327B5EB1BA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98" name="object 9">
              <a:extLst>
                <a:ext uri="{FF2B5EF4-FFF2-40B4-BE49-F238E27FC236}">
                  <a16:creationId xmlns:a16="http://schemas.microsoft.com/office/drawing/2014/main" id="{109EB4D0-E241-1AD5-FF2E-374BE2F744A2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99" name="object 11">
              <a:extLst>
                <a:ext uri="{FF2B5EF4-FFF2-40B4-BE49-F238E27FC236}">
                  <a16:creationId xmlns:a16="http://schemas.microsoft.com/office/drawing/2014/main" id="{F1F63EDF-AD8B-AEAC-844C-6943EDEF81A3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00" name="object 12">
              <a:extLst>
                <a:ext uri="{FF2B5EF4-FFF2-40B4-BE49-F238E27FC236}">
                  <a16:creationId xmlns:a16="http://schemas.microsoft.com/office/drawing/2014/main" id="{DA2624A3-2EE5-C3D6-E416-61799828238D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01" name="object 14">
              <a:extLst>
                <a:ext uri="{FF2B5EF4-FFF2-40B4-BE49-F238E27FC236}">
                  <a16:creationId xmlns:a16="http://schemas.microsoft.com/office/drawing/2014/main" id="{3A8FEFC9-9284-CDE5-887E-923C6316F93C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02" name="object 15">
              <a:extLst>
                <a:ext uri="{FF2B5EF4-FFF2-40B4-BE49-F238E27FC236}">
                  <a16:creationId xmlns:a16="http://schemas.microsoft.com/office/drawing/2014/main" id="{4970F514-A0D5-94FE-FA98-519F726FDEF5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03" name="object 17">
              <a:extLst>
                <a:ext uri="{FF2B5EF4-FFF2-40B4-BE49-F238E27FC236}">
                  <a16:creationId xmlns:a16="http://schemas.microsoft.com/office/drawing/2014/main" id="{9AE86AAC-E970-66FA-C592-39BBE8323044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04" name="object 18">
              <a:extLst>
                <a:ext uri="{FF2B5EF4-FFF2-40B4-BE49-F238E27FC236}">
                  <a16:creationId xmlns:a16="http://schemas.microsoft.com/office/drawing/2014/main" id="{2B958860-2968-9086-060D-64AB6830EB61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05" name="object 20">
              <a:extLst>
                <a:ext uri="{FF2B5EF4-FFF2-40B4-BE49-F238E27FC236}">
                  <a16:creationId xmlns:a16="http://schemas.microsoft.com/office/drawing/2014/main" id="{75E21E65-E5F5-FA88-680A-845CC20B90DD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06" name="object 21">
              <a:extLst>
                <a:ext uri="{FF2B5EF4-FFF2-40B4-BE49-F238E27FC236}">
                  <a16:creationId xmlns:a16="http://schemas.microsoft.com/office/drawing/2014/main" id="{623643BC-C75F-871E-28C2-7FB602C44DE9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07" name="object 23">
              <a:extLst>
                <a:ext uri="{FF2B5EF4-FFF2-40B4-BE49-F238E27FC236}">
                  <a16:creationId xmlns:a16="http://schemas.microsoft.com/office/drawing/2014/main" id="{7FF70A25-AC1A-4BF3-BC5E-1FCE361A170A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08" name="object 24">
              <a:extLst>
                <a:ext uri="{FF2B5EF4-FFF2-40B4-BE49-F238E27FC236}">
                  <a16:creationId xmlns:a16="http://schemas.microsoft.com/office/drawing/2014/main" id="{17514D66-07D9-11EA-ED45-5029A741F795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09" name="object 26">
              <a:extLst>
                <a:ext uri="{FF2B5EF4-FFF2-40B4-BE49-F238E27FC236}">
                  <a16:creationId xmlns:a16="http://schemas.microsoft.com/office/drawing/2014/main" id="{3E8F6322-1678-2050-891C-D6FDD08B2E28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10" name="object 27">
              <a:extLst>
                <a:ext uri="{FF2B5EF4-FFF2-40B4-BE49-F238E27FC236}">
                  <a16:creationId xmlns:a16="http://schemas.microsoft.com/office/drawing/2014/main" id="{3DB32CD3-9C4D-6EFF-921A-C00553A02C82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11" name="object 47">
              <a:extLst>
                <a:ext uri="{FF2B5EF4-FFF2-40B4-BE49-F238E27FC236}">
                  <a16:creationId xmlns:a16="http://schemas.microsoft.com/office/drawing/2014/main" id="{2007B380-8D09-28FC-7DC5-0DFF544CE87F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12" name="object 48">
              <a:extLst>
                <a:ext uri="{FF2B5EF4-FFF2-40B4-BE49-F238E27FC236}">
                  <a16:creationId xmlns:a16="http://schemas.microsoft.com/office/drawing/2014/main" id="{AD1DCFC9-9755-CFDA-5B38-275F89FEFC4D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13" name="object 50">
              <a:extLst>
                <a:ext uri="{FF2B5EF4-FFF2-40B4-BE49-F238E27FC236}">
                  <a16:creationId xmlns:a16="http://schemas.microsoft.com/office/drawing/2014/main" id="{3C54390B-62E8-4576-B59B-2361737CED25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14" name="object 51">
              <a:extLst>
                <a:ext uri="{FF2B5EF4-FFF2-40B4-BE49-F238E27FC236}">
                  <a16:creationId xmlns:a16="http://schemas.microsoft.com/office/drawing/2014/main" id="{09C7C86C-6B32-59A3-FB13-84B339741831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15" name="object 59">
              <a:extLst>
                <a:ext uri="{FF2B5EF4-FFF2-40B4-BE49-F238E27FC236}">
                  <a16:creationId xmlns:a16="http://schemas.microsoft.com/office/drawing/2014/main" id="{189E8F87-FA05-F8E3-70FA-1D54D7BA2D7A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16" name="object 60">
              <a:extLst>
                <a:ext uri="{FF2B5EF4-FFF2-40B4-BE49-F238E27FC236}">
                  <a16:creationId xmlns:a16="http://schemas.microsoft.com/office/drawing/2014/main" id="{832FB415-2171-9E2A-49B1-113DEE94E841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17" name="object 65">
              <a:extLst>
                <a:ext uri="{FF2B5EF4-FFF2-40B4-BE49-F238E27FC236}">
                  <a16:creationId xmlns:a16="http://schemas.microsoft.com/office/drawing/2014/main" id="{392958E1-030E-04A9-85AD-DAD17CAACD17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18" name="object 66">
              <a:extLst>
                <a:ext uri="{FF2B5EF4-FFF2-40B4-BE49-F238E27FC236}">
                  <a16:creationId xmlns:a16="http://schemas.microsoft.com/office/drawing/2014/main" id="{3FB1C2EF-C51B-1583-0D74-0EF9B309132B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19" name="object 71">
              <a:extLst>
                <a:ext uri="{FF2B5EF4-FFF2-40B4-BE49-F238E27FC236}">
                  <a16:creationId xmlns:a16="http://schemas.microsoft.com/office/drawing/2014/main" id="{3CF148D3-260B-7581-F1C3-061A2E4E2B47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20" name="object 72">
              <a:extLst>
                <a:ext uri="{FF2B5EF4-FFF2-40B4-BE49-F238E27FC236}">
                  <a16:creationId xmlns:a16="http://schemas.microsoft.com/office/drawing/2014/main" id="{0FA2AA71-BF62-A13A-077C-FDF995A5C301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cxnSp>
          <p:nvCxnSpPr>
            <p:cNvPr id="40021" name="直接箭头连接符 31">
              <a:extLst>
                <a:ext uri="{FF2B5EF4-FFF2-40B4-BE49-F238E27FC236}">
                  <a16:creationId xmlns:a16="http://schemas.microsoft.com/office/drawing/2014/main" id="{82383BAF-CB26-3822-EEF4-B9AAC0E10150}"/>
                </a:ext>
              </a:extLst>
            </p:cNvPr>
            <p:cNvCxnSpPr>
              <a:stCxn id="39997" idx="5"/>
              <a:endCxn id="40005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22" name="直接箭头连接符 32">
              <a:extLst>
                <a:ext uri="{FF2B5EF4-FFF2-40B4-BE49-F238E27FC236}">
                  <a16:creationId xmlns:a16="http://schemas.microsoft.com/office/drawing/2014/main" id="{38E16AFE-D106-67C3-4506-9595B30F72E9}"/>
                </a:ext>
              </a:extLst>
            </p:cNvPr>
            <p:cNvCxnSpPr>
              <a:stCxn id="39997" idx="3"/>
              <a:endCxn id="39999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23" name="直接箭头连接符 33">
              <a:extLst>
                <a:ext uri="{FF2B5EF4-FFF2-40B4-BE49-F238E27FC236}">
                  <a16:creationId xmlns:a16="http://schemas.microsoft.com/office/drawing/2014/main" id="{5EB1128E-B5FD-06F9-3A3A-5DCC807B191B}"/>
                </a:ext>
              </a:extLst>
            </p:cNvPr>
            <p:cNvCxnSpPr>
              <a:stCxn id="39999" idx="4"/>
              <a:endCxn id="40001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24" name="直接箭头连接符 34">
              <a:extLst>
                <a:ext uri="{FF2B5EF4-FFF2-40B4-BE49-F238E27FC236}">
                  <a16:creationId xmlns:a16="http://schemas.microsoft.com/office/drawing/2014/main" id="{2FCC8E29-6F94-D893-62F1-2637CC9371C8}"/>
                </a:ext>
              </a:extLst>
            </p:cNvPr>
            <p:cNvCxnSpPr>
              <a:stCxn id="40005" idx="3"/>
              <a:endCxn id="40007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25" name="直接箭头连接符 35">
              <a:extLst>
                <a:ext uri="{FF2B5EF4-FFF2-40B4-BE49-F238E27FC236}">
                  <a16:creationId xmlns:a16="http://schemas.microsoft.com/office/drawing/2014/main" id="{B0984BC1-C6D0-576F-DF84-125784E7CF04}"/>
                </a:ext>
              </a:extLst>
            </p:cNvPr>
            <p:cNvCxnSpPr>
              <a:stCxn id="39999" idx="4"/>
              <a:endCxn id="40003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26" name="直接箭头连接符 36">
              <a:extLst>
                <a:ext uri="{FF2B5EF4-FFF2-40B4-BE49-F238E27FC236}">
                  <a16:creationId xmlns:a16="http://schemas.microsoft.com/office/drawing/2014/main" id="{612F2831-6D5E-9A57-2C2C-489081FA3755}"/>
                </a:ext>
              </a:extLst>
            </p:cNvPr>
            <p:cNvCxnSpPr>
              <a:stCxn id="40005" idx="5"/>
              <a:endCxn id="40009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27" name="直接箭头连接符 37">
              <a:extLst>
                <a:ext uri="{FF2B5EF4-FFF2-40B4-BE49-F238E27FC236}">
                  <a16:creationId xmlns:a16="http://schemas.microsoft.com/office/drawing/2014/main" id="{D90FA8FF-8E29-979A-C9A1-B4D68CA116B4}"/>
                </a:ext>
              </a:extLst>
            </p:cNvPr>
            <p:cNvCxnSpPr>
              <a:stCxn id="40001" idx="4"/>
              <a:endCxn id="40017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28" name="直接箭头连接符 38">
              <a:extLst>
                <a:ext uri="{FF2B5EF4-FFF2-40B4-BE49-F238E27FC236}">
                  <a16:creationId xmlns:a16="http://schemas.microsoft.com/office/drawing/2014/main" id="{D0BD46C9-E011-0248-CD46-B66DC657CE19}"/>
                </a:ext>
              </a:extLst>
            </p:cNvPr>
            <p:cNvCxnSpPr>
              <a:stCxn id="40001" idx="4"/>
              <a:endCxn id="40019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29" name="直接箭头连接符 39">
              <a:extLst>
                <a:ext uri="{FF2B5EF4-FFF2-40B4-BE49-F238E27FC236}">
                  <a16:creationId xmlns:a16="http://schemas.microsoft.com/office/drawing/2014/main" id="{D9113CA0-5816-30D7-FD3F-ED047B2C86C4}"/>
                </a:ext>
              </a:extLst>
            </p:cNvPr>
            <p:cNvCxnSpPr>
              <a:stCxn id="40007" idx="4"/>
              <a:endCxn id="40015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30" name="直接箭头连接符 40">
              <a:extLst>
                <a:ext uri="{FF2B5EF4-FFF2-40B4-BE49-F238E27FC236}">
                  <a16:creationId xmlns:a16="http://schemas.microsoft.com/office/drawing/2014/main" id="{B4D7BA92-5559-D415-06EB-319274DAB361}"/>
                </a:ext>
              </a:extLst>
            </p:cNvPr>
            <p:cNvCxnSpPr>
              <a:stCxn id="40003" idx="4"/>
              <a:endCxn id="40011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31" name="直接箭头连接符 41">
              <a:extLst>
                <a:ext uri="{FF2B5EF4-FFF2-40B4-BE49-F238E27FC236}">
                  <a16:creationId xmlns:a16="http://schemas.microsoft.com/office/drawing/2014/main" id="{07A05542-8620-E598-0431-279224F7B95C}"/>
                </a:ext>
              </a:extLst>
            </p:cNvPr>
            <p:cNvCxnSpPr>
              <a:stCxn id="40007" idx="4"/>
              <a:endCxn id="40013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sp>
        <p:nvSpPr>
          <p:cNvPr id="40032" name="object 77">
            <a:extLst>
              <a:ext uri="{FF2B5EF4-FFF2-40B4-BE49-F238E27FC236}">
                <a16:creationId xmlns:a16="http://schemas.microsoft.com/office/drawing/2014/main" id="{6BBC5369-F52A-7265-6F8F-ABE78ABAE659}"/>
              </a:ext>
            </a:extLst>
          </p:cNvPr>
          <p:cNvSpPr/>
          <p:nvPr/>
        </p:nvSpPr>
        <p:spPr>
          <a:xfrm>
            <a:off x="10950410" y="5654673"/>
            <a:ext cx="422807" cy="365127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0033" name="object 78">
            <a:extLst>
              <a:ext uri="{FF2B5EF4-FFF2-40B4-BE49-F238E27FC236}">
                <a16:creationId xmlns:a16="http://schemas.microsoft.com/office/drawing/2014/main" id="{C31E975D-B8C9-239F-C465-7AE94AB54A32}"/>
              </a:ext>
            </a:extLst>
          </p:cNvPr>
          <p:cNvSpPr txBox="1"/>
          <p:nvPr/>
        </p:nvSpPr>
        <p:spPr>
          <a:xfrm>
            <a:off x="11522405" y="4906462"/>
            <a:ext cx="158704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1400" dirty="0">
                <a:solidFill>
                  <a:prstClr val="black"/>
                </a:solidFill>
                <a:latin typeface="Verdana (Body)"/>
                <a:cs typeface="Calibri"/>
              </a:rPr>
              <a:t>Z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cxnSp>
        <p:nvCxnSpPr>
          <p:cNvPr id="40034" name="直接箭头连接符 47">
            <a:extLst>
              <a:ext uri="{FF2B5EF4-FFF2-40B4-BE49-F238E27FC236}">
                <a16:creationId xmlns:a16="http://schemas.microsoft.com/office/drawing/2014/main" id="{7F086D2D-0782-769B-A2CF-F8EBC9C1A3DC}"/>
              </a:ext>
            </a:extLst>
          </p:cNvPr>
          <p:cNvCxnSpPr>
            <a:cxnSpLocks/>
          </p:cNvCxnSpPr>
          <p:nvPr/>
        </p:nvCxnSpPr>
        <p:spPr>
          <a:xfrm flipH="1">
            <a:off x="11241113" y="5210079"/>
            <a:ext cx="356395" cy="464533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40035" name="object 26">
            <a:extLst>
              <a:ext uri="{FF2B5EF4-FFF2-40B4-BE49-F238E27FC236}">
                <a16:creationId xmlns:a16="http://schemas.microsoft.com/office/drawing/2014/main" id="{EC30D412-4299-4D5F-1B09-9B62F872F24D}"/>
              </a:ext>
            </a:extLst>
          </p:cNvPr>
          <p:cNvSpPr/>
          <p:nvPr/>
        </p:nvSpPr>
        <p:spPr>
          <a:xfrm>
            <a:off x="11387794" y="4857110"/>
            <a:ext cx="423206" cy="365471"/>
          </a:xfrm>
          <a:prstGeom prst="ellipse">
            <a:avLst/>
          </a:prstGeom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cxnSp>
        <p:nvCxnSpPr>
          <p:cNvPr id="40036" name="直接箭头连接符 36">
            <a:extLst>
              <a:ext uri="{FF2B5EF4-FFF2-40B4-BE49-F238E27FC236}">
                <a16:creationId xmlns:a16="http://schemas.microsoft.com/office/drawing/2014/main" id="{18F7ADF8-5CE0-5557-F267-B78508E2E42E}"/>
              </a:ext>
            </a:extLst>
          </p:cNvPr>
          <p:cNvCxnSpPr/>
          <p:nvPr/>
        </p:nvCxnSpPr>
        <p:spPr>
          <a:xfrm>
            <a:off x="11404334" y="4663025"/>
            <a:ext cx="217195" cy="22274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40037" name="object 27">
            <a:extLst>
              <a:ext uri="{FF2B5EF4-FFF2-40B4-BE49-F238E27FC236}">
                <a16:creationId xmlns:a16="http://schemas.microsoft.com/office/drawing/2014/main" id="{C00A30ED-F269-0D95-3397-1ACA444A2341}"/>
              </a:ext>
            </a:extLst>
          </p:cNvPr>
          <p:cNvSpPr txBox="1"/>
          <p:nvPr/>
        </p:nvSpPr>
        <p:spPr>
          <a:xfrm>
            <a:off x="11056315" y="5674612"/>
            <a:ext cx="210995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SG" sz="1400" spc="-20" dirty="0">
                <a:solidFill>
                  <a:prstClr val="black"/>
                </a:solidFill>
                <a:latin typeface="Verdana (Body)"/>
                <a:cs typeface="Calibri"/>
              </a:rPr>
              <a:t>Q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grpSp>
        <p:nvGrpSpPr>
          <p:cNvPr id="40038" name="Group 40037">
            <a:extLst>
              <a:ext uri="{FF2B5EF4-FFF2-40B4-BE49-F238E27FC236}">
                <a16:creationId xmlns:a16="http://schemas.microsoft.com/office/drawing/2014/main" id="{C814F15E-921E-EC98-6BED-84EAF05EA91D}"/>
              </a:ext>
            </a:extLst>
          </p:cNvPr>
          <p:cNvGrpSpPr/>
          <p:nvPr/>
        </p:nvGrpSpPr>
        <p:grpSpPr>
          <a:xfrm>
            <a:off x="1143000" y="3360385"/>
            <a:ext cx="2880375" cy="2507015"/>
            <a:chOff x="4905146" y="2397660"/>
            <a:chExt cx="3476854" cy="3026178"/>
          </a:xfrm>
        </p:grpSpPr>
        <p:sp>
          <p:nvSpPr>
            <p:cNvPr id="40039" name="object 8">
              <a:extLst>
                <a:ext uri="{FF2B5EF4-FFF2-40B4-BE49-F238E27FC236}">
                  <a16:creationId xmlns:a16="http://schemas.microsoft.com/office/drawing/2014/main" id="{38B9B33F-4B7D-7D02-D21E-30EA8A2F5512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0" name="object 9">
              <a:extLst>
                <a:ext uri="{FF2B5EF4-FFF2-40B4-BE49-F238E27FC236}">
                  <a16:creationId xmlns:a16="http://schemas.microsoft.com/office/drawing/2014/main" id="{EFC5857C-6604-380B-AEE6-2C43EB1713E7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1" name="object 11">
              <a:extLst>
                <a:ext uri="{FF2B5EF4-FFF2-40B4-BE49-F238E27FC236}">
                  <a16:creationId xmlns:a16="http://schemas.microsoft.com/office/drawing/2014/main" id="{1137D1E3-1275-236D-C3EF-FE96FD3EE5B3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2" name="object 12">
              <a:extLst>
                <a:ext uri="{FF2B5EF4-FFF2-40B4-BE49-F238E27FC236}">
                  <a16:creationId xmlns:a16="http://schemas.microsoft.com/office/drawing/2014/main" id="{0D0EDA0B-3FF8-5473-ACCE-915ABD06AC6B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3" name="object 14">
              <a:extLst>
                <a:ext uri="{FF2B5EF4-FFF2-40B4-BE49-F238E27FC236}">
                  <a16:creationId xmlns:a16="http://schemas.microsoft.com/office/drawing/2014/main" id="{D0954333-0D1F-BBC5-A677-D017D94C18B4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4" name="object 15">
              <a:extLst>
                <a:ext uri="{FF2B5EF4-FFF2-40B4-BE49-F238E27FC236}">
                  <a16:creationId xmlns:a16="http://schemas.microsoft.com/office/drawing/2014/main" id="{4F6C057F-E22E-1CCD-8B6A-C2223C878C68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5" name="object 17">
              <a:extLst>
                <a:ext uri="{FF2B5EF4-FFF2-40B4-BE49-F238E27FC236}">
                  <a16:creationId xmlns:a16="http://schemas.microsoft.com/office/drawing/2014/main" id="{DC04AED7-0110-C131-AADE-24EAFB172D77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6" name="object 18">
              <a:extLst>
                <a:ext uri="{FF2B5EF4-FFF2-40B4-BE49-F238E27FC236}">
                  <a16:creationId xmlns:a16="http://schemas.microsoft.com/office/drawing/2014/main" id="{CCDE9AE4-F514-9CE5-2751-FD34104F32D8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7" name="object 20">
              <a:extLst>
                <a:ext uri="{FF2B5EF4-FFF2-40B4-BE49-F238E27FC236}">
                  <a16:creationId xmlns:a16="http://schemas.microsoft.com/office/drawing/2014/main" id="{74248C65-10C5-733B-1C71-E90BC62E2969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48" name="object 21">
              <a:extLst>
                <a:ext uri="{FF2B5EF4-FFF2-40B4-BE49-F238E27FC236}">
                  <a16:creationId xmlns:a16="http://schemas.microsoft.com/office/drawing/2014/main" id="{64B93E86-E96B-DFDD-D893-97766C65F3E2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49" name="object 23">
              <a:extLst>
                <a:ext uri="{FF2B5EF4-FFF2-40B4-BE49-F238E27FC236}">
                  <a16:creationId xmlns:a16="http://schemas.microsoft.com/office/drawing/2014/main" id="{A0E4B709-28B8-466A-0F58-D4DD50DDE0C3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0" name="object 24">
              <a:extLst>
                <a:ext uri="{FF2B5EF4-FFF2-40B4-BE49-F238E27FC236}">
                  <a16:creationId xmlns:a16="http://schemas.microsoft.com/office/drawing/2014/main" id="{6A3DB1FC-C300-80BB-9509-DB07B56EE1A0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1" name="object 26">
              <a:extLst>
                <a:ext uri="{FF2B5EF4-FFF2-40B4-BE49-F238E27FC236}">
                  <a16:creationId xmlns:a16="http://schemas.microsoft.com/office/drawing/2014/main" id="{CE118DEE-396C-6200-3BE9-24698AE5C7C3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2" name="object 27">
              <a:extLst>
                <a:ext uri="{FF2B5EF4-FFF2-40B4-BE49-F238E27FC236}">
                  <a16:creationId xmlns:a16="http://schemas.microsoft.com/office/drawing/2014/main" id="{3CAE0446-848F-1568-CC22-8884F7A8B2D0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3" name="object 47">
              <a:extLst>
                <a:ext uri="{FF2B5EF4-FFF2-40B4-BE49-F238E27FC236}">
                  <a16:creationId xmlns:a16="http://schemas.microsoft.com/office/drawing/2014/main" id="{BB98C0F2-7364-52D5-7F8D-7A7925D1B350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4" name="object 48">
              <a:extLst>
                <a:ext uri="{FF2B5EF4-FFF2-40B4-BE49-F238E27FC236}">
                  <a16:creationId xmlns:a16="http://schemas.microsoft.com/office/drawing/2014/main" id="{010C5EEC-79B1-C1C9-B113-DA28CEAA8E63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5" name="object 50">
              <a:extLst>
                <a:ext uri="{FF2B5EF4-FFF2-40B4-BE49-F238E27FC236}">
                  <a16:creationId xmlns:a16="http://schemas.microsoft.com/office/drawing/2014/main" id="{E02276A3-6D15-F096-2848-5F6CD2FD9CA4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6" name="object 51">
              <a:extLst>
                <a:ext uri="{FF2B5EF4-FFF2-40B4-BE49-F238E27FC236}">
                  <a16:creationId xmlns:a16="http://schemas.microsoft.com/office/drawing/2014/main" id="{35EDB764-7AE5-3E38-3F0B-D69D6B55E8CB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7" name="object 59">
              <a:extLst>
                <a:ext uri="{FF2B5EF4-FFF2-40B4-BE49-F238E27FC236}">
                  <a16:creationId xmlns:a16="http://schemas.microsoft.com/office/drawing/2014/main" id="{40A83FE9-374C-DE3D-9C2A-9729066CFE53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58" name="object 60">
              <a:extLst>
                <a:ext uri="{FF2B5EF4-FFF2-40B4-BE49-F238E27FC236}">
                  <a16:creationId xmlns:a16="http://schemas.microsoft.com/office/drawing/2014/main" id="{0A03CD73-5271-7999-22C9-D16097F0C299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59" name="object 65">
              <a:extLst>
                <a:ext uri="{FF2B5EF4-FFF2-40B4-BE49-F238E27FC236}">
                  <a16:creationId xmlns:a16="http://schemas.microsoft.com/office/drawing/2014/main" id="{8D3B5953-9C1D-C674-2316-C2F01E793CD5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60" name="object 66">
              <a:extLst>
                <a:ext uri="{FF2B5EF4-FFF2-40B4-BE49-F238E27FC236}">
                  <a16:creationId xmlns:a16="http://schemas.microsoft.com/office/drawing/2014/main" id="{0C27B50C-B7C0-79BF-C250-3B27F98BD705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61" name="object 71">
              <a:extLst>
                <a:ext uri="{FF2B5EF4-FFF2-40B4-BE49-F238E27FC236}">
                  <a16:creationId xmlns:a16="http://schemas.microsoft.com/office/drawing/2014/main" id="{C899F6E3-9990-344C-5447-710411225271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62" name="object 72">
              <a:extLst>
                <a:ext uri="{FF2B5EF4-FFF2-40B4-BE49-F238E27FC236}">
                  <a16:creationId xmlns:a16="http://schemas.microsoft.com/office/drawing/2014/main" id="{383A660E-0548-B352-294E-DCDA366093CD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40063" name="object 77">
              <a:extLst>
                <a:ext uri="{FF2B5EF4-FFF2-40B4-BE49-F238E27FC236}">
                  <a16:creationId xmlns:a16="http://schemas.microsoft.com/office/drawing/2014/main" id="{A5862DBA-5896-77C7-A011-B51A8EEFED0C}"/>
                </a:ext>
              </a:extLst>
            </p:cNvPr>
            <p:cNvSpPr/>
            <p:nvPr/>
          </p:nvSpPr>
          <p:spPr>
            <a:xfrm>
              <a:off x="5735452" y="4982684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40064" name="object 78">
              <a:extLst>
                <a:ext uri="{FF2B5EF4-FFF2-40B4-BE49-F238E27FC236}">
                  <a16:creationId xmlns:a16="http://schemas.microsoft.com/office/drawing/2014/main" id="{6428FAF3-8ADE-8D66-BCB3-60BF3EA14459}"/>
                </a:ext>
              </a:extLst>
            </p:cNvPr>
            <p:cNvSpPr txBox="1"/>
            <p:nvPr/>
          </p:nvSpPr>
          <p:spPr>
            <a:xfrm>
              <a:off x="5876426" y="5021271"/>
              <a:ext cx="19175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cxnSp>
          <p:nvCxnSpPr>
            <p:cNvPr id="40065" name="直接箭头连接符 31">
              <a:extLst>
                <a:ext uri="{FF2B5EF4-FFF2-40B4-BE49-F238E27FC236}">
                  <a16:creationId xmlns:a16="http://schemas.microsoft.com/office/drawing/2014/main" id="{53EBF3BA-365E-9B26-3555-671BF7158D37}"/>
                </a:ext>
              </a:extLst>
            </p:cNvPr>
            <p:cNvCxnSpPr>
              <a:stCxn id="40039" idx="5"/>
              <a:endCxn id="40047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66" name="直接箭头连接符 32">
              <a:extLst>
                <a:ext uri="{FF2B5EF4-FFF2-40B4-BE49-F238E27FC236}">
                  <a16:creationId xmlns:a16="http://schemas.microsoft.com/office/drawing/2014/main" id="{1B56C089-9969-AB7C-DBA0-945697E5201D}"/>
                </a:ext>
              </a:extLst>
            </p:cNvPr>
            <p:cNvCxnSpPr>
              <a:stCxn id="40039" idx="3"/>
              <a:endCxn id="40041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67" name="直接箭头连接符 33">
              <a:extLst>
                <a:ext uri="{FF2B5EF4-FFF2-40B4-BE49-F238E27FC236}">
                  <a16:creationId xmlns:a16="http://schemas.microsoft.com/office/drawing/2014/main" id="{270BA998-79D8-1068-D796-8F40032BEA83}"/>
                </a:ext>
              </a:extLst>
            </p:cNvPr>
            <p:cNvCxnSpPr>
              <a:stCxn id="40041" idx="4"/>
              <a:endCxn id="40043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68" name="直接箭头连接符 34">
              <a:extLst>
                <a:ext uri="{FF2B5EF4-FFF2-40B4-BE49-F238E27FC236}">
                  <a16:creationId xmlns:a16="http://schemas.microsoft.com/office/drawing/2014/main" id="{50A82763-9419-BB29-2DEB-F392087909AE}"/>
                </a:ext>
              </a:extLst>
            </p:cNvPr>
            <p:cNvCxnSpPr>
              <a:stCxn id="40047" idx="3"/>
              <a:endCxn id="40049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69" name="直接箭头连接符 35">
              <a:extLst>
                <a:ext uri="{FF2B5EF4-FFF2-40B4-BE49-F238E27FC236}">
                  <a16:creationId xmlns:a16="http://schemas.microsoft.com/office/drawing/2014/main" id="{B7B13D2E-0027-0F2D-31E1-2C003731C2E4}"/>
                </a:ext>
              </a:extLst>
            </p:cNvPr>
            <p:cNvCxnSpPr>
              <a:stCxn id="40041" idx="4"/>
              <a:endCxn id="40045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0" name="直接箭头连接符 36">
              <a:extLst>
                <a:ext uri="{FF2B5EF4-FFF2-40B4-BE49-F238E27FC236}">
                  <a16:creationId xmlns:a16="http://schemas.microsoft.com/office/drawing/2014/main" id="{35711D0F-43C2-048B-4F20-CFBFFD19C360}"/>
                </a:ext>
              </a:extLst>
            </p:cNvPr>
            <p:cNvCxnSpPr>
              <a:stCxn id="40047" idx="5"/>
              <a:endCxn id="40051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1" name="直接箭头连接符 37">
              <a:extLst>
                <a:ext uri="{FF2B5EF4-FFF2-40B4-BE49-F238E27FC236}">
                  <a16:creationId xmlns:a16="http://schemas.microsoft.com/office/drawing/2014/main" id="{0D1E341A-B044-7B4B-6D5E-843FAC2DD1DF}"/>
                </a:ext>
              </a:extLst>
            </p:cNvPr>
            <p:cNvCxnSpPr>
              <a:stCxn id="40043" idx="4"/>
              <a:endCxn id="40059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2" name="直接箭头连接符 38">
              <a:extLst>
                <a:ext uri="{FF2B5EF4-FFF2-40B4-BE49-F238E27FC236}">
                  <a16:creationId xmlns:a16="http://schemas.microsoft.com/office/drawing/2014/main" id="{FFC87AB9-EE3D-0D9F-D470-EAECEA0CC611}"/>
                </a:ext>
              </a:extLst>
            </p:cNvPr>
            <p:cNvCxnSpPr>
              <a:stCxn id="40043" idx="4"/>
              <a:endCxn id="40061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3" name="直接箭头连接符 39">
              <a:extLst>
                <a:ext uri="{FF2B5EF4-FFF2-40B4-BE49-F238E27FC236}">
                  <a16:creationId xmlns:a16="http://schemas.microsoft.com/office/drawing/2014/main" id="{8123D482-8391-E48B-2E98-9B257C7FB0E9}"/>
                </a:ext>
              </a:extLst>
            </p:cNvPr>
            <p:cNvCxnSpPr>
              <a:stCxn id="40049" idx="4"/>
              <a:endCxn id="40057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4" name="直接箭头连接符 40">
              <a:extLst>
                <a:ext uri="{FF2B5EF4-FFF2-40B4-BE49-F238E27FC236}">
                  <a16:creationId xmlns:a16="http://schemas.microsoft.com/office/drawing/2014/main" id="{BDC72D92-8D7D-5A32-7A75-820274A9EA93}"/>
                </a:ext>
              </a:extLst>
            </p:cNvPr>
            <p:cNvCxnSpPr>
              <a:stCxn id="40045" idx="4"/>
              <a:endCxn id="40053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40075" name="直接箭头连接符 41">
              <a:extLst>
                <a:ext uri="{FF2B5EF4-FFF2-40B4-BE49-F238E27FC236}">
                  <a16:creationId xmlns:a16="http://schemas.microsoft.com/office/drawing/2014/main" id="{17886045-8FFB-8654-1A8F-906636A58857}"/>
                </a:ext>
              </a:extLst>
            </p:cNvPr>
            <p:cNvCxnSpPr>
              <a:stCxn id="40049" idx="4"/>
              <a:endCxn id="40055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sp>
        <p:nvSpPr>
          <p:cNvPr id="40076" name="object 65">
            <a:extLst>
              <a:ext uri="{FF2B5EF4-FFF2-40B4-BE49-F238E27FC236}">
                <a16:creationId xmlns:a16="http://schemas.microsoft.com/office/drawing/2014/main" id="{633A977E-5432-BD3E-EFA5-475B006F98F9}"/>
              </a:ext>
            </a:extLst>
          </p:cNvPr>
          <p:cNvSpPr/>
          <p:nvPr/>
        </p:nvSpPr>
        <p:spPr>
          <a:xfrm>
            <a:off x="9492019" y="5394702"/>
            <a:ext cx="499204" cy="376209"/>
          </a:xfrm>
          <a:prstGeom prst="ellipse">
            <a:avLst/>
          </a:prstGeom>
          <a:solidFill>
            <a:schemeClr val="bg1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prstClr val="black"/>
              </a:solidFill>
              <a:latin typeface="Verdana (Body)"/>
            </a:endParaRPr>
          </a:p>
        </p:txBody>
      </p:sp>
      <p:cxnSp>
        <p:nvCxnSpPr>
          <p:cNvPr id="40077" name="直接箭头连接符 37">
            <a:extLst>
              <a:ext uri="{FF2B5EF4-FFF2-40B4-BE49-F238E27FC236}">
                <a16:creationId xmlns:a16="http://schemas.microsoft.com/office/drawing/2014/main" id="{DC9B53B1-59EA-8989-9BF0-65B1A6061EEC}"/>
              </a:ext>
            </a:extLst>
          </p:cNvPr>
          <p:cNvCxnSpPr>
            <a:endCxn id="40076" idx="0"/>
          </p:cNvCxnSpPr>
          <p:nvPr/>
        </p:nvCxnSpPr>
        <p:spPr>
          <a:xfrm>
            <a:off x="9448800" y="5181600"/>
            <a:ext cx="292821" cy="213102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40078" name="object 78">
            <a:extLst>
              <a:ext uri="{FF2B5EF4-FFF2-40B4-BE49-F238E27FC236}">
                <a16:creationId xmlns:a16="http://schemas.microsoft.com/office/drawing/2014/main" id="{5BE9F6FB-6F04-9D1F-C94E-98F9D4FD312E}"/>
              </a:ext>
            </a:extLst>
          </p:cNvPr>
          <p:cNvSpPr txBox="1"/>
          <p:nvPr/>
        </p:nvSpPr>
        <p:spPr>
          <a:xfrm>
            <a:off x="9642420" y="5410200"/>
            <a:ext cx="187380" cy="295486"/>
          </a:xfrm>
          <a:prstGeom prst="ellipse">
            <a:avLst/>
          </a:prstGeom>
          <a:solidFill>
            <a:schemeClr val="bg1"/>
          </a:solidFill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D</a:t>
            </a:r>
          </a:p>
        </p:txBody>
      </p:sp>
      <p:cxnSp>
        <p:nvCxnSpPr>
          <p:cNvPr id="2" name="直接箭头连接符 37">
            <a:extLst>
              <a:ext uri="{FF2B5EF4-FFF2-40B4-BE49-F238E27FC236}">
                <a16:creationId xmlns:a16="http://schemas.microsoft.com/office/drawing/2014/main" id="{C241E27F-8EDF-DC5D-81EA-729634019F01}"/>
              </a:ext>
            </a:extLst>
          </p:cNvPr>
          <p:cNvCxnSpPr>
            <a:cxnSpLocks/>
            <a:stCxn id="40060" idx="5"/>
            <a:endCxn id="40063" idx="0"/>
          </p:cNvCxnSpPr>
          <p:nvPr/>
        </p:nvCxnSpPr>
        <p:spPr>
          <a:xfrm>
            <a:off x="1892063" y="5204969"/>
            <a:ext cx="150401" cy="29696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5948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4D23-4D56-6184-4B15-F501490B7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4F4EA2C7-C8C7-B0B4-C046-CEB7B586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46574AFD-5BB9-70B5-86A2-CC50DA721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7446EE-3BC7-EFD4-3E64-A62EB8252E76}"/>
              </a:ext>
            </a:extLst>
          </p:cNvPr>
          <p:cNvSpPr txBox="1"/>
          <p:nvPr/>
        </p:nvSpPr>
        <p:spPr>
          <a:xfrm>
            <a:off x="952500" y="2667000"/>
            <a:ext cx="7579324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br>
              <a:rPr lang="en-SG" sz="1600" dirty="0"/>
            </a:br>
            <a:r>
              <a:rPr lang="en-SG" sz="1600" dirty="0"/>
              <a:t>    </a:t>
            </a:r>
            <a:r>
              <a:rPr lang="en-SG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_insert(self, data, </a:t>
            </a:r>
            <a:r>
              <a:rPr lang="en-SG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if data &lt;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39955" name="Group 39954">
            <a:extLst>
              <a:ext uri="{FF2B5EF4-FFF2-40B4-BE49-F238E27FC236}">
                <a16:creationId xmlns:a16="http://schemas.microsoft.com/office/drawing/2014/main" id="{4AE72AA3-ED31-4AA3-2F18-3761FAE320DE}"/>
              </a:ext>
            </a:extLst>
          </p:cNvPr>
          <p:cNvGrpSpPr/>
          <p:nvPr/>
        </p:nvGrpSpPr>
        <p:grpSpPr>
          <a:xfrm>
            <a:off x="9083025" y="3048000"/>
            <a:ext cx="2880375" cy="2422871"/>
            <a:chOff x="4905146" y="2397660"/>
            <a:chExt cx="3476854" cy="2924609"/>
          </a:xfrm>
        </p:grpSpPr>
        <p:sp>
          <p:nvSpPr>
            <p:cNvPr id="39956" name="object 8">
              <a:extLst>
                <a:ext uri="{FF2B5EF4-FFF2-40B4-BE49-F238E27FC236}">
                  <a16:creationId xmlns:a16="http://schemas.microsoft.com/office/drawing/2014/main" id="{2702D724-201D-3AFC-E3A4-B072A194A806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7" name="object 9">
              <a:extLst>
                <a:ext uri="{FF2B5EF4-FFF2-40B4-BE49-F238E27FC236}">
                  <a16:creationId xmlns:a16="http://schemas.microsoft.com/office/drawing/2014/main" id="{2AD263BF-39CC-FC97-AA98-B34ABCB18B48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8" name="object 11">
              <a:extLst>
                <a:ext uri="{FF2B5EF4-FFF2-40B4-BE49-F238E27FC236}">
                  <a16:creationId xmlns:a16="http://schemas.microsoft.com/office/drawing/2014/main" id="{8CC3A018-FB08-5CB3-1A81-1122ABE7721B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9" name="object 12">
              <a:extLst>
                <a:ext uri="{FF2B5EF4-FFF2-40B4-BE49-F238E27FC236}">
                  <a16:creationId xmlns:a16="http://schemas.microsoft.com/office/drawing/2014/main" id="{50FDEA06-AFB6-3C2B-02E4-E82739BFE98D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0" name="object 14">
              <a:extLst>
                <a:ext uri="{FF2B5EF4-FFF2-40B4-BE49-F238E27FC236}">
                  <a16:creationId xmlns:a16="http://schemas.microsoft.com/office/drawing/2014/main" id="{10240534-28B3-67C5-EE2F-836632AB0AFB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1" name="object 15">
              <a:extLst>
                <a:ext uri="{FF2B5EF4-FFF2-40B4-BE49-F238E27FC236}">
                  <a16:creationId xmlns:a16="http://schemas.microsoft.com/office/drawing/2014/main" id="{AA1D974A-7D7A-76A4-3D3F-DFD403737232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2" name="object 17">
              <a:extLst>
                <a:ext uri="{FF2B5EF4-FFF2-40B4-BE49-F238E27FC236}">
                  <a16:creationId xmlns:a16="http://schemas.microsoft.com/office/drawing/2014/main" id="{097B348A-604B-DCEA-B9A3-7815DD80F67D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3" name="object 18">
              <a:extLst>
                <a:ext uri="{FF2B5EF4-FFF2-40B4-BE49-F238E27FC236}">
                  <a16:creationId xmlns:a16="http://schemas.microsoft.com/office/drawing/2014/main" id="{DCED3A67-1091-DE8F-51D8-6D9D14F45D64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4" name="object 20">
              <a:extLst>
                <a:ext uri="{FF2B5EF4-FFF2-40B4-BE49-F238E27FC236}">
                  <a16:creationId xmlns:a16="http://schemas.microsoft.com/office/drawing/2014/main" id="{D1D34B4C-794C-372A-4AE1-F03FA61B8E4E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5" name="object 21">
              <a:extLst>
                <a:ext uri="{FF2B5EF4-FFF2-40B4-BE49-F238E27FC236}">
                  <a16:creationId xmlns:a16="http://schemas.microsoft.com/office/drawing/2014/main" id="{12A2DF7B-93DE-C22E-D80F-14851107D0E0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6" name="object 23">
              <a:extLst>
                <a:ext uri="{FF2B5EF4-FFF2-40B4-BE49-F238E27FC236}">
                  <a16:creationId xmlns:a16="http://schemas.microsoft.com/office/drawing/2014/main" id="{3A3C7817-F929-D70B-6B39-D1F8848D13FE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7" name="object 24">
              <a:extLst>
                <a:ext uri="{FF2B5EF4-FFF2-40B4-BE49-F238E27FC236}">
                  <a16:creationId xmlns:a16="http://schemas.microsoft.com/office/drawing/2014/main" id="{A0B4B07A-A5A8-3657-FE93-3570C413C993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8" name="object 26">
              <a:extLst>
                <a:ext uri="{FF2B5EF4-FFF2-40B4-BE49-F238E27FC236}">
                  <a16:creationId xmlns:a16="http://schemas.microsoft.com/office/drawing/2014/main" id="{1621F4CA-7145-1A0C-8779-FE501B6267BC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9" name="object 27">
              <a:extLst>
                <a:ext uri="{FF2B5EF4-FFF2-40B4-BE49-F238E27FC236}">
                  <a16:creationId xmlns:a16="http://schemas.microsoft.com/office/drawing/2014/main" id="{CB275A18-1272-4172-1538-06E59DD218F5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0" name="object 47">
              <a:extLst>
                <a:ext uri="{FF2B5EF4-FFF2-40B4-BE49-F238E27FC236}">
                  <a16:creationId xmlns:a16="http://schemas.microsoft.com/office/drawing/2014/main" id="{173F7B01-D524-9CFB-922B-877E68070304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1" name="object 48">
              <a:extLst>
                <a:ext uri="{FF2B5EF4-FFF2-40B4-BE49-F238E27FC236}">
                  <a16:creationId xmlns:a16="http://schemas.microsoft.com/office/drawing/2014/main" id="{DD010C51-57B9-BF64-0B8A-7281920E26ED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2" name="object 50">
              <a:extLst>
                <a:ext uri="{FF2B5EF4-FFF2-40B4-BE49-F238E27FC236}">
                  <a16:creationId xmlns:a16="http://schemas.microsoft.com/office/drawing/2014/main" id="{00725F1B-5539-9A11-6BBD-E49B8B385639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3" name="object 51">
              <a:extLst>
                <a:ext uri="{FF2B5EF4-FFF2-40B4-BE49-F238E27FC236}">
                  <a16:creationId xmlns:a16="http://schemas.microsoft.com/office/drawing/2014/main" id="{8DF7C59D-86E2-B101-BD60-00A01F79B34F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4" name="object 59">
              <a:extLst>
                <a:ext uri="{FF2B5EF4-FFF2-40B4-BE49-F238E27FC236}">
                  <a16:creationId xmlns:a16="http://schemas.microsoft.com/office/drawing/2014/main" id="{7A6B78C3-4589-DDCB-D4C4-C773B75D6DAF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5" name="object 60">
              <a:extLst>
                <a:ext uri="{FF2B5EF4-FFF2-40B4-BE49-F238E27FC236}">
                  <a16:creationId xmlns:a16="http://schemas.microsoft.com/office/drawing/2014/main" id="{E5DE63CC-4E1F-29ED-46F0-E08366DB1362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6" name="object 65">
              <a:extLst>
                <a:ext uri="{FF2B5EF4-FFF2-40B4-BE49-F238E27FC236}">
                  <a16:creationId xmlns:a16="http://schemas.microsoft.com/office/drawing/2014/main" id="{AFD25604-52E4-A189-B950-B9B62FFB1E54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7" name="object 66">
              <a:extLst>
                <a:ext uri="{FF2B5EF4-FFF2-40B4-BE49-F238E27FC236}">
                  <a16:creationId xmlns:a16="http://schemas.microsoft.com/office/drawing/2014/main" id="{C6AB9959-1BEA-A750-1A2F-7901DC38206B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8" name="object 71">
              <a:extLst>
                <a:ext uri="{FF2B5EF4-FFF2-40B4-BE49-F238E27FC236}">
                  <a16:creationId xmlns:a16="http://schemas.microsoft.com/office/drawing/2014/main" id="{FE5BB426-4AD0-A7A3-6346-978CFA3C3766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9" name="object 72">
              <a:extLst>
                <a:ext uri="{FF2B5EF4-FFF2-40B4-BE49-F238E27FC236}">
                  <a16:creationId xmlns:a16="http://schemas.microsoft.com/office/drawing/2014/main" id="{E91DA40C-4852-A4E1-D674-D5E6343B6578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80" name="object 77">
              <a:extLst>
                <a:ext uri="{FF2B5EF4-FFF2-40B4-BE49-F238E27FC236}">
                  <a16:creationId xmlns:a16="http://schemas.microsoft.com/office/drawing/2014/main" id="{BC93C992-8538-1C93-A3C4-B6C34D85D864}"/>
                </a:ext>
              </a:extLst>
            </p:cNvPr>
            <p:cNvSpPr/>
            <p:nvPr/>
          </p:nvSpPr>
          <p:spPr>
            <a:xfrm>
              <a:off x="6031559" y="4881115"/>
              <a:ext cx="510845" cy="441154"/>
            </a:xfrm>
            <a:prstGeom prst="ellipse">
              <a:avLst/>
            </a:prstGeom>
            <a:solidFill>
              <a:srgbClr val="FF0000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81" name="object 78">
              <a:extLst>
                <a:ext uri="{FF2B5EF4-FFF2-40B4-BE49-F238E27FC236}">
                  <a16:creationId xmlns:a16="http://schemas.microsoft.com/office/drawing/2014/main" id="{D0B0FE2B-0CBA-5469-C880-8CD079684F38}"/>
                </a:ext>
              </a:extLst>
            </p:cNvPr>
            <p:cNvSpPr txBox="1"/>
            <p:nvPr/>
          </p:nvSpPr>
          <p:spPr>
            <a:xfrm>
              <a:off x="6172533" y="4919701"/>
              <a:ext cx="191750" cy="346495"/>
            </a:xfrm>
            <a:prstGeom prst="ellipse">
              <a:avLst/>
            </a:prstGeom>
            <a:solidFill>
              <a:srgbClr val="FF00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</a:p>
          </p:txBody>
        </p:sp>
        <p:cxnSp>
          <p:nvCxnSpPr>
            <p:cNvPr id="39982" name="直接箭头连接符 31">
              <a:extLst>
                <a:ext uri="{FF2B5EF4-FFF2-40B4-BE49-F238E27FC236}">
                  <a16:creationId xmlns:a16="http://schemas.microsoft.com/office/drawing/2014/main" id="{B9A9F1D1-0097-6D2B-9D76-78B9873B59A1}"/>
                </a:ext>
              </a:extLst>
            </p:cNvPr>
            <p:cNvCxnSpPr>
              <a:stCxn id="39956" idx="5"/>
              <a:endCxn id="39964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3" name="直接箭头连接符 32">
              <a:extLst>
                <a:ext uri="{FF2B5EF4-FFF2-40B4-BE49-F238E27FC236}">
                  <a16:creationId xmlns:a16="http://schemas.microsoft.com/office/drawing/2014/main" id="{F2D82F1B-61DB-51BE-80B5-B77451ED902C}"/>
                </a:ext>
              </a:extLst>
            </p:cNvPr>
            <p:cNvCxnSpPr>
              <a:stCxn id="39956" idx="3"/>
              <a:endCxn id="39958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4" name="直接箭头连接符 33">
              <a:extLst>
                <a:ext uri="{FF2B5EF4-FFF2-40B4-BE49-F238E27FC236}">
                  <a16:creationId xmlns:a16="http://schemas.microsoft.com/office/drawing/2014/main" id="{D960BA8B-DF94-1507-5550-420226485F0F}"/>
                </a:ext>
              </a:extLst>
            </p:cNvPr>
            <p:cNvCxnSpPr>
              <a:stCxn id="39958" idx="4"/>
              <a:endCxn id="39960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5" name="直接箭头连接符 34">
              <a:extLst>
                <a:ext uri="{FF2B5EF4-FFF2-40B4-BE49-F238E27FC236}">
                  <a16:creationId xmlns:a16="http://schemas.microsoft.com/office/drawing/2014/main" id="{AFCDB9CD-69E1-B5B7-F633-2A1BBFF6EEB4}"/>
                </a:ext>
              </a:extLst>
            </p:cNvPr>
            <p:cNvCxnSpPr>
              <a:stCxn id="39964" idx="3"/>
              <a:endCxn id="39966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6" name="直接箭头连接符 35">
              <a:extLst>
                <a:ext uri="{FF2B5EF4-FFF2-40B4-BE49-F238E27FC236}">
                  <a16:creationId xmlns:a16="http://schemas.microsoft.com/office/drawing/2014/main" id="{F6E83796-3D14-9F6F-0EF5-CF2064B9B510}"/>
                </a:ext>
              </a:extLst>
            </p:cNvPr>
            <p:cNvCxnSpPr>
              <a:stCxn id="39958" idx="4"/>
              <a:endCxn id="39962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7" name="直接箭头连接符 36">
              <a:extLst>
                <a:ext uri="{FF2B5EF4-FFF2-40B4-BE49-F238E27FC236}">
                  <a16:creationId xmlns:a16="http://schemas.microsoft.com/office/drawing/2014/main" id="{27B9AD97-6529-6A8A-EB44-52A427F1A760}"/>
                </a:ext>
              </a:extLst>
            </p:cNvPr>
            <p:cNvCxnSpPr>
              <a:stCxn id="39964" idx="5"/>
              <a:endCxn id="39968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8" name="直接箭头连接符 37">
              <a:extLst>
                <a:ext uri="{FF2B5EF4-FFF2-40B4-BE49-F238E27FC236}">
                  <a16:creationId xmlns:a16="http://schemas.microsoft.com/office/drawing/2014/main" id="{F619E6F9-EF15-6B55-A096-8442DB64555D}"/>
                </a:ext>
              </a:extLst>
            </p:cNvPr>
            <p:cNvCxnSpPr>
              <a:stCxn id="39960" idx="4"/>
              <a:endCxn id="39976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9" name="直接箭头连接符 38">
              <a:extLst>
                <a:ext uri="{FF2B5EF4-FFF2-40B4-BE49-F238E27FC236}">
                  <a16:creationId xmlns:a16="http://schemas.microsoft.com/office/drawing/2014/main" id="{CC9014AF-7742-DAB0-75E2-1FBEBA8E1703}"/>
                </a:ext>
              </a:extLst>
            </p:cNvPr>
            <p:cNvCxnSpPr>
              <a:stCxn id="39960" idx="4"/>
              <a:endCxn id="39978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0" name="直接箭头连接符 39">
              <a:extLst>
                <a:ext uri="{FF2B5EF4-FFF2-40B4-BE49-F238E27FC236}">
                  <a16:creationId xmlns:a16="http://schemas.microsoft.com/office/drawing/2014/main" id="{40E575D8-ED4A-13F6-03F6-A33ABFCBC80E}"/>
                </a:ext>
              </a:extLst>
            </p:cNvPr>
            <p:cNvCxnSpPr>
              <a:stCxn id="39966" idx="4"/>
              <a:endCxn id="39974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1" name="直接箭头连接符 40">
              <a:extLst>
                <a:ext uri="{FF2B5EF4-FFF2-40B4-BE49-F238E27FC236}">
                  <a16:creationId xmlns:a16="http://schemas.microsoft.com/office/drawing/2014/main" id="{703E6235-690E-5AFE-2AB9-EE601BBF89BF}"/>
                </a:ext>
              </a:extLst>
            </p:cNvPr>
            <p:cNvCxnSpPr>
              <a:stCxn id="39962" idx="4"/>
              <a:endCxn id="39970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2" name="直接箭头连接符 41">
              <a:extLst>
                <a:ext uri="{FF2B5EF4-FFF2-40B4-BE49-F238E27FC236}">
                  <a16:creationId xmlns:a16="http://schemas.microsoft.com/office/drawing/2014/main" id="{1A371361-B1FB-78EB-2EBC-D461DDE6C396}"/>
                </a:ext>
              </a:extLst>
            </p:cNvPr>
            <p:cNvCxnSpPr>
              <a:stCxn id="39966" idx="4"/>
              <a:endCxn id="39972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39993" name="直接箭头连接符 42">
            <a:extLst>
              <a:ext uri="{FF2B5EF4-FFF2-40B4-BE49-F238E27FC236}">
                <a16:creationId xmlns:a16="http://schemas.microsoft.com/office/drawing/2014/main" id="{A06AA880-B90E-3324-6279-31CB4DCE96F9}"/>
              </a:ext>
            </a:extLst>
          </p:cNvPr>
          <p:cNvCxnSpPr/>
          <p:nvPr/>
        </p:nvCxnSpPr>
        <p:spPr>
          <a:xfrm>
            <a:off x="9892942" y="4906362"/>
            <a:ext cx="183423" cy="20698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9994" name="文本框 129">
            <a:extLst>
              <a:ext uri="{FF2B5EF4-FFF2-40B4-BE49-F238E27FC236}">
                <a16:creationId xmlns:a16="http://schemas.microsoft.com/office/drawing/2014/main" id="{4496F539-5163-0259-5128-22C7A25DB3D3}"/>
              </a:ext>
            </a:extLst>
          </p:cNvPr>
          <p:cNvSpPr txBox="1"/>
          <p:nvPr/>
        </p:nvSpPr>
        <p:spPr>
          <a:xfrm>
            <a:off x="9755994" y="3075227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&lt; ‘H’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39995" name="文本框 130">
            <a:extLst>
              <a:ext uri="{FF2B5EF4-FFF2-40B4-BE49-F238E27FC236}">
                <a16:creationId xmlns:a16="http://schemas.microsoft.com/office/drawing/2014/main" id="{7F103AFF-26FA-87DF-F4F5-63E68A2B0EDF}"/>
              </a:ext>
            </a:extLst>
          </p:cNvPr>
          <p:cNvSpPr txBox="1"/>
          <p:nvPr/>
        </p:nvSpPr>
        <p:spPr>
          <a:xfrm>
            <a:off x="9159225" y="3679780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&lt; ‘E’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39996" name="文本框 131">
            <a:extLst>
              <a:ext uri="{FF2B5EF4-FFF2-40B4-BE49-F238E27FC236}">
                <a16:creationId xmlns:a16="http://schemas.microsoft.com/office/drawing/2014/main" id="{83BBA083-729E-747A-D416-77A968648F44}"/>
              </a:ext>
            </a:extLst>
          </p:cNvPr>
          <p:cNvSpPr txBox="1"/>
          <p:nvPr/>
        </p:nvSpPr>
        <p:spPr>
          <a:xfrm>
            <a:off x="9671593" y="4217586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&gt; ‘B’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39997" name="文本框 132">
            <a:extLst>
              <a:ext uri="{FF2B5EF4-FFF2-40B4-BE49-F238E27FC236}">
                <a16:creationId xmlns:a16="http://schemas.microsoft.com/office/drawing/2014/main" id="{94201011-E6DF-D7B0-09A7-7A8E60362E3D}"/>
              </a:ext>
            </a:extLst>
          </p:cNvPr>
          <p:cNvSpPr txBox="1"/>
          <p:nvPr/>
        </p:nvSpPr>
        <p:spPr>
          <a:xfrm>
            <a:off x="9946005" y="4844582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&gt; ‘C’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527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AA1D-78D1-FB6B-A401-C877FA931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B0C4B25A-7AD1-6633-7EB3-235AFB0C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62441EA9-0A53-0B6B-DEC3-2C7D0E7C7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6F6857-76BC-2F98-344D-1FA84F6B6343}"/>
              </a:ext>
            </a:extLst>
          </p:cNvPr>
          <p:cNvSpPr txBox="1"/>
          <p:nvPr/>
        </p:nvSpPr>
        <p:spPr>
          <a:xfrm>
            <a:off x="952500" y="2667000"/>
            <a:ext cx="7579324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br>
              <a:rPr lang="en-SG" sz="1600" dirty="0"/>
            </a:br>
            <a:r>
              <a:rPr lang="en-SG" sz="1600" dirty="0"/>
              <a:t>    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def _insert(self, 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data &lt;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39955" name="Group 39954">
            <a:extLst>
              <a:ext uri="{FF2B5EF4-FFF2-40B4-BE49-F238E27FC236}">
                <a16:creationId xmlns:a16="http://schemas.microsoft.com/office/drawing/2014/main" id="{CE4A9FC3-7E96-3A4B-D983-F177EA72AE39}"/>
              </a:ext>
            </a:extLst>
          </p:cNvPr>
          <p:cNvGrpSpPr/>
          <p:nvPr/>
        </p:nvGrpSpPr>
        <p:grpSpPr>
          <a:xfrm>
            <a:off x="9083025" y="3048000"/>
            <a:ext cx="2880375" cy="2422871"/>
            <a:chOff x="4905146" y="2397660"/>
            <a:chExt cx="3476854" cy="2924609"/>
          </a:xfrm>
        </p:grpSpPr>
        <p:sp>
          <p:nvSpPr>
            <p:cNvPr id="39956" name="object 8">
              <a:extLst>
                <a:ext uri="{FF2B5EF4-FFF2-40B4-BE49-F238E27FC236}">
                  <a16:creationId xmlns:a16="http://schemas.microsoft.com/office/drawing/2014/main" id="{7EEDF9B1-7034-2EE1-C920-9F19437F45DD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7" name="object 9">
              <a:extLst>
                <a:ext uri="{FF2B5EF4-FFF2-40B4-BE49-F238E27FC236}">
                  <a16:creationId xmlns:a16="http://schemas.microsoft.com/office/drawing/2014/main" id="{03307280-6FE3-FAB2-0EED-5D8A37F67B9D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8" name="object 11">
              <a:extLst>
                <a:ext uri="{FF2B5EF4-FFF2-40B4-BE49-F238E27FC236}">
                  <a16:creationId xmlns:a16="http://schemas.microsoft.com/office/drawing/2014/main" id="{BFE8006A-7966-6FB4-4C8E-B7ECBCD45844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9" name="object 12">
              <a:extLst>
                <a:ext uri="{FF2B5EF4-FFF2-40B4-BE49-F238E27FC236}">
                  <a16:creationId xmlns:a16="http://schemas.microsoft.com/office/drawing/2014/main" id="{E290BB1A-E96B-963B-5688-A72430E30BC5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0" name="object 14">
              <a:extLst>
                <a:ext uri="{FF2B5EF4-FFF2-40B4-BE49-F238E27FC236}">
                  <a16:creationId xmlns:a16="http://schemas.microsoft.com/office/drawing/2014/main" id="{C3793839-9084-51DF-266E-49C1FFCE82A8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1" name="object 15">
              <a:extLst>
                <a:ext uri="{FF2B5EF4-FFF2-40B4-BE49-F238E27FC236}">
                  <a16:creationId xmlns:a16="http://schemas.microsoft.com/office/drawing/2014/main" id="{77484F7C-50FA-241B-B840-3A0C970172FD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2" name="object 17">
              <a:extLst>
                <a:ext uri="{FF2B5EF4-FFF2-40B4-BE49-F238E27FC236}">
                  <a16:creationId xmlns:a16="http://schemas.microsoft.com/office/drawing/2014/main" id="{52EBF4BE-0179-8882-FBEC-EF9371E72DD3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3" name="object 18">
              <a:extLst>
                <a:ext uri="{FF2B5EF4-FFF2-40B4-BE49-F238E27FC236}">
                  <a16:creationId xmlns:a16="http://schemas.microsoft.com/office/drawing/2014/main" id="{1CDEFD73-6580-AA32-29B8-DCBCFE350ECB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4" name="object 20">
              <a:extLst>
                <a:ext uri="{FF2B5EF4-FFF2-40B4-BE49-F238E27FC236}">
                  <a16:creationId xmlns:a16="http://schemas.microsoft.com/office/drawing/2014/main" id="{07A3693C-8475-0052-7782-A7DFC006C489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5" name="object 21">
              <a:extLst>
                <a:ext uri="{FF2B5EF4-FFF2-40B4-BE49-F238E27FC236}">
                  <a16:creationId xmlns:a16="http://schemas.microsoft.com/office/drawing/2014/main" id="{E91683F4-555D-2C92-4361-C0CAD9908269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6" name="object 23">
              <a:extLst>
                <a:ext uri="{FF2B5EF4-FFF2-40B4-BE49-F238E27FC236}">
                  <a16:creationId xmlns:a16="http://schemas.microsoft.com/office/drawing/2014/main" id="{2A6BBE0C-0D64-7013-E00E-5088B8232FEC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7" name="object 24">
              <a:extLst>
                <a:ext uri="{FF2B5EF4-FFF2-40B4-BE49-F238E27FC236}">
                  <a16:creationId xmlns:a16="http://schemas.microsoft.com/office/drawing/2014/main" id="{FA49D926-CDC4-ED6F-FBEE-AA6781FBA43B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8" name="object 26">
              <a:extLst>
                <a:ext uri="{FF2B5EF4-FFF2-40B4-BE49-F238E27FC236}">
                  <a16:creationId xmlns:a16="http://schemas.microsoft.com/office/drawing/2014/main" id="{EA0A52DF-846F-5EA3-C8C2-CC7C1171B3E1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9" name="object 27">
              <a:extLst>
                <a:ext uri="{FF2B5EF4-FFF2-40B4-BE49-F238E27FC236}">
                  <a16:creationId xmlns:a16="http://schemas.microsoft.com/office/drawing/2014/main" id="{49419BA2-DAF5-3F1E-B4DB-FBCABDDB003C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0" name="object 47">
              <a:extLst>
                <a:ext uri="{FF2B5EF4-FFF2-40B4-BE49-F238E27FC236}">
                  <a16:creationId xmlns:a16="http://schemas.microsoft.com/office/drawing/2014/main" id="{8910D27C-95F5-ED12-D04D-8E59B16AC7B2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1" name="object 48">
              <a:extLst>
                <a:ext uri="{FF2B5EF4-FFF2-40B4-BE49-F238E27FC236}">
                  <a16:creationId xmlns:a16="http://schemas.microsoft.com/office/drawing/2014/main" id="{674B6BD4-567C-FA77-7E87-7920DF6267DF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2" name="object 50">
              <a:extLst>
                <a:ext uri="{FF2B5EF4-FFF2-40B4-BE49-F238E27FC236}">
                  <a16:creationId xmlns:a16="http://schemas.microsoft.com/office/drawing/2014/main" id="{A390ADE1-7770-4419-BC15-4A694271BBA0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3" name="object 51">
              <a:extLst>
                <a:ext uri="{FF2B5EF4-FFF2-40B4-BE49-F238E27FC236}">
                  <a16:creationId xmlns:a16="http://schemas.microsoft.com/office/drawing/2014/main" id="{90F3EA36-D74B-2562-1510-AE6936D69C00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4" name="object 59">
              <a:extLst>
                <a:ext uri="{FF2B5EF4-FFF2-40B4-BE49-F238E27FC236}">
                  <a16:creationId xmlns:a16="http://schemas.microsoft.com/office/drawing/2014/main" id="{1C6174F8-E0DA-9E0D-E962-7DF0DE4EF790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5" name="object 60">
              <a:extLst>
                <a:ext uri="{FF2B5EF4-FFF2-40B4-BE49-F238E27FC236}">
                  <a16:creationId xmlns:a16="http://schemas.microsoft.com/office/drawing/2014/main" id="{D2DFD120-D36B-11DA-AFB9-DDCE1A6A622B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6" name="object 65">
              <a:extLst>
                <a:ext uri="{FF2B5EF4-FFF2-40B4-BE49-F238E27FC236}">
                  <a16:creationId xmlns:a16="http://schemas.microsoft.com/office/drawing/2014/main" id="{B5134594-3D2E-3C77-6E05-519A619C0689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7" name="object 66">
              <a:extLst>
                <a:ext uri="{FF2B5EF4-FFF2-40B4-BE49-F238E27FC236}">
                  <a16:creationId xmlns:a16="http://schemas.microsoft.com/office/drawing/2014/main" id="{5CF2C4A3-60C3-297B-C58E-24932D3DD6C4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8" name="object 71">
              <a:extLst>
                <a:ext uri="{FF2B5EF4-FFF2-40B4-BE49-F238E27FC236}">
                  <a16:creationId xmlns:a16="http://schemas.microsoft.com/office/drawing/2014/main" id="{7C65FA42-6503-83EB-B3BB-29E7D9344811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9" name="object 72">
              <a:extLst>
                <a:ext uri="{FF2B5EF4-FFF2-40B4-BE49-F238E27FC236}">
                  <a16:creationId xmlns:a16="http://schemas.microsoft.com/office/drawing/2014/main" id="{AF44B601-150E-D609-F23C-F4C5B7B09BA3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80" name="object 77">
              <a:extLst>
                <a:ext uri="{FF2B5EF4-FFF2-40B4-BE49-F238E27FC236}">
                  <a16:creationId xmlns:a16="http://schemas.microsoft.com/office/drawing/2014/main" id="{10E79AA6-B9BA-450F-74CC-66E589C41448}"/>
                </a:ext>
              </a:extLst>
            </p:cNvPr>
            <p:cNvSpPr/>
            <p:nvPr/>
          </p:nvSpPr>
          <p:spPr>
            <a:xfrm>
              <a:off x="6031559" y="4881115"/>
              <a:ext cx="510845" cy="441154"/>
            </a:xfrm>
            <a:prstGeom prst="ellipse">
              <a:avLst/>
            </a:prstGeom>
            <a:solidFill>
              <a:srgbClr val="FF0000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81" name="object 78">
              <a:extLst>
                <a:ext uri="{FF2B5EF4-FFF2-40B4-BE49-F238E27FC236}">
                  <a16:creationId xmlns:a16="http://schemas.microsoft.com/office/drawing/2014/main" id="{81CA036C-CA71-CC8F-8BAD-7BBC61C7F219}"/>
                </a:ext>
              </a:extLst>
            </p:cNvPr>
            <p:cNvSpPr txBox="1"/>
            <p:nvPr/>
          </p:nvSpPr>
          <p:spPr>
            <a:xfrm>
              <a:off x="6172533" y="4919701"/>
              <a:ext cx="191750" cy="346495"/>
            </a:xfrm>
            <a:prstGeom prst="ellipse">
              <a:avLst/>
            </a:prstGeom>
            <a:solidFill>
              <a:srgbClr val="FF00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</a:p>
          </p:txBody>
        </p:sp>
        <p:cxnSp>
          <p:nvCxnSpPr>
            <p:cNvPr id="39982" name="直接箭头连接符 31">
              <a:extLst>
                <a:ext uri="{FF2B5EF4-FFF2-40B4-BE49-F238E27FC236}">
                  <a16:creationId xmlns:a16="http://schemas.microsoft.com/office/drawing/2014/main" id="{8E899134-9E44-5CE5-C23D-0AC244030BFF}"/>
                </a:ext>
              </a:extLst>
            </p:cNvPr>
            <p:cNvCxnSpPr>
              <a:stCxn id="39956" idx="5"/>
              <a:endCxn id="39964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3" name="直接箭头连接符 32">
              <a:extLst>
                <a:ext uri="{FF2B5EF4-FFF2-40B4-BE49-F238E27FC236}">
                  <a16:creationId xmlns:a16="http://schemas.microsoft.com/office/drawing/2014/main" id="{2057E255-7065-6B03-8ED4-EA861EB1FC16}"/>
                </a:ext>
              </a:extLst>
            </p:cNvPr>
            <p:cNvCxnSpPr>
              <a:stCxn id="39956" idx="3"/>
              <a:endCxn id="39958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4" name="直接箭头连接符 33">
              <a:extLst>
                <a:ext uri="{FF2B5EF4-FFF2-40B4-BE49-F238E27FC236}">
                  <a16:creationId xmlns:a16="http://schemas.microsoft.com/office/drawing/2014/main" id="{9D37F845-CAAD-4546-6CCB-FB3ECEFED244}"/>
                </a:ext>
              </a:extLst>
            </p:cNvPr>
            <p:cNvCxnSpPr>
              <a:stCxn id="39958" idx="4"/>
              <a:endCxn id="39960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5" name="直接箭头连接符 34">
              <a:extLst>
                <a:ext uri="{FF2B5EF4-FFF2-40B4-BE49-F238E27FC236}">
                  <a16:creationId xmlns:a16="http://schemas.microsoft.com/office/drawing/2014/main" id="{B49A51C4-5BBD-FED6-FDD9-F61415500B24}"/>
                </a:ext>
              </a:extLst>
            </p:cNvPr>
            <p:cNvCxnSpPr>
              <a:stCxn id="39964" idx="3"/>
              <a:endCxn id="39966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6" name="直接箭头连接符 35">
              <a:extLst>
                <a:ext uri="{FF2B5EF4-FFF2-40B4-BE49-F238E27FC236}">
                  <a16:creationId xmlns:a16="http://schemas.microsoft.com/office/drawing/2014/main" id="{737B0F25-E632-7C81-9036-94EB9B129A07}"/>
                </a:ext>
              </a:extLst>
            </p:cNvPr>
            <p:cNvCxnSpPr>
              <a:stCxn id="39958" idx="4"/>
              <a:endCxn id="39962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7" name="直接箭头连接符 36">
              <a:extLst>
                <a:ext uri="{FF2B5EF4-FFF2-40B4-BE49-F238E27FC236}">
                  <a16:creationId xmlns:a16="http://schemas.microsoft.com/office/drawing/2014/main" id="{CDD4B939-2EE4-82ED-393D-2EFA9170CD61}"/>
                </a:ext>
              </a:extLst>
            </p:cNvPr>
            <p:cNvCxnSpPr>
              <a:stCxn id="39964" idx="5"/>
              <a:endCxn id="39968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8" name="直接箭头连接符 37">
              <a:extLst>
                <a:ext uri="{FF2B5EF4-FFF2-40B4-BE49-F238E27FC236}">
                  <a16:creationId xmlns:a16="http://schemas.microsoft.com/office/drawing/2014/main" id="{D17412E1-B2BA-0814-36EB-5A5EA45282A3}"/>
                </a:ext>
              </a:extLst>
            </p:cNvPr>
            <p:cNvCxnSpPr>
              <a:stCxn id="39960" idx="4"/>
              <a:endCxn id="39976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9" name="直接箭头连接符 38">
              <a:extLst>
                <a:ext uri="{FF2B5EF4-FFF2-40B4-BE49-F238E27FC236}">
                  <a16:creationId xmlns:a16="http://schemas.microsoft.com/office/drawing/2014/main" id="{F40FF332-0881-647A-F0D8-F540AA45EBCE}"/>
                </a:ext>
              </a:extLst>
            </p:cNvPr>
            <p:cNvCxnSpPr>
              <a:stCxn id="39960" idx="4"/>
              <a:endCxn id="39978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0" name="直接箭头连接符 39">
              <a:extLst>
                <a:ext uri="{FF2B5EF4-FFF2-40B4-BE49-F238E27FC236}">
                  <a16:creationId xmlns:a16="http://schemas.microsoft.com/office/drawing/2014/main" id="{C899FE67-9F41-F3F3-CCEE-D0B2A98C889F}"/>
                </a:ext>
              </a:extLst>
            </p:cNvPr>
            <p:cNvCxnSpPr>
              <a:stCxn id="39966" idx="4"/>
              <a:endCxn id="39974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1" name="直接箭头连接符 40">
              <a:extLst>
                <a:ext uri="{FF2B5EF4-FFF2-40B4-BE49-F238E27FC236}">
                  <a16:creationId xmlns:a16="http://schemas.microsoft.com/office/drawing/2014/main" id="{A956D822-37DC-85E0-5C76-E3DC9E7CE59A}"/>
                </a:ext>
              </a:extLst>
            </p:cNvPr>
            <p:cNvCxnSpPr>
              <a:stCxn id="39962" idx="4"/>
              <a:endCxn id="39970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2" name="直接箭头连接符 41">
              <a:extLst>
                <a:ext uri="{FF2B5EF4-FFF2-40B4-BE49-F238E27FC236}">
                  <a16:creationId xmlns:a16="http://schemas.microsoft.com/office/drawing/2014/main" id="{26CB87D6-283B-6E4C-564A-7EF28023EC7F}"/>
                </a:ext>
              </a:extLst>
            </p:cNvPr>
            <p:cNvCxnSpPr>
              <a:stCxn id="39966" idx="4"/>
              <a:endCxn id="39972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39993" name="直接箭头连接符 42">
            <a:extLst>
              <a:ext uri="{FF2B5EF4-FFF2-40B4-BE49-F238E27FC236}">
                <a16:creationId xmlns:a16="http://schemas.microsoft.com/office/drawing/2014/main" id="{45709DF5-1CDD-EEE9-C0BE-441DE51DA312}"/>
              </a:ext>
            </a:extLst>
          </p:cNvPr>
          <p:cNvCxnSpPr/>
          <p:nvPr/>
        </p:nvCxnSpPr>
        <p:spPr>
          <a:xfrm>
            <a:off x="9892942" y="4906362"/>
            <a:ext cx="183423" cy="20698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" name="Down Arrow 27">
            <a:extLst>
              <a:ext uri="{FF2B5EF4-FFF2-40B4-BE49-F238E27FC236}">
                <a16:creationId xmlns:a16="http://schemas.microsoft.com/office/drawing/2014/main" id="{573A8E51-CF88-7F1C-C95D-E78FEC3946A3}"/>
              </a:ext>
            </a:extLst>
          </p:cNvPr>
          <p:cNvSpPr/>
          <p:nvPr/>
        </p:nvSpPr>
        <p:spPr>
          <a:xfrm>
            <a:off x="10478379" y="2705894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129">
            <a:extLst>
              <a:ext uri="{FF2B5EF4-FFF2-40B4-BE49-F238E27FC236}">
                <a16:creationId xmlns:a16="http://schemas.microsoft.com/office/drawing/2014/main" id="{C587E4D5-E46B-C84C-A0D0-7A89E203B359}"/>
              </a:ext>
            </a:extLst>
          </p:cNvPr>
          <p:cNvSpPr txBox="1"/>
          <p:nvPr/>
        </p:nvSpPr>
        <p:spPr>
          <a:xfrm>
            <a:off x="9755994" y="3075227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&lt; ‘H’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021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5B0E8-9084-0EE0-8A24-2D1FD510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8B73F094-D227-4D66-D7E8-ED71D01B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299C045C-1A63-89DD-7652-82D0EEE46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3310B8-9C5F-732C-D55E-D6D62F713496}"/>
              </a:ext>
            </a:extLst>
          </p:cNvPr>
          <p:cNvSpPr txBox="1"/>
          <p:nvPr/>
        </p:nvSpPr>
        <p:spPr>
          <a:xfrm>
            <a:off x="952500" y="2667000"/>
            <a:ext cx="7579324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br>
              <a:rPr lang="en-SG" sz="1600" dirty="0"/>
            </a:br>
            <a:r>
              <a:rPr lang="en-SG" sz="1600" dirty="0"/>
              <a:t>    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def _insert(self, 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data &lt;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39955" name="Group 39954">
            <a:extLst>
              <a:ext uri="{FF2B5EF4-FFF2-40B4-BE49-F238E27FC236}">
                <a16:creationId xmlns:a16="http://schemas.microsoft.com/office/drawing/2014/main" id="{5635E773-7EDD-1D4B-E30A-A3459604D18A}"/>
              </a:ext>
            </a:extLst>
          </p:cNvPr>
          <p:cNvGrpSpPr/>
          <p:nvPr/>
        </p:nvGrpSpPr>
        <p:grpSpPr>
          <a:xfrm>
            <a:off x="9083025" y="3048000"/>
            <a:ext cx="2880375" cy="2422871"/>
            <a:chOff x="4905146" y="2397660"/>
            <a:chExt cx="3476854" cy="2924609"/>
          </a:xfrm>
        </p:grpSpPr>
        <p:sp>
          <p:nvSpPr>
            <p:cNvPr id="39956" name="object 8">
              <a:extLst>
                <a:ext uri="{FF2B5EF4-FFF2-40B4-BE49-F238E27FC236}">
                  <a16:creationId xmlns:a16="http://schemas.microsoft.com/office/drawing/2014/main" id="{41F54EFE-425E-AA0D-1A96-3F34AE789E50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7" name="object 9">
              <a:extLst>
                <a:ext uri="{FF2B5EF4-FFF2-40B4-BE49-F238E27FC236}">
                  <a16:creationId xmlns:a16="http://schemas.microsoft.com/office/drawing/2014/main" id="{9AF1C45F-978C-7884-7939-952CC009FEB4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8" name="object 11">
              <a:extLst>
                <a:ext uri="{FF2B5EF4-FFF2-40B4-BE49-F238E27FC236}">
                  <a16:creationId xmlns:a16="http://schemas.microsoft.com/office/drawing/2014/main" id="{091DF414-EAFE-54D7-CC7B-F141EDDD9BA6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9" name="object 12">
              <a:extLst>
                <a:ext uri="{FF2B5EF4-FFF2-40B4-BE49-F238E27FC236}">
                  <a16:creationId xmlns:a16="http://schemas.microsoft.com/office/drawing/2014/main" id="{1F9F20A3-3FE8-4990-11F3-C4FA79C9548F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0" name="object 14">
              <a:extLst>
                <a:ext uri="{FF2B5EF4-FFF2-40B4-BE49-F238E27FC236}">
                  <a16:creationId xmlns:a16="http://schemas.microsoft.com/office/drawing/2014/main" id="{BDC614EC-A685-C1D6-CDE9-EF5074255057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1" name="object 15">
              <a:extLst>
                <a:ext uri="{FF2B5EF4-FFF2-40B4-BE49-F238E27FC236}">
                  <a16:creationId xmlns:a16="http://schemas.microsoft.com/office/drawing/2014/main" id="{B2E1D4B1-221B-8CA1-B5B4-6BEA7773F04B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2" name="object 17">
              <a:extLst>
                <a:ext uri="{FF2B5EF4-FFF2-40B4-BE49-F238E27FC236}">
                  <a16:creationId xmlns:a16="http://schemas.microsoft.com/office/drawing/2014/main" id="{1D2B3BED-7DA8-E08B-7FCF-5F7DF740CB30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3" name="object 18">
              <a:extLst>
                <a:ext uri="{FF2B5EF4-FFF2-40B4-BE49-F238E27FC236}">
                  <a16:creationId xmlns:a16="http://schemas.microsoft.com/office/drawing/2014/main" id="{4D6A1246-38A4-7554-031D-3C6F2938F802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4" name="object 20">
              <a:extLst>
                <a:ext uri="{FF2B5EF4-FFF2-40B4-BE49-F238E27FC236}">
                  <a16:creationId xmlns:a16="http://schemas.microsoft.com/office/drawing/2014/main" id="{1B3253FD-F7D5-4C4C-B953-B45CDA2A6132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5" name="object 21">
              <a:extLst>
                <a:ext uri="{FF2B5EF4-FFF2-40B4-BE49-F238E27FC236}">
                  <a16:creationId xmlns:a16="http://schemas.microsoft.com/office/drawing/2014/main" id="{6A312F15-DD6A-FE36-0000-529E4E3193AE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6" name="object 23">
              <a:extLst>
                <a:ext uri="{FF2B5EF4-FFF2-40B4-BE49-F238E27FC236}">
                  <a16:creationId xmlns:a16="http://schemas.microsoft.com/office/drawing/2014/main" id="{86CD6113-ABA8-9E27-1F26-E0D01C5EC8A5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7" name="object 24">
              <a:extLst>
                <a:ext uri="{FF2B5EF4-FFF2-40B4-BE49-F238E27FC236}">
                  <a16:creationId xmlns:a16="http://schemas.microsoft.com/office/drawing/2014/main" id="{711DE79A-E41D-C8B0-96E6-DEB49ACE45F9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8" name="object 26">
              <a:extLst>
                <a:ext uri="{FF2B5EF4-FFF2-40B4-BE49-F238E27FC236}">
                  <a16:creationId xmlns:a16="http://schemas.microsoft.com/office/drawing/2014/main" id="{8A5A2E48-B1C2-F68E-1DE2-58A58424D7C0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9" name="object 27">
              <a:extLst>
                <a:ext uri="{FF2B5EF4-FFF2-40B4-BE49-F238E27FC236}">
                  <a16:creationId xmlns:a16="http://schemas.microsoft.com/office/drawing/2014/main" id="{F1C81C79-5795-1BA5-2CA9-729B1D1F06A3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0" name="object 47">
              <a:extLst>
                <a:ext uri="{FF2B5EF4-FFF2-40B4-BE49-F238E27FC236}">
                  <a16:creationId xmlns:a16="http://schemas.microsoft.com/office/drawing/2014/main" id="{66433519-1851-481F-CA6D-AC25C3BB3DC4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1" name="object 48">
              <a:extLst>
                <a:ext uri="{FF2B5EF4-FFF2-40B4-BE49-F238E27FC236}">
                  <a16:creationId xmlns:a16="http://schemas.microsoft.com/office/drawing/2014/main" id="{C50CE403-79EB-AB53-6522-2F1947DC1E65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2" name="object 50">
              <a:extLst>
                <a:ext uri="{FF2B5EF4-FFF2-40B4-BE49-F238E27FC236}">
                  <a16:creationId xmlns:a16="http://schemas.microsoft.com/office/drawing/2014/main" id="{830169FB-DF99-0834-93E7-2738E128EFE4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3" name="object 51">
              <a:extLst>
                <a:ext uri="{FF2B5EF4-FFF2-40B4-BE49-F238E27FC236}">
                  <a16:creationId xmlns:a16="http://schemas.microsoft.com/office/drawing/2014/main" id="{B331D0DE-624D-6A31-2642-3ED23B255C57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4" name="object 59">
              <a:extLst>
                <a:ext uri="{FF2B5EF4-FFF2-40B4-BE49-F238E27FC236}">
                  <a16:creationId xmlns:a16="http://schemas.microsoft.com/office/drawing/2014/main" id="{FDC1A214-4703-7A76-DC0F-994D94835E6C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5" name="object 60">
              <a:extLst>
                <a:ext uri="{FF2B5EF4-FFF2-40B4-BE49-F238E27FC236}">
                  <a16:creationId xmlns:a16="http://schemas.microsoft.com/office/drawing/2014/main" id="{8CF98DBF-2F9D-3F10-D423-21FD58A1CA6E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6" name="object 65">
              <a:extLst>
                <a:ext uri="{FF2B5EF4-FFF2-40B4-BE49-F238E27FC236}">
                  <a16:creationId xmlns:a16="http://schemas.microsoft.com/office/drawing/2014/main" id="{92EF237E-6868-40FE-BE86-495C921E7D50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7" name="object 66">
              <a:extLst>
                <a:ext uri="{FF2B5EF4-FFF2-40B4-BE49-F238E27FC236}">
                  <a16:creationId xmlns:a16="http://schemas.microsoft.com/office/drawing/2014/main" id="{654E609A-BCC1-D071-99C9-4379BF69F0D4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8" name="object 71">
              <a:extLst>
                <a:ext uri="{FF2B5EF4-FFF2-40B4-BE49-F238E27FC236}">
                  <a16:creationId xmlns:a16="http://schemas.microsoft.com/office/drawing/2014/main" id="{29FFF252-69D2-5759-4E3E-B3D71879FD4A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9" name="object 72">
              <a:extLst>
                <a:ext uri="{FF2B5EF4-FFF2-40B4-BE49-F238E27FC236}">
                  <a16:creationId xmlns:a16="http://schemas.microsoft.com/office/drawing/2014/main" id="{0367CECC-1E9F-0D29-3681-712790F77E30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80" name="object 77">
              <a:extLst>
                <a:ext uri="{FF2B5EF4-FFF2-40B4-BE49-F238E27FC236}">
                  <a16:creationId xmlns:a16="http://schemas.microsoft.com/office/drawing/2014/main" id="{D9B31CC4-B756-3CA8-3501-D1B1E573C9F1}"/>
                </a:ext>
              </a:extLst>
            </p:cNvPr>
            <p:cNvSpPr/>
            <p:nvPr/>
          </p:nvSpPr>
          <p:spPr>
            <a:xfrm>
              <a:off x="6031559" y="4881115"/>
              <a:ext cx="510845" cy="441154"/>
            </a:xfrm>
            <a:prstGeom prst="ellipse">
              <a:avLst/>
            </a:prstGeom>
            <a:solidFill>
              <a:srgbClr val="FF0000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81" name="object 78">
              <a:extLst>
                <a:ext uri="{FF2B5EF4-FFF2-40B4-BE49-F238E27FC236}">
                  <a16:creationId xmlns:a16="http://schemas.microsoft.com/office/drawing/2014/main" id="{3B87846F-F60E-E513-EBE5-365ABD5745DC}"/>
                </a:ext>
              </a:extLst>
            </p:cNvPr>
            <p:cNvSpPr txBox="1"/>
            <p:nvPr/>
          </p:nvSpPr>
          <p:spPr>
            <a:xfrm>
              <a:off x="6172533" y="4919701"/>
              <a:ext cx="191750" cy="346495"/>
            </a:xfrm>
            <a:prstGeom prst="ellipse">
              <a:avLst/>
            </a:prstGeom>
            <a:solidFill>
              <a:srgbClr val="FF00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</a:p>
          </p:txBody>
        </p:sp>
        <p:cxnSp>
          <p:nvCxnSpPr>
            <p:cNvPr id="39982" name="直接箭头连接符 31">
              <a:extLst>
                <a:ext uri="{FF2B5EF4-FFF2-40B4-BE49-F238E27FC236}">
                  <a16:creationId xmlns:a16="http://schemas.microsoft.com/office/drawing/2014/main" id="{91BE3258-AED5-114E-095B-11135D5AC6B4}"/>
                </a:ext>
              </a:extLst>
            </p:cNvPr>
            <p:cNvCxnSpPr>
              <a:stCxn id="39956" idx="5"/>
              <a:endCxn id="39964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3" name="直接箭头连接符 32">
              <a:extLst>
                <a:ext uri="{FF2B5EF4-FFF2-40B4-BE49-F238E27FC236}">
                  <a16:creationId xmlns:a16="http://schemas.microsoft.com/office/drawing/2014/main" id="{46F408C8-5A4A-6A69-FF4D-DC492CD6A851}"/>
                </a:ext>
              </a:extLst>
            </p:cNvPr>
            <p:cNvCxnSpPr>
              <a:stCxn id="39956" idx="3"/>
              <a:endCxn id="39958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4" name="直接箭头连接符 33">
              <a:extLst>
                <a:ext uri="{FF2B5EF4-FFF2-40B4-BE49-F238E27FC236}">
                  <a16:creationId xmlns:a16="http://schemas.microsoft.com/office/drawing/2014/main" id="{3504D934-2CE8-6C7A-ADFD-21D8BCBB07A2}"/>
                </a:ext>
              </a:extLst>
            </p:cNvPr>
            <p:cNvCxnSpPr>
              <a:stCxn id="39958" idx="4"/>
              <a:endCxn id="39960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5" name="直接箭头连接符 34">
              <a:extLst>
                <a:ext uri="{FF2B5EF4-FFF2-40B4-BE49-F238E27FC236}">
                  <a16:creationId xmlns:a16="http://schemas.microsoft.com/office/drawing/2014/main" id="{74BC86B1-B6A9-6249-BB04-FA1C7BC167E1}"/>
                </a:ext>
              </a:extLst>
            </p:cNvPr>
            <p:cNvCxnSpPr>
              <a:stCxn id="39964" idx="3"/>
              <a:endCxn id="39966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6" name="直接箭头连接符 35">
              <a:extLst>
                <a:ext uri="{FF2B5EF4-FFF2-40B4-BE49-F238E27FC236}">
                  <a16:creationId xmlns:a16="http://schemas.microsoft.com/office/drawing/2014/main" id="{04EBCF35-3637-EA77-010E-4DBF1B188D61}"/>
                </a:ext>
              </a:extLst>
            </p:cNvPr>
            <p:cNvCxnSpPr>
              <a:stCxn id="39958" idx="4"/>
              <a:endCxn id="39962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7" name="直接箭头连接符 36">
              <a:extLst>
                <a:ext uri="{FF2B5EF4-FFF2-40B4-BE49-F238E27FC236}">
                  <a16:creationId xmlns:a16="http://schemas.microsoft.com/office/drawing/2014/main" id="{AE54474E-7453-6753-5374-143F74FDA5CE}"/>
                </a:ext>
              </a:extLst>
            </p:cNvPr>
            <p:cNvCxnSpPr>
              <a:stCxn id="39964" idx="5"/>
              <a:endCxn id="39968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8" name="直接箭头连接符 37">
              <a:extLst>
                <a:ext uri="{FF2B5EF4-FFF2-40B4-BE49-F238E27FC236}">
                  <a16:creationId xmlns:a16="http://schemas.microsoft.com/office/drawing/2014/main" id="{679CDA08-E5A3-023C-4E35-E73749FB4F28}"/>
                </a:ext>
              </a:extLst>
            </p:cNvPr>
            <p:cNvCxnSpPr>
              <a:stCxn id="39960" idx="4"/>
              <a:endCxn id="39976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9" name="直接箭头连接符 38">
              <a:extLst>
                <a:ext uri="{FF2B5EF4-FFF2-40B4-BE49-F238E27FC236}">
                  <a16:creationId xmlns:a16="http://schemas.microsoft.com/office/drawing/2014/main" id="{16CC31DF-B12E-00E0-54CF-8253A4DD1CD6}"/>
                </a:ext>
              </a:extLst>
            </p:cNvPr>
            <p:cNvCxnSpPr>
              <a:stCxn id="39960" idx="4"/>
              <a:endCxn id="39978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0" name="直接箭头连接符 39">
              <a:extLst>
                <a:ext uri="{FF2B5EF4-FFF2-40B4-BE49-F238E27FC236}">
                  <a16:creationId xmlns:a16="http://schemas.microsoft.com/office/drawing/2014/main" id="{33AAB598-7545-AE87-6AFE-64FC2C72EB1D}"/>
                </a:ext>
              </a:extLst>
            </p:cNvPr>
            <p:cNvCxnSpPr>
              <a:stCxn id="39966" idx="4"/>
              <a:endCxn id="39974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1" name="直接箭头连接符 40">
              <a:extLst>
                <a:ext uri="{FF2B5EF4-FFF2-40B4-BE49-F238E27FC236}">
                  <a16:creationId xmlns:a16="http://schemas.microsoft.com/office/drawing/2014/main" id="{BA73C32A-F37A-8ED8-1965-C1E647364B35}"/>
                </a:ext>
              </a:extLst>
            </p:cNvPr>
            <p:cNvCxnSpPr>
              <a:stCxn id="39962" idx="4"/>
              <a:endCxn id="39970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2" name="直接箭头连接符 41">
              <a:extLst>
                <a:ext uri="{FF2B5EF4-FFF2-40B4-BE49-F238E27FC236}">
                  <a16:creationId xmlns:a16="http://schemas.microsoft.com/office/drawing/2014/main" id="{5DDAD90E-24C9-118C-6048-1CEA1A5E2AFC}"/>
                </a:ext>
              </a:extLst>
            </p:cNvPr>
            <p:cNvCxnSpPr>
              <a:stCxn id="39966" idx="4"/>
              <a:endCxn id="39972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39993" name="直接箭头连接符 42">
            <a:extLst>
              <a:ext uri="{FF2B5EF4-FFF2-40B4-BE49-F238E27FC236}">
                <a16:creationId xmlns:a16="http://schemas.microsoft.com/office/drawing/2014/main" id="{ED5E3B6A-B335-C03C-B2A8-7C708F0E8562}"/>
              </a:ext>
            </a:extLst>
          </p:cNvPr>
          <p:cNvCxnSpPr/>
          <p:nvPr/>
        </p:nvCxnSpPr>
        <p:spPr>
          <a:xfrm>
            <a:off x="9892942" y="4906362"/>
            <a:ext cx="183423" cy="20698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9995" name="文本框 130">
            <a:extLst>
              <a:ext uri="{FF2B5EF4-FFF2-40B4-BE49-F238E27FC236}">
                <a16:creationId xmlns:a16="http://schemas.microsoft.com/office/drawing/2014/main" id="{749E2702-0D50-355D-BE87-6E3354122961}"/>
              </a:ext>
            </a:extLst>
          </p:cNvPr>
          <p:cNvSpPr txBox="1"/>
          <p:nvPr/>
        </p:nvSpPr>
        <p:spPr>
          <a:xfrm>
            <a:off x="9159225" y="3679780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&lt; ‘E’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2" name="Down Arrow 27">
            <a:extLst>
              <a:ext uri="{FF2B5EF4-FFF2-40B4-BE49-F238E27FC236}">
                <a16:creationId xmlns:a16="http://schemas.microsoft.com/office/drawing/2014/main" id="{E6114B58-9AFB-2D06-0E6A-18ED9CE5D7F7}"/>
              </a:ext>
            </a:extLst>
          </p:cNvPr>
          <p:cNvSpPr/>
          <p:nvPr/>
        </p:nvSpPr>
        <p:spPr>
          <a:xfrm>
            <a:off x="9712023" y="3167433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99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6D7EE-8E0C-8DDE-1052-121024ED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9E12053A-4F3E-5B16-BCCC-6D147332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811411DD-6A16-91A0-8C3A-47ACC2F39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A75CCC-9A63-B721-187E-9908791A44C3}"/>
              </a:ext>
            </a:extLst>
          </p:cNvPr>
          <p:cNvSpPr txBox="1"/>
          <p:nvPr/>
        </p:nvSpPr>
        <p:spPr>
          <a:xfrm>
            <a:off x="952500" y="2667000"/>
            <a:ext cx="7579324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br>
              <a:rPr lang="en-SG" sz="1600" dirty="0"/>
            </a:br>
            <a:r>
              <a:rPr lang="en-SG" sz="1600" dirty="0"/>
              <a:t>    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def _insert(self, 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data &lt;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39955" name="Group 39954">
            <a:extLst>
              <a:ext uri="{FF2B5EF4-FFF2-40B4-BE49-F238E27FC236}">
                <a16:creationId xmlns:a16="http://schemas.microsoft.com/office/drawing/2014/main" id="{6E0A448C-D4C9-132A-920D-04BE834CD9EC}"/>
              </a:ext>
            </a:extLst>
          </p:cNvPr>
          <p:cNvGrpSpPr/>
          <p:nvPr/>
        </p:nvGrpSpPr>
        <p:grpSpPr>
          <a:xfrm>
            <a:off x="9083025" y="3048000"/>
            <a:ext cx="2880375" cy="2422871"/>
            <a:chOff x="4905146" y="2397660"/>
            <a:chExt cx="3476854" cy="2924609"/>
          </a:xfrm>
        </p:grpSpPr>
        <p:sp>
          <p:nvSpPr>
            <p:cNvPr id="39956" name="object 8">
              <a:extLst>
                <a:ext uri="{FF2B5EF4-FFF2-40B4-BE49-F238E27FC236}">
                  <a16:creationId xmlns:a16="http://schemas.microsoft.com/office/drawing/2014/main" id="{81FC452B-967F-23F5-7191-0D1D36A69404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7" name="object 9">
              <a:extLst>
                <a:ext uri="{FF2B5EF4-FFF2-40B4-BE49-F238E27FC236}">
                  <a16:creationId xmlns:a16="http://schemas.microsoft.com/office/drawing/2014/main" id="{26D2DF22-5534-2FC8-BFB7-77CF3A5DC153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8" name="object 11">
              <a:extLst>
                <a:ext uri="{FF2B5EF4-FFF2-40B4-BE49-F238E27FC236}">
                  <a16:creationId xmlns:a16="http://schemas.microsoft.com/office/drawing/2014/main" id="{29A42FC6-B107-6CD6-AADF-C916EDBCFDC7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9" name="object 12">
              <a:extLst>
                <a:ext uri="{FF2B5EF4-FFF2-40B4-BE49-F238E27FC236}">
                  <a16:creationId xmlns:a16="http://schemas.microsoft.com/office/drawing/2014/main" id="{2A1BF457-33E6-1156-E2E8-37698BED5206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0" name="object 14">
              <a:extLst>
                <a:ext uri="{FF2B5EF4-FFF2-40B4-BE49-F238E27FC236}">
                  <a16:creationId xmlns:a16="http://schemas.microsoft.com/office/drawing/2014/main" id="{9E0E9267-E565-79BD-0CE1-63B8D5025F60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1" name="object 15">
              <a:extLst>
                <a:ext uri="{FF2B5EF4-FFF2-40B4-BE49-F238E27FC236}">
                  <a16:creationId xmlns:a16="http://schemas.microsoft.com/office/drawing/2014/main" id="{FC6CBCCD-F423-1DC6-A15D-0BEEF8EEDDB3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2" name="object 17">
              <a:extLst>
                <a:ext uri="{FF2B5EF4-FFF2-40B4-BE49-F238E27FC236}">
                  <a16:creationId xmlns:a16="http://schemas.microsoft.com/office/drawing/2014/main" id="{3243A135-DAB0-739F-4F89-E09CA3EC94C3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3" name="object 18">
              <a:extLst>
                <a:ext uri="{FF2B5EF4-FFF2-40B4-BE49-F238E27FC236}">
                  <a16:creationId xmlns:a16="http://schemas.microsoft.com/office/drawing/2014/main" id="{EC913B6C-BC41-3C46-A51B-8899BD04B8DC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4" name="object 20">
              <a:extLst>
                <a:ext uri="{FF2B5EF4-FFF2-40B4-BE49-F238E27FC236}">
                  <a16:creationId xmlns:a16="http://schemas.microsoft.com/office/drawing/2014/main" id="{19E5FFE0-CDBD-4C31-F35A-313F93F64757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5" name="object 21">
              <a:extLst>
                <a:ext uri="{FF2B5EF4-FFF2-40B4-BE49-F238E27FC236}">
                  <a16:creationId xmlns:a16="http://schemas.microsoft.com/office/drawing/2014/main" id="{1162B49B-0A62-ABFA-7A75-C3DFB936483C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6" name="object 23">
              <a:extLst>
                <a:ext uri="{FF2B5EF4-FFF2-40B4-BE49-F238E27FC236}">
                  <a16:creationId xmlns:a16="http://schemas.microsoft.com/office/drawing/2014/main" id="{D3C523B8-9799-57FA-9254-F27DA688C0B9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7" name="object 24">
              <a:extLst>
                <a:ext uri="{FF2B5EF4-FFF2-40B4-BE49-F238E27FC236}">
                  <a16:creationId xmlns:a16="http://schemas.microsoft.com/office/drawing/2014/main" id="{02208C64-6BBC-878E-599C-33596B23AAD0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8" name="object 26">
              <a:extLst>
                <a:ext uri="{FF2B5EF4-FFF2-40B4-BE49-F238E27FC236}">
                  <a16:creationId xmlns:a16="http://schemas.microsoft.com/office/drawing/2014/main" id="{C867610E-C5F2-906F-B88C-21BC8521E370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9" name="object 27">
              <a:extLst>
                <a:ext uri="{FF2B5EF4-FFF2-40B4-BE49-F238E27FC236}">
                  <a16:creationId xmlns:a16="http://schemas.microsoft.com/office/drawing/2014/main" id="{C2E10098-BF70-42FE-9368-A3F0F30C0C01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0" name="object 47">
              <a:extLst>
                <a:ext uri="{FF2B5EF4-FFF2-40B4-BE49-F238E27FC236}">
                  <a16:creationId xmlns:a16="http://schemas.microsoft.com/office/drawing/2014/main" id="{EF74F165-6FA5-E899-1695-1E8B496B2CDC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1" name="object 48">
              <a:extLst>
                <a:ext uri="{FF2B5EF4-FFF2-40B4-BE49-F238E27FC236}">
                  <a16:creationId xmlns:a16="http://schemas.microsoft.com/office/drawing/2014/main" id="{9BDB3331-050D-79A1-8E5E-A60D1E76102B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2" name="object 50">
              <a:extLst>
                <a:ext uri="{FF2B5EF4-FFF2-40B4-BE49-F238E27FC236}">
                  <a16:creationId xmlns:a16="http://schemas.microsoft.com/office/drawing/2014/main" id="{5BFA3E20-91B5-5888-D29C-82D59BEBB8AA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3" name="object 51">
              <a:extLst>
                <a:ext uri="{FF2B5EF4-FFF2-40B4-BE49-F238E27FC236}">
                  <a16:creationId xmlns:a16="http://schemas.microsoft.com/office/drawing/2014/main" id="{7C30E7C0-B9DA-FBE2-1661-C6A4BEFEDFF1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4" name="object 59">
              <a:extLst>
                <a:ext uri="{FF2B5EF4-FFF2-40B4-BE49-F238E27FC236}">
                  <a16:creationId xmlns:a16="http://schemas.microsoft.com/office/drawing/2014/main" id="{EF198A07-172E-F675-643D-A180FACA73F8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5" name="object 60">
              <a:extLst>
                <a:ext uri="{FF2B5EF4-FFF2-40B4-BE49-F238E27FC236}">
                  <a16:creationId xmlns:a16="http://schemas.microsoft.com/office/drawing/2014/main" id="{6C19723B-CCF1-86E1-ED7D-953D66EFAFC3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6" name="object 65">
              <a:extLst>
                <a:ext uri="{FF2B5EF4-FFF2-40B4-BE49-F238E27FC236}">
                  <a16:creationId xmlns:a16="http://schemas.microsoft.com/office/drawing/2014/main" id="{E87CB294-7DC4-9165-A6C4-F64778A0DAA0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7" name="object 66">
              <a:extLst>
                <a:ext uri="{FF2B5EF4-FFF2-40B4-BE49-F238E27FC236}">
                  <a16:creationId xmlns:a16="http://schemas.microsoft.com/office/drawing/2014/main" id="{0A53ED94-A9AA-29F3-717A-AF1107E4BB71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8" name="object 71">
              <a:extLst>
                <a:ext uri="{FF2B5EF4-FFF2-40B4-BE49-F238E27FC236}">
                  <a16:creationId xmlns:a16="http://schemas.microsoft.com/office/drawing/2014/main" id="{57F2DE8A-2316-71FF-9E33-96C7C2949D50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9" name="object 72">
              <a:extLst>
                <a:ext uri="{FF2B5EF4-FFF2-40B4-BE49-F238E27FC236}">
                  <a16:creationId xmlns:a16="http://schemas.microsoft.com/office/drawing/2014/main" id="{73B99D67-EBF5-391B-3270-7F8AAB22AB96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80" name="object 77">
              <a:extLst>
                <a:ext uri="{FF2B5EF4-FFF2-40B4-BE49-F238E27FC236}">
                  <a16:creationId xmlns:a16="http://schemas.microsoft.com/office/drawing/2014/main" id="{EBFBB213-9952-9EEC-C385-9FA65E1BAEB5}"/>
                </a:ext>
              </a:extLst>
            </p:cNvPr>
            <p:cNvSpPr/>
            <p:nvPr/>
          </p:nvSpPr>
          <p:spPr>
            <a:xfrm>
              <a:off x="6031559" y="4881115"/>
              <a:ext cx="510845" cy="441154"/>
            </a:xfrm>
            <a:prstGeom prst="ellipse">
              <a:avLst/>
            </a:prstGeom>
            <a:solidFill>
              <a:srgbClr val="FF0000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81" name="object 78">
              <a:extLst>
                <a:ext uri="{FF2B5EF4-FFF2-40B4-BE49-F238E27FC236}">
                  <a16:creationId xmlns:a16="http://schemas.microsoft.com/office/drawing/2014/main" id="{FC4FF78A-EAE3-08A3-BB17-5B3A8B7869E6}"/>
                </a:ext>
              </a:extLst>
            </p:cNvPr>
            <p:cNvSpPr txBox="1"/>
            <p:nvPr/>
          </p:nvSpPr>
          <p:spPr>
            <a:xfrm>
              <a:off x="6172533" y="4919701"/>
              <a:ext cx="191750" cy="346495"/>
            </a:xfrm>
            <a:prstGeom prst="ellipse">
              <a:avLst/>
            </a:prstGeom>
            <a:solidFill>
              <a:srgbClr val="FF00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</a:p>
          </p:txBody>
        </p:sp>
        <p:cxnSp>
          <p:nvCxnSpPr>
            <p:cNvPr id="39982" name="直接箭头连接符 31">
              <a:extLst>
                <a:ext uri="{FF2B5EF4-FFF2-40B4-BE49-F238E27FC236}">
                  <a16:creationId xmlns:a16="http://schemas.microsoft.com/office/drawing/2014/main" id="{681286D2-B4AF-D4B0-7FD3-EC97E9176B1A}"/>
                </a:ext>
              </a:extLst>
            </p:cNvPr>
            <p:cNvCxnSpPr>
              <a:stCxn id="39956" idx="5"/>
              <a:endCxn id="39964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3" name="直接箭头连接符 32">
              <a:extLst>
                <a:ext uri="{FF2B5EF4-FFF2-40B4-BE49-F238E27FC236}">
                  <a16:creationId xmlns:a16="http://schemas.microsoft.com/office/drawing/2014/main" id="{EE2E6336-ECAF-65F1-34BF-E21934127AE3}"/>
                </a:ext>
              </a:extLst>
            </p:cNvPr>
            <p:cNvCxnSpPr>
              <a:stCxn id="39956" idx="3"/>
              <a:endCxn id="39958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4" name="直接箭头连接符 33">
              <a:extLst>
                <a:ext uri="{FF2B5EF4-FFF2-40B4-BE49-F238E27FC236}">
                  <a16:creationId xmlns:a16="http://schemas.microsoft.com/office/drawing/2014/main" id="{F7E04AA2-1A9F-139E-5B7E-D2D716B62394}"/>
                </a:ext>
              </a:extLst>
            </p:cNvPr>
            <p:cNvCxnSpPr>
              <a:stCxn id="39958" idx="4"/>
              <a:endCxn id="39960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5" name="直接箭头连接符 34">
              <a:extLst>
                <a:ext uri="{FF2B5EF4-FFF2-40B4-BE49-F238E27FC236}">
                  <a16:creationId xmlns:a16="http://schemas.microsoft.com/office/drawing/2014/main" id="{142830DE-C69B-C2D7-CC03-F7B13889C89D}"/>
                </a:ext>
              </a:extLst>
            </p:cNvPr>
            <p:cNvCxnSpPr>
              <a:stCxn id="39964" idx="3"/>
              <a:endCxn id="39966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6" name="直接箭头连接符 35">
              <a:extLst>
                <a:ext uri="{FF2B5EF4-FFF2-40B4-BE49-F238E27FC236}">
                  <a16:creationId xmlns:a16="http://schemas.microsoft.com/office/drawing/2014/main" id="{3F88538A-7B7D-9E69-A13F-D57493E19B71}"/>
                </a:ext>
              </a:extLst>
            </p:cNvPr>
            <p:cNvCxnSpPr>
              <a:stCxn id="39958" idx="4"/>
              <a:endCxn id="39962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7" name="直接箭头连接符 36">
              <a:extLst>
                <a:ext uri="{FF2B5EF4-FFF2-40B4-BE49-F238E27FC236}">
                  <a16:creationId xmlns:a16="http://schemas.microsoft.com/office/drawing/2014/main" id="{CA36648D-1E9D-C9C9-2308-271B517ACE5A}"/>
                </a:ext>
              </a:extLst>
            </p:cNvPr>
            <p:cNvCxnSpPr>
              <a:stCxn id="39964" idx="5"/>
              <a:endCxn id="39968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8" name="直接箭头连接符 37">
              <a:extLst>
                <a:ext uri="{FF2B5EF4-FFF2-40B4-BE49-F238E27FC236}">
                  <a16:creationId xmlns:a16="http://schemas.microsoft.com/office/drawing/2014/main" id="{D5E92CDD-E668-FFA9-752D-55974AC2FA10}"/>
                </a:ext>
              </a:extLst>
            </p:cNvPr>
            <p:cNvCxnSpPr>
              <a:stCxn id="39960" idx="4"/>
              <a:endCxn id="39976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9" name="直接箭头连接符 38">
              <a:extLst>
                <a:ext uri="{FF2B5EF4-FFF2-40B4-BE49-F238E27FC236}">
                  <a16:creationId xmlns:a16="http://schemas.microsoft.com/office/drawing/2014/main" id="{FBF50409-40D9-28D0-7566-7E10B4F01722}"/>
                </a:ext>
              </a:extLst>
            </p:cNvPr>
            <p:cNvCxnSpPr>
              <a:stCxn id="39960" idx="4"/>
              <a:endCxn id="39978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0" name="直接箭头连接符 39">
              <a:extLst>
                <a:ext uri="{FF2B5EF4-FFF2-40B4-BE49-F238E27FC236}">
                  <a16:creationId xmlns:a16="http://schemas.microsoft.com/office/drawing/2014/main" id="{CAD7DEC0-B0B1-D5C8-9B93-7A577865D42C}"/>
                </a:ext>
              </a:extLst>
            </p:cNvPr>
            <p:cNvCxnSpPr>
              <a:stCxn id="39966" idx="4"/>
              <a:endCxn id="39974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1" name="直接箭头连接符 40">
              <a:extLst>
                <a:ext uri="{FF2B5EF4-FFF2-40B4-BE49-F238E27FC236}">
                  <a16:creationId xmlns:a16="http://schemas.microsoft.com/office/drawing/2014/main" id="{C39D833F-3485-72B5-E812-51B29D6E78A3}"/>
                </a:ext>
              </a:extLst>
            </p:cNvPr>
            <p:cNvCxnSpPr>
              <a:stCxn id="39962" idx="4"/>
              <a:endCxn id="39970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2" name="直接箭头连接符 41">
              <a:extLst>
                <a:ext uri="{FF2B5EF4-FFF2-40B4-BE49-F238E27FC236}">
                  <a16:creationId xmlns:a16="http://schemas.microsoft.com/office/drawing/2014/main" id="{46DFA623-E0A0-1187-459A-FAC799C5B666}"/>
                </a:ext>
              </a:extLst>
            </p:cNvPr>
            <p:cNvCxnSpPr>
              <a:stCxn id="39966" idx="4"/>
              <a:endCxn id="39972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39993" name="直接箭头连接符 42">
            <a:extLst>
              <a:ext uri="{FF2B5EF4-FFF2-40B4-BE49-F238E27FC236}">
                <a16:creationId xmlns:a16="http://schemas.microsoft.com/office/drawing/2014/main" id="{C63C374E-075D-6374-2654-0DA046A39135}"/>
              </a:ext>
            </a:extLst>
          </p:cNvPr>
          <p:cNvCxnSpPr/>
          <p:nvPr/>
        </p:nvCxnSpPr>
        <p:spPr>
          <a:xfrm>
            <a:off x="9892942" y="4906362"/>
            <a:ext cx="183423" cy="20698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9996" name="文本框 131">
            <a:extLst>
              <a:ext uri="{FF2B5EF4-FFF2-40B4-BE49-F238E27FC236}">
                <a16:creationId xmlns:a16="http://schemas.microsoft.com/office/drawing/2014/main" id="{36B6B875-9A49-E4F7-EA14-ABDDF6DAD2A6}"/>
              </a:ext>
            </a:extLst>
          </p:cNvPr>
          <p:cNvSpPr txBox="1"/>
          <p:nvPr/>
        </p:nvSpPr>
        <p:spPr>
          <a:xfrm>
            <a:off x="9671593" y="4217586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&gt; ‘B’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2" name="Down Arrow 27">
            <a:extLst>
              <a:ext uri="{FF2B5EF4-FFF2-40B4-BE49-F238E27FC236}">
                <a16:creationId xmlns:a16="http://schemas.microsoft.com/office/drawing/2014/main" id="{F1DA1E1F-7A55-A6CC-61AD-9FF3C220B0E5}"/>
              </a:ext>
            </a:extLst>
          </p:cNvPr>
          <p:cNvSpPr/>
          <p:nvPr/>
        </p:nvSpPr>
        <p:spPr>
          <a:xfrm>
            <a:off x="9339220" y="3718246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0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DF9E6-B8E3-5D1C-B97B-F70A5EB5F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F60CEBFE-A1B1-681E-09E2-FBE01C387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Binary Search Tree: Insertion</a:t>
            </a:r>
            <a:endParaRPr lang="en-US" altLang="en-US" dirty="0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94E87CB8-A3F8-C555-F80E-306008559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insert a node, the BST must remain as a BST</a:t>
            </a:r>
          </a:p>
          <a:p>
            <a:r>
              <a:rPr lang="en-US" dirty="0"/>
              <a:t>A duplicate node is not allowed for insertion</a:t>
            </a:r>
          </a:p>
          <a:p>
            <a:r>
              <a:rPr lang="en-US" dirty="0"/>
              <a:t>A unique position of the given BST will be given to the node 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75613C-B732-21E0-8B98-01EDE19AF65B}"/>
              </a:ext>
            </a:extLst>
          </p:cNvPr>
          <p:cNvSpPr txBox="1"/>
          <p:nvPr/>
        </p:nvSpPr>
        <p:spPr>
          <a:xfrm>
            <a:off x="952500" y="2667000"/>
            <a:ext cx="7579324" cy="3385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br>
              <a:rPr lang="en-SG" sz="1600" dirty="0"/>
            </a:br>
            <a:r>
              <a:rPr lang="en-SG" sz="1600" dirty="0"/>
              <a:t>    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def _insert(self, 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data &lt;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current_node.data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current_node.left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if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None: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b="1" dirty="0" err="1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b="1" dirty="0">
                <a:solidFill>
                  <a:srgbClr val="2906A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Node(data)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else:</a:t>
            </a:r>
          </a:p>
          <a:p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               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self._insert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(data, </a:t>
            </a:r>
            <a:r>
              <a:rPr lang="en-SG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current_node.right</a:t>
            </a:r>
            <a:r>
              <a:rPr lang="en-SG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39955" name="Group 39954">
            <a:extLst>
              <a:ext uri="{FF2B5EF4-FFF2-40B4-BE49-F238E27FC236}">
                <a16:creationId xmlns:a16="http://schemas.microsoft.com/office/drawing/2014/main" id="{3DB31EA6-13B5-A09F-FC21-8800BCCD54E3}"/>
              </a:ext>
            </a:extLst>
          </p:cNvPr>
          <p:cNvGrpSpPr/>
          <p:nvPr/>
        </p:nvGrpSpPr>
        <p:grpSpPr>
          <a:xfrm>
            <a:off x="9083025" y="3048000"/>
            <a:ext cx="2880375" cy="2422871"/>
            <a:chOff x="4905146" y="2397660"/>
            <a:chExt cx="3476854" cy="2924609"/>
          </a:xfrm>
        </p:grpSpPr>
        <p:sp>
          <p:nvSpPr>
            <p:cNvPr id="39956" name="object 8">
              <a:extLst>
                <a:ext uri="{FF2B5EF4-FFF2-40B4-BE49-F238E27FC236}">
                  <a16:creationId xmlns:a16="http://schemas.microsoft.com/office/drawing/2014/main" id="{AF798BCC-C4C3-36DC-1C19-0CE09FCE12B6}"/>
                </a:ext>
              </a:extLst>
            </p:cNvPr>
            <p:cNvSpPr/>
            <p:nvPr/>
          </p:nvSpPr>
          <p:spPr>
            <a:xfrm>
              <a:off x="6542776" y="2397660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7" name="object 9">
              <a:extLst>
                <a:ext uri="{FF2B5EF4-FFF2-40B4-BE49-F238E27FC236}">
                  <a16:creationId xmlns:a16="http://schemas.microsoft.com/office/drawing/2014/main" id="{0BC77E96-421D-117F-28A6-526FC28FB06F}"/>
                </a:ext>
              </a:extLst>
            </p:cNvPr>
            <p:cNvSpPr txBox="1"/>
            <p:nvPr/>
          </p:nvSpPr>
          <p:spPr>
            <a:xfrm>
              <a:off x="6682876" y="2448510"/>
              <a:ext cx="19394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H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58" name="object 11">
              <a:extLst>
                <a:ext uri="{FF2B5EF4-FFF2-40B4-BE49-F238E27FC236}">
                  <a16:creationId xmlns:a16="http://schemas.microsoft.com/office/drawing/2014/main" id="{6308CFD1-EEFB-53AB-66AE-F5D6F71CEFAE}"/>
                </a:ext>
              </a:extLst>
            </p:cNvPr>
            <p:cNvSpPr/>
            <p:nvPr/>
          </p:nvSpPr>
          <p:spPr>
            <a:xfrm>
              <a:off x="5657210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59" name="object 12">
              <a:extLst>
                <a:ext uri="{FF2B5EF4-FFF2-40B4-BE49-F238E27FC236}">
                  <a16:creationId xmlns:a16="http://schemas.microsoft.com/office/drawing/2014/main" id="{EE9C8A1B-854D-87DC-118C-4732B54459FF}"/>
                </a:ext>
              </a:extLst>
            </p:cNvPr>
            <p:cNvSpPr txBox="1"/>
            <p:nvPr/>
          </p:nvSpPr>
          <p:spPr>
            <a:xfrm>
              <a:off x="5812684" y="2992020"/>
              <a:ext cx="15808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E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0" name="object 14">
              <a:extLst>
                <a:ext uri="{FF2B5EF4-FFF2-40B4-BE49-F238E27FC236}">
                  <a16:creationId xmlns:a16="http://schemas.microsoft.com/office/drawing/2014/main" id="{1DFF7FEB-65BC-CDC5-01FC-8A1803E51135}"/>
                </a:ext>
              </a:extLst>
            </p:cNvPr>
            <p:cNvSpPr/>
            <p:nvPr/>
          </p:nvSpPr>
          <p:spPr>
            <a:xfrm>
              <a:off x="5214396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1" name="object 15">
              <a:extLst>
                <a:ext uri="{FF2B5EF4-FFF2-40B4-BE49-F238E27FC236}">
                  <a16:creationId xmlns:a16="http://schemas.microsoft.com/office/drawing/2014/main" id="{E5534DC7-084F-10A8-CBC4-A8FB4377851B}"/>
                </a:ext>
              </a:extLst>
            </p:cNvPr>
            <p:cNvSpPr txBox="1"/>
            <p:nvPr/>
          </p:nvSpPr>
          <p:spPr>
            <a:xfrm>
              <a:off x="5363535" y="3637434"/>
              <a:ext cx="1727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B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2" name="object 17">
              <a:extLst>
                <a:ext uri="{FF2B5EF4-FFF2-40B4-BE49-F238E27FC236}">
                  <a16:creationId xmlns:a16="http://schemas.microsoft.com/office/drawing/2014/main" id="{89214B1D-F51D-1CA4-75EC-4A136EC59019}"/>
                </a:ext>
              </a:extLst>
            </p:cNvPr>
            <p:cNvSpPr/>
            <p:nvPr/>
          </p:nvSpPr>
          <p:spPr>
            <a:xfrm>
              <a:off x="6099993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3" name="object 18">
              <a:extLst>
                <a:ext uri="{FF2B5EF4-FFF2-40B4-BE49-F238E27FC236}">
                  <a16:creationId xmlns:a16="http://schemas.microsoft.com/office/drawing/2014/main" id="{45F81B2F-EC7C-A170-B287-9F559CA14DFB}"/>
                </a:ext>
              </a:extLst>
            </p:cNvPr>
            <p:cNvSpPr txBox="1"/>
            <p:nvPr/>
          </p:nvSpPr>
          <p:spPr>
            <a:xfrm>
              <a:off x="6258771" y="3637434"/>
              <a:ext cx="150765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F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4" name="object 20">
              <a:extLst>
                <a:ext uri="{FF2B5EF4-FFF2-40B4-BE49-F238E27FC236}">
                  <a16:creationId xmlns:a16="http://schemas.microsoft.com/office/drawing/2014/main" id="{D109D9E5-E92F-72A2-62F2-C3C661304E5A}"/>
                </a:ext>
              </a:extLst>
            </p:cNvPr>
            <p:cNvSpPr/>
            <p:nvPr/>
          </p:nvSpPr>
          <p:spPr>
            <a:xfrm>
              <a:off x="7428372" y="2955228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5" name="object 21">
              <a:extLst>
                <a:ext uri="{FF2B5EF4-FFF2-40B4-BE49-F238E27FC236}">
                  <a16:creationId xmlns:a16="http://schemas.microsoft.com/office/drawing/2014/main" id="{DC83EF77-707A-AF80-F2EC-171D65CE5C4D}"/>
                </a:ext>
              </a:extLst>
            </p:cNvPr>
            <p:cNvSpPr txBox="1"/>
            <p:nvPr/>
          </p:nvSpPr>
          <p:spPr>
            <a:xfrm>
              <a:off x="7591612" y="2992020"/>
              <a:ext cx="140520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L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6" name="object 23">
              <a:extLst>
                <a:ext uri="{FF2B5EF4-FFF2-40B4-BE49-F238E27FC236}">
                  <a16:creationId xmlns:a16="http://schemas.microsoft.com/office/drawing/2014/main" id="{8B70769B-934A-77FF-9D8B-DE399AD8A3E5}"/>
                </a:ext>
              </a:extLst>
            </p:cNvPr>
            <p:cNvSpPr/>
            <p:nvPr/>
          </p:nvSpPr>
          <p:spPr>
            <a:xfrm>
              <a:off x="6985589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7" name="object 24">
              <a:extLst>
                <a:ext uri="{FF2B5EF4-FFF2-40B4-BE49-F238E27FC236}">
                  <a16:creationId xmlns:a16="http://schemas.microsoft.com/office/drawing/2014/main" id="{2C4418EA-DAD7-0F01-9AEE-1005BB9F980A}"/>
                </a:ext>
              </a:extLst>
            </p:cNvPr>
            <p:cNvSpPr txBox="1"/>
            <p:nvPr/>
          </p:nvSpPr>
          <p:spPr>
            <a:xfrm>
              <a:off x="7160434" y="3637434"/>
              <a:ext cx="1134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68" name="object 26">
              <a:extLst>
                <a:ext uri="{FF2B5EF4-FFF2-40B4-BE49-F238E27FC236}">
                  <a16:creationId xmlns:a16="http://schemas.microsoft.com/office/drawing/2014/main" id="{41510644-BC9B-9E08-2FB5-DF4C47B5F54C}"/>
                </a:ext>
              </a:extLst>
            </p:cNvPr>
            <p:cNvSpPr/>
            <p:nvPr/>
          </p:nvSpPr>
          <p:spPr>
            <a:xfrm>
              <a:off x="7871155" y="3600642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69" name="object 27">
              <a:extLst>
                <a:ext uri="{FF2B5EF4-FFF2-40B4-BE49-F238E27FC236}">
                  <a16:creationId xmlns:a16="http://schemas.microsoft.com/office/drawing/2014/main" id="{234574CE-AFFA-F4B2-4E88-5EA1994325EC}"/>
                </a:ext>
              </a:extLst>
            </p:cNvPr>
            <p:cNvSpPr txBox="1"/>
            <p:nvPr/>
          </p:nvSpPr>
          <p:spPr>
            <a:xfrm>
              <a:off x="7984741" y="3637434"/>
              <a:ext cx="254689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20" dirty="0">
                  <a:solidFill>
                    <a:prstClr val="black"/>
                  </a:solidFill>
                  <a:latin typeface="Verdana (Body)"/>
                  <a:cs typeface="Calibri"/>
                </a:rPr>
                <a:t>M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0" name="object 47">
              <a:extLst>
                <a:ext uri="{FF2B5EF4-FFF2-40B4-BE49-F238E27FC236}">
                  <a16:creationId xmlns:a16="http://schemas.microsoft.com/office/drawing/2014/main" id="{995E4DF3-6DC4-C116-45F3-9B456F95A028}"/>
                </a:ext>
              </a:extLst>
            </p:cNvPr>
            <p:cNvSpPr/>
            <p:nvPr/>
          </p:nvSpPr>
          <p:spPr>
            <a:xfrm>
              <a:off x="6237977" y="4286611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1" name="object 48">
              <a:extLst>
                <a:ext uri="{FF2B5EF4-FFF2-40B4-BE49-F238E27FC236}">
                  <a16:creationId xmlns:a16="http://schemas.microsoft.com/office/drawing/2014/main" id="{0A8A11D0-CE5C-06B7-2444-309F86B13479}"/>
                </a:ext>
              </a:extLst>
            </p:cNvPr>
            <p:cNvSpPr txBox="1"/>
            <p:nvPr/>
          </p:nvSpPr>
          <p:spPr>
            <a:xfrm>
              <a:off x="6364907" y="4323403"/>
              <a:ext cx="196141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2" name="object 50">
              <a:extLst>
                <a:ext uri="{FF2B5EF4-FFF2-40B4-BE49-F238E27FC236}">
                  <a16:creationId xmlns:a16="http://schemas.microsoft.com/office/drawing/2014/main" id="{FD700062-2CDF-7BF8-9A14-FFD64A52F562}"/>
                </a:ext>
              </a:extLst>
            </p:cNvPr>
            <p:cNvSpPr/>
            <p:nvPr/>
          </p:nvSpPr>
          <p:spPr>
            <a:xfrm>
              <a:off x="74339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3" name="object 51">
              <a:extLst>
                <a:ext uri="{FF2B5EF4-FFF2-40B4-BE49-F238E27FC236}">
                  <a16:creationId xmlns:a16="http://schemas.microsoft.com/office/drawing/2014/main" id="{1F382504-722E-E3C8-3982-903E76433EAA}"/>
                </a:ext>
              </a:extLst>
            </p:cNvPr>
            <p:cNvSpPr txBox="1"/>
            <p:nvPr/>
          </p:nvSpPr>
          <p:spPr>
            <a:xfrm>
              <a:off x="7573586" y="4328477"/>
              <a:ext cx="16686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4" name="object 59">
              <a:extLst>
                <a:ext uri="{FF2B5EF4-FFF2-40B4-BE49-F238E27FC236}">
                  <a16:creationId xmlns:a16="http://schemas.microsoft.com/office/drawing/2014/main" id="{A4916C11-E9DA-84AD-81B6-68FDF9DDEE73}"/>
                </a:ext>
              </a:extLst>
            </p:cNvPr>
            <p:cNvSpPr/>
            <p:nvPr/>
          </p:nvSpPr>
          <p:spPr>
            <a:xfrm>
              <a:off x="6825022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5" name="object 60">
              <a:extLst>
                <a:ext uri="{FF2B5EF4-FFF2-40B4-BE49-F238E27FC236}">
                  <a16:creationId xmlns:a16="http://schemas.microsoft.com/office/drawing/2014/main" id="{B50C07A8-A17F-FE23-AAE2-7E78DF4AB5C7}"/>
                </a:ext>
              </a:extLst>
            </p:cNvPr>
            <p:cNvSpPr txBox="1"/>
            <p:nvPr/>
          </p:nvSpPr>
          <p:spPr>
            <a:xfrm>
              <a:off x="7019793" y="4328477"/>
              <a:ext cx="9587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6" name="object 65">
              <a:extLst>
                <a:ext uri="{FF2B5EF4-FFF2-40B4-BE49-F238E27FC236}">
                  <a16:creationId xmlns:a16="http://schemas.microsoft.com/office/drawing/2014/main" id="{0C79AEEE-F1A0-C362-1ACB-9B805433EF63}"/>
                </a:ext>
              </a:extLst>
            </p:cNvPr>
            <p:cNvSpPr/>
            <p:nvPr/>
          </p:nvSpPr>
          <p:spPr>
            <a:xfrm>
              <a:off x="5514045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7" name="object 66">
              <a:extLst>
                <a:ext uri="{FF2B5EF4-FFF2-40B4-BE49-F238E27FC236}">
                  <a16:creationId xmlns:a16="http://schemas.microsoft.com/office/drawing/2014/main" id="{709331B5-E889-4B39-C10E-C5D271A85EFF}"/>
                </a:ext>
              </a:extLst>
            </p:cNvPr>
            <p:cNvSpPr txBox="1"/>
            <p:nvPr/>
          </p:nvSpPr>
          <p:spPr>
            <a:xfrm>
              <a:off x="5664399" y="4328477"/>
              <a:ext cx="169794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C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78" name="object 71">
              <a:extLst>
                <a:ext uri="{FF2B5EF4-FFF2-40B4-BE49-F238E27FC236}">
                  <a16:creationId xmlns:a16="http://schemas.microsoft.com/office/drawing/2014/main" id="{6016EF5E-4F80-8C3B-33A9-CA2D9235BA15}"/>
                </a:ext>
              </a:extLst>
            </p:cNvPr>
            <p:cNvSpPr/>
            <p:nvPr/>
          </p:nvSpPr>
          <p:spPr>
            <a:xfrm>
              <a:off x="4905146" y="4291685"/>
              <a:ext cx="510845" cy="441154"/>
            </a:xfrm>
            <a:prstGeom prst="ellipse">
              <a:avLst/>
            </a:prstGeom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79" name="object 72">
              <a:extLst>
                <a:ext uri="{FF2B5EF4-FFF2-40B4-BE49-F238E27FC236}">
                  <a16:creationId xmlns:a16="http://schemas.microsoft.com/office/drawing/2014/main" id="{11C9C66D-3455-8B3F-8C71-B267EEC8DFBC}"/>
                </a:ext>
              </a:extLst>
            </p:cNvPr>
            <p:cNvSpPr txBox="1"/>
            <p:nvPr/>
          </p:nvSpPr>
          <p:spPr>
            <a:xfrm>
              <a:off x="5050303" y="4328477"/>
              <a:ext cx="182236" cy="34649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A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9980" name="object 77">
              <a:extLst>
                <a:ext uri="{FF2B5EF4-FFF2-40B4-BE49-F238E27FC236}">
                  <a16:creationId xmlns:a16="http://schemas.microsoft.com/office/drawing/2014/main" id="{F36EFF5B-B255-9C3D-C0AE-7DD545F3EC2E}"/>
                </a:ext>
              </a:extLst>
            </p:cNvPr>
            <p:cNvSpPr/>
            <p:nvPr/>
          </p:nvSpPr>
          <p:spPr>
            <a:xfrm>
              <a:off x="6031559" y="4881115"/>
              <a:ext cx="510845" cy="441154"/>
            </a:xfrm>
            <a:prstGeom prst="ellipse">
              <a:avLst/>
            </a:prstGeom>
            <a:solidFill>
              <a:srgbClr val="FF0000"/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endParaRPr sz="140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9981" name="object 78">
              <a:extLst>
                <a:ext uri="{FF2B5EF4-FFF2-40B4-BE49-F238E27FC236}">
                  <a16:creationId xmlns:a16="http://schemas.microsoft.com/office/drawing/2014/main" id="{C02897E1-7930-3568-926B-4693BB157F7D}"/>
                </a:ext>
              </a:extLst>
            </p:cNvPr>
            <p:cNvSpPr txBox="1"/>
            <p:nvPr/>
          </p:nvSpPr>
          <p:spPr>
            <a:xfrm>
              <a:off x="6172533" y="4919701"/>
              <a:ext cx="191750" cy="346495"/>
            </a:xfrm>
            <a:prstGeom prst="ellipse">
              <a:avLst/>
            </a:prstGeom>
            <a:solidFill>
              <a:srgbClr val="FF00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</a:p>
          </p:txBody>
        </p:sp>
        <p:cxnSp>
          <p:nvCxnSpPr>
            <p:cNvPr id="39982" name="直接箭头连接符 31">
              <a:extLst>
                <a:ext uri="{FF2B5EF4-FFF2-40B4-BE49-F238E27FC236}">
                  <a16:creationId xmlns:a16="http://schemas.microsoft.com/office/drawing/2014/main" id="{4FF3A9A1-3CA5-9C6D-E705-4E0D87DF38E6}"/>
                </a:ext>
              </a:extLst>
            </p:cNvPr>
            <p:cNvCxnSpPr>
              <a:stCxn id="39956" idx="5"/>
              <a:endCxn id="39964" idx="1"/>
            </p:cNvCxnSpPr>
            <p:nvPr/>
          </p:nvCxnSpPr>
          <p:spPr>
            <a:xfrm>
              <a:off x="6978809" y="2774205"/>
              <a:ext cx="52437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3" name="直接箭头连接符 32">
              <a:extLst>
                <a:ext uri="{FF2B5EF4-FFF2-40B4-BE49-F238E27FC236}">
                  <a16:creationId xmlns:a16="http://schemas.microsoft.com/office/drawing/2014/main" id="{8BA2D67B-E3F0-66D1-597D-D66949F820EB}"/>
                </a:ext>
              </a:extLst>
            </p:cNvPr>
            <p:cNvCxnSpPr>
              <a:stCxn id="39956" idx="3"/>
              <a:endCxn id="39958" idx="7"/>
            </p:cNvCxnSpPr>
            <p:nvPr/>
          </p:nvCxnSpPr>
          <p:spPr>
            <a:xfrm flipH="1">
              <a:off x="6093243" y="2774205"/>
              <a:ext cx="524345" cy="24562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4" name="直接箭头连接符 33">
              <a:extLst>
                <a:ext uri="{FF2B5EF4-FFF2-40B4-BE49-F238E27FC236}">
                  <a16:creationId xmlns:a16="http://schemas.microsoft.com/office/drawing/2014/main" id="{B2D8782D-396B-1040-4CCD-F69A39FBFCB9}"/>
                </a:ext>
              </a:extLst>
            </p:cNvPr>
            <p:cNvCxnSpPr>
              <a:stCxn id="39958" idx="4"/>
              <a:endCxn id="39960" idx="7"/>
            </p:cNvCxnSpPr>
            <p:nvPr/>
          </p:nvCxnSpPr>
          <p:spPr>
            <a:xfrm flipH="1">
              <a:off x="5650429" y="3396382"/>
              <a:ext cx="262204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5" name="直接箭头连接符 34">
              <a:extLst>
                <a:ext uri="{FF2B5EF4-FFF2-40B4-BE49-F238E27FC236}">
                  <a16:creationId xmlns:a16="http://schemas.microsoft.com/office/drawing/2014/main" id="{6299490D-2537-4D01-1913-64BEAB49D469}"/>
                </a:ext>
              </a:extLst>
            </p:cNvPr>
            <p:cNvCxnSpPr>
              <a:stCxn id="39964" idx="3"/>
              <a:endCxn id="39966" idx="0"/>
            </p:cNvCxnSpPr>
            <p:nvPr/>
          </p:nvCxnSpPr>
          <p:spPr>
            <a:xfrm flipH="1">
              <a:off x="7241012" y="3331776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6" name="直接箭头连接符 35">
              <a:extLst>
                <a:ext uri="{FF2B5EF4-FFF2-40B4-BE49-F238E27FC236}">
                  <a16:creationId xmlns:a16="http://schemas.microsoft.com/office/drawing/2014/main" id="{CF638D64-D9A5-8D15-0434-7218D8502271}"/>
                </a:ext>
              </a:extLst>
            </p:cNvPr>
            <p:cNvCxnSpPr>
              <a:stCxn id="39958" idx="4"/>
              <a:endCxn id="39962" idx="1"/>
            </p:cNvCxnSpPr>
            <p:nvPr/>
          </p:nvCxnSpPr>
          <p:spPr>
            <a:xfrm>
              <a:off x="5912633" y="3396382"/>
              <a:ext cx="262172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7" name="直接箭头连接符 36">
              <a:extLst>
                <a:ext uri="{FF2B5EF4-FFF2-40B4-BE49-F238E27FC236}">
                  <a16:creationId xmlns:a16="http://schemas.microsoft.com/office/drawing/2014/main" id="{06A8EF7B-0C3D-E859-A276-DF20D0DE144E}"/>
                </a:ext>
              </a:extLst>
            </p:cNvPr>
            <p:cNvCxnSpPr>
              <a:stCxn id="39964" idx="5"/>
              <a:endCxn id="39968" idx="0"/>
            </p:cNvCxnSpPr>
            <p:nvPr/>
          </p:nvCxnSpPr>
          <p:spPr>
            <a:xfrm>
              <a:off x="7864405" y="3331776"/>
              <a:ext cx="262173" cy="268866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8" name="直接箭头连接符 37">
              <a:extLst>
                <a:ext uri="{FF2B5EF4-FFF2-40B4-BE49-F238E27FC236}">
                  <a16:creationId xmlns:a16="http://schemas.microsoft.com/office/drawing/2014/main" id="{4437976D-DAF4-E0F7-536D-AB869A326061}"/>
                </a:ext>
              </a:extLst>
            </p:cNvPr>
            <p:cNvCxnSpPr>
              <a:stCxn id="39960" idx="4"/>
              <a:endCxn id="39976" idx="0"/>
            </p:cNvCxnSpPr>
            <p:nvPr/>
          </p:nvCxnSpPr>
          <p:spPr>
            <a:xfrm>
              <a:off x="5469819" y="4041796"/>
              <a:ext cx="299649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89" name="直接箭头连接符 38">
              <a:extLst>
                <a:ext uri="{FF2B5EF4-FFF2-40B4-BE49-F238E27FC236}">
                  <a16:creationId xmlns:a16="http://schemas.microsoft.com/office/drawing/2014/main" id="{54D3B02E-9063-B664-85BB-7A0ACA683BB2}"/>
                </a:ext>
              </a:extLst>
            </p:cNvPr>
            <p:cNvCxnSpPr>
              <a:stCxn id="39960" idx="4"/>
              <a:endCxn id="39978" idx="0"/>
            </p:cNvCxnSpPr>
            <p:nvPr/>
          </p:nvCxnSpPr>
          <p:spPr>
            <a:xfrm flipH="1">
              <a:off x="5160569" y="4041796"/>
              <a:ext cx="309250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0" name="直接箭头连接符 39">
              <a:extLst>
                <a:ext uri="{FF2B5EF4-FFF2-40B4-BE49-F238E27FC236}">
                  <a16:creationId xmlns:a16="http://schemas.microsoft.com/office/drawing/2014/main" id="{04596A15-2087-7E5F-8062-0C130948F42D}"/>
                </a:ext>
              </a:extLst>
            </p:cNvPr>
            <p:cNvCxnSpPr>
              <a:stCxn id="39966" idx="4"/>
              <a:endCxn id="39974" idx="0"/>
            </p:cNvCxnSpPr>
            <p:nvPr/>
          </p:nvCxnSpPr>
          <p:spPr>
            <a:xfrm flipH="1">
              <a:off x="7080445" y="4041796"/>
              <a:ext cx="160567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1" name="直接箭头连接符 40">
              <a:extLst>
                <a:ext uri="{FF2B5EF4-FFF2-40B4-BE49-F238E27FC236}">
                  <a16:creationId xmlns:a16="http://schemas.microsoft.com/office/drawing/2014/main" id="{E721C360-466C-A589-9041-7754BA13727D}"/>
                </a:ext>
              </a:extLst>
            </p:cNvPr>
            <p:cNvCxnSpPr>
              <a:stCxn id="39962" idx="4"/>
              <a:endCxn id="39970" idx="0"/>
            </p:cNvCxnSpPr>
            <p:nvPr/>
          </p:nvCxnSpPr>
          <p:spPr>
            <a:xfrm>
              <a:off x="6355416" y="4041796"/>
              <a:ext cx="137984" cy="244815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  <p:cxnSp>
          <p:nvCxnSpPr>
            <p:cNvPr id="39992" name="直接箭头连接符 41">
              <a:extLst>
                <a:ext uri="{FF2B5EF4-FFF2-40B4-BE49-F238E27FC236}">
                  <a16:creationId xmlns:a16="http://schemas.microsoft.com/office/drawing/2014/main" id="{84386654-79D7-F6CD-8A74-5DA08A5B2D42}"/>
                </a:ext>
              </a:extLst>
            </p:cNvPr>
            <p:cNvCxnSpPr>
              <a:stCxn id="39966" idx="4"/>
              <a:endCxn id="39972" idx="0"/>
            </p:cNvCxnSpPr>
            <p:nvPr/>
          </p:nvCxnSpPr>
          <p:spPr>
            <a:xfrm>
              <a:off x="7241012" y="4041796"/>
              <a:ext cx="448333" cy="249889"/>
            </a:xfrm>
            <a:prstGeom prst="straightConnector1">
              <a:avLst/>
            </a:prstGeom>
            <a:noFill/>
            <a:ln w="38100" cap="flat" cmpd="sng" algn="ctr">
              <a:solidFill>
                <a:srgbClr val="4F81BD">
                  <a:shade val="95000"/>
                  <a:satMod val="105000"/>
                </a:srgb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39993" name="直接箭头连接符 42">
            <a:extLst>
              <a:ext uri="{FF2B5EF4-FFF2-40B4-BE49-F238E27FC236}">
                <a16:creationId xmlns:a16="http://schemas.microsoft.com/office/drawing/2014/main" id="{3E13A411-5ED3-24B7-795F-ADB99618F449}"/>
              </a:ext>
            </a:extLst>
          </p:cNvPr>
          <p:cNvCxnSpPr/>
          <p:nvPr/>
        </p:nvCxnSpPr>
        <p:spPr>
          <a:xfrm>
            <a:off x="9892942" y="4906362"/>
            <a:ext cx="183423" cy="20698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9997" name="文本框 132">
            <a:extLst>
              <a:ext uri="{FF2B5EF4-FFF2-40B4-BE49-F238E27FC236}">
                <a16:creationId xmlns:a16="http://schemas.microsoft.com/office/drawing/2014/main" id="{EB99C337-0709-CEB7-E5A3-AC7BF4BED207}"/>
              </a:ext>
            </a:extLst>
          </p:cNvPr>
          <p:cNvSpPr txBox="1"/>
          <p:nvPr/>
        </p:nvSpPr>
        <p:spPr>
          <a:xfrm>
            <a:off x="9946005" y="4844582"/>
            <a:ext cx="87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spc="-150" dirty="0">
                <a:solidFill>
                  <a:srgbClr val="C00000"/>
                </a:solidFill>
              </a:rPr>
              <a:t>‘D’ &gt; ‘C’</a:t>
            </a:r>
            <a:endParaRPr lang="zh-CN" altLang="en-US" sz="1400" spc="-150" dirty="0">
              <a:solidFill>
                <a:srgbClr val="C00000"/>
              </a:solidFill>
            </a:endParaRPr>
          </a:p>
        </p:txBody>
      </p:sp>
      <p:sp>
        <p:nvSpPr>
          <p:cNvPr id="2" name="Down Arrow 27">
            <a:extLst>
              <a:ext uri="{FF2B5EF4-FFF2-40B4-BE49-F238E27FC236}">
                <a16:creationId xmlns:a16="http://schemas.microsoft.com/office/drawing/2014/main" id="{91444398-745C-1622-0079-1886CE4D5C9A}"/>
              </a:ext>
            </a:extLst>
          </p:cNvPr>
          <p:cNvSpPr/>
          <p:nvPr/>
        </p:nvSpPr>
        <p:spPr>
          <a:xfrm>
            <a:off x="9713263" y="4337220"/>
            <a:ext cx="264052" cy="268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12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A4C54146-68EE-6B2F-BF99-A5E21404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Deleting nodes in binary search trees</a:t>
            </a: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3E9484EB-9980-F31A-C315-AE33D3973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0530"/>
            <a:ext cx="11087100" cy="5041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Deleting nodes is the most complicated of the four basic operations</a:t>
            </a:r>
          </a:p>
          <a:p>
            <a:r>
              <a:rPr lang="en-SG" altLang="en-US" dirty="0"/>
              <a:t>After remove a node X, the BST must remain as a BST</a:t>
            </a:r>
          </a:p>
          <a:p>
            <a:pPr eaLnBrk="1" hangingPunct="1"/>
            <a:r>
              <a:rPr lang="en-US" altLang="en-US" dirty="0"/>
              <a:t>The procedure for deleting the node depends on its children: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9CDF9C"/>
                </a:solidFill>
                <a:ea typeface="Cambria Math" panose="02040503050406030204" pitchFamily="18" charset="0"/>
                <a:cs typeface="Times New Roman" pitchFamily="18" charset="0"/>
              </a:rPr>
              <a:t>has no children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FFC2C2"/>
                </a:solidFill>
                <a:ea typeface="Cambria Math" panose="02040503050406030204" pitchFamily="18" charset="0"/>
                <a:cs typeface="Times New Roman" pitchFamily="18" charset="0"/>
              </a:rPr>
              <a:t>has one child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C2D1FF"/>
                </a:solidFill>
                <a:ea typeface="Cambria Math" panose="02040503050406030204" pitchFamily="18" charset="0"/>
                <a:cs typeface="Times New Roman" pitchFamily="18" charset="0"/>
              </a:rPr>
              <a:t>has two children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7300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4102F-447B-3EF3-B191-30E65E68E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DF34D701-C80B-8E20-E658-0BB22FBA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Deleting nodes in binary search trees</a:t>
            </a: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2B4E30E8-C744-0B2D-780F-1ED0A2B65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0530"/>
            <a:ext cx="11087100" cy="5041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Deleting nodes is the most complicated of the four basic operations</a:t>
            </a:r>
          </a:p>
          <a:p>
            <a:r>
              <a:rPr lang="en-SG" altLang="en-US" dirty="0"/>
              <a:t>After remove a node X, the BST must remain as a BST</a:t>
            </a:r>
          </a:p>
          <a:p>
            <a:pPr eaLnBrk="1" hangingPunct="1"/>
            <a:r>
              <a:rPr lang="en-US" altLang="en-US" dirty="0"/>
              <a:t>The procedure for deleting the node depends on its children: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9CDF9C"/>
                </a:solidFill>
                <a:ea typeface="Cambria Math" panose="02040503050406030204" pitchFamily="18" charset="0"/>
                <a:cs typeface="Times New Roman" pitchFamily="18" charset="0"/>
              </a:rPr>
              <a:t>has no children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FFC2C2"/>
                </a:solidFill>
                <a:ea typeface="Cambria Math" panose="02040503050406030204" pitchFamily="18" charset="0"/>
                <a:cs typeface="Times New Roman" pitchFamily="18" charset="0"/>
              </a:rPr>
              <a:t>has one child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C2D1FF"/>
                </a:solidFill>
                <a:ea typeface="Cambria Math" panose="02040503050406030204" pitchFamily="18" charset="0"/>
                <a:cs typeface="Times New Roman" pitchFamily="18" charset="0"/>
              </a:rPr>
              <a:t>has two children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CD871DB7-EED4-95ED-8C72-67BBB6C5BB55}"/>
              </a:ext>
            </a:extLst>
          </p:cNvPr>
          <p:cNvSpPr/>
          <p:nvPr/>
        </p:nvSpPr>
        <p:spPr>
          <a:xfrm>
            <a:off x="7512822" y="2940360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94034095-2C7A-2A26-B68B-94F0930CA465}"/>
              </a:ext>
            </a:extLst>
          </p:cNvPr>
          <p:cNvSpPr txBox="1"/>
          <p:nvPr/>
        </p:nvSpPr>
        <p:spPr>
          <a:xfrm>
            <a:off x="7629713" y="2982790"/>
            <a:ext cx="16181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H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10B2EC02-1D5F-9F12-6F69-2EA48BFB6270}"/>
              </a:ext>
            </a:extLst>
          </p:cNvPr>
          <p:cNvSpPr/>
          <p:nvPr/>
        </p:nvSpPr>
        <p:spPr>
          <a:xfrm>
            <a:off x="6773959" y="3405564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CB39A699-B36A-4D9E-FD11-77345660E53F}"/>
              </a:ext>
            </a:extLst>
          </p:cNvPr>
          <p:cNvSpPr txBox="1"/>
          <p:nvPr/>
        </p:nvSpPr>
        <p:spPr>
          <a:xfrm>
            <a:off x="6903677" y="3443665"/>
            <a:ext cx="13189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E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8C3C9E49-40CC-D74A-7B47-6CBF7B8B1E00}"/>
              </a:ext>
            </a:extLst>
          </p:cNvPr>
          <p:cNvSpPr/>
          <p:nvPr/>
        </p:nvSpPr>
        <p:spPr>
          <a:xfrm>
            <a:off x="6404502" y="3944058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7" name="object 15">
            <a:extLst>
              <a:ext uri="{FF2B5EF4-FFF2-40B4-BE49-F238E27FC236}">
                <a16:creationId xmlns:a16="http://schemas.microsoft.com/office/drawing/2014/main" id="{27089425-BE0B-2163-6691-1F2BEE6B9711}"/>
              </a:ext>
            </a:extLst>
          </p:cNvPr>
          <p:cNvSpPr txBox="1"/>
          <p:nvPr/>
        </p:nvSpPr>
        <p:spPr>
          <a:xfrm>
            <a:off x="6528934" y="3982159"/>
            <a:ext cx="14410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B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0499D34D-B3ED-A755-9160-A1F5A1CEF705}"/>
              </a:ext>
            </a:extLst>
          </p:cNvPr>
          <p:cNvSpPr/>
          <p:nvPr/>
        </p:nvSpPr>
        <p:spPr>
          <a:xfrm>
            <a:off x="7143390" y="3944058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E993AE6B-9B2A-CFAF-4663-03BAE9C245E9}"/>
              </a:ext>
            </a:extLst>
          </p:cNvPr>
          <p:cNvSpPr txBox="1"/>
          <p:nvPr/>
        </p:nvSpPr>
        <p:spPr>
          <a:xfrm>
            <a:off x="7275866" y="3982159"/>
            <a:ext cx="12578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F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" name="object 20">
            <a:extLst>
              <a:ext uri="{FF2B5EF4-FFF2-40B4-BE49-F238E27FC236}">
                <a16:creationId xmlns:a16="http://schemas.microsoft.com/office/drawing/2014/main" id="{CBEB08FE-D488-C5D8-67E0-A6FD52B0904D}"/>
              </a:ext>
            </a:extLst>
          </p:cNvPr>
          <p:cNvSpPr/>
          <p:nvPr/>
        </p:nvSpPr>
        <p:spPr>
          <a:xfrm>
            <a:off x="8251709" y="3405564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0D40C7BD-125C-5F96-3A5B-3D15B7D7FB9E}"/>
              </a:ext>
            </a:extLst>
          </p:cNvPr>
          <p:cNvSpPr txBox="1"/>
          <p:nvPr/>
        </p:nvSpPr>
        <p:spPr>
          <a:xfrm>
            <a:off x="8387908" y="3443665"/>
            <a:ext cx="117241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L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2" name="object 23">
            <a:extLst>
              <a:ext uri="{FF2B5EF4-FFF2-40B4-BE49-F238E27FC236}">
                <a16:creationId xmlns:a16="http://schemas.microsoft.com/office/drawing/2014/main" id="{F6E5DAD4-9E57-8A81-E93E-350C446E172B}"/>
              </a:ext>
            </a:extLst>
          </p:cNvPr>
          <p:cNvSpPr/>
          <p:nvPr/>
        </p:nvSpPr>
        <p:spPr>
          <a:xfrm>
            <a:off x="7882278" y="3944058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3" name="object 24">
            <a:extLst>
              <a:ext uri="{FF2B5EF4-FFF2-40B4-BE49-F238E27FC236}">
                <a16:creationId xmlns:a16="http://schemas.microsoft.com/office/drawing/2014/main" id="{9B54EC24-B641-68BD-9F0D-426788A2C2CC}"/>
              </a:ext>
            </a:extLst>
          </p:cNvPr>
          <p:cNvSpPr txBox="1"/>
          <p:nvPr/>
        </p:nvSpPr>
        <p:spPr>
          <a:xfrm>
            <a:off x="8028159" y="3982159"/>
            <a:ext cx="946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J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4" name="object 26">
            <a:extLst>
              <a:ext uri="{FF2B5EF4-FFF2-40B4-BE49-F238E27FC236}">
                <a16:creationId xmlns:a16="http://schemas.microsoft.com/office/drawing/2014/main" id="{AEEE355C-87D6-E118-B535-80FFDE90B987}"/>
              </a:ext>
            </a:extLst>
          </p:cNvPr>
          <p:cNvSpPr/>
          <p:nvPr/>
        </p:nvSpPr>
        <p:spPr>
          <a:xfrm>
            <a:off x="8621141" y="3944058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5" name="object 27">
            <a:extLst>
              <a:ext uri="{FF2B5EF4-FFF2-40B4-BE49-F238E27FC236}">
                <a16:creationId xmlns:a16="http://schemas.microsoft.com/office/drawing/2014/main" id="{7A8A09E7-3356-6BF4-226B-5CA913734B59}"/>
              </a:ext>
            </a:extLst>
          </p:cNvPr>
          <p:cNvSpPr txBox="1"/>
          <p:nvPr/>
        </p:nvSpPr>
        <p:spPr>
          <a:xfrm>
            <a:off x="8715911" y="3982159"/>
            <a:ext cx="21249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20" dirty="0">
                <a:solidFill>
                  <a:prstClr val="black"/>
                </a:solidFill>
                <a:latin typeface="Verdana (Body)"/>
                <a:cs typeface="Calibri"/>
              </a:rPr>
              <a:t>M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6" name="object 47">
            <a:extLst>
              <a:ext uri="{FF2B5EF4-FFF2-40B4-BE49-F238E27FC236}">
                <a16:creationId xmlns:a16="http://schemas.microsoft.com/office/drawing/2014/main" id="{AA5F705F-B2A9-24DD-800E-F8A88C8BDAD8}"/>
              </a:ext>
            </a:extLst>
          </p:cNvPr>
          <p:cNvSpPr/>
          <p:nvPr/>
        </p:nvSpPr>
        <p:spPr>
          <a:xfrm>
            <a:off x="7258516" y="4516389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7" name="object 48">
            <a:extLst>
              <a:ext uri="{FF2B5EF4-FFF2-40B4-BE49-F238E27FC236}">
                <a16:creationId xmlns:a16="http://schemas.microsoft.com/office/drawing/2014/main" id="{7F03ABAA-8AD5-9715-2EC0-85FD5A4F2142}"/>
              </a:ext>
            </a:extLst>
          </p:cNvPr>
          <p:cNvSpPr txBox="1"/>
          <p:nvPr/>
        </p:nvSpPr>
        <p:spPr>
          <a:xfrm>
            <a:off x="7374651" y="4554490"/>
            <a:ext cx="16364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G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8" name="object 50">
            <a:extLst>
              <a:ext uri="{FF2B5EF4-FFF2-40B4-BE49-F238E27FC236}">
                <a16:creationId xmlns:a16="http://schemas.microsoft.com/office/drawing/2014/main" id="{260BDCB4-97DE-D824-38F3-C4D36652A0DC}"/>
              </a:ext>
            </a:extLst>
          </p:cNvPr>
          <p:cNvSpPr/>
          <p:nvPr/>
        </p:nvSpPr>
        <p:spPr>
          <a:xfrm>
            <a:off x="8233417" y="4519693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9" name="object 51">
            <a:extLst>
              <a:ext uri="{FF2B5EF4-FFF2-40B4-BE49-F238E27FC236}">
                <a16:creationId xmlns:a16="http://schemas.microsoft.com/office/drawing/2014/main" id="{2662AAC5-7E51-2F19-F295-850676B9C22A}"/>
              </a:ext>
            </a:extLst>
          </p:cNvPr>
          <p:cNvSpPr txBox="1"/>
          <p:nvPr/>
        </p:nvSpPr>
        <p:spPr>
          <a:xfrm>
            <a:off x="8367860" y="4558724"/>
            <a:ext cx="139223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K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20" name="object 59">
            <a:extLst>
              <a:ext uri="{FF2B5EF4-FFF2-40B4-BE49-F238E27FC236}">
                <a16:creationId xmlns:a16="http://schemas.microsoft.com/office/drawing/2014/main" id="{36ABC632-1C4B-80F4-6840-98703E1B067D}"/>
              </a:ext>
            </a:extLst>
          </p:cNvPr>
          <p:cNvSpPr/>
          <p:nvPr/>
        </p:nvSpPr>
        <p:spPr>
          <a:xfrm>
            <a:off x="7748311" y="4520623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21" name="object 60">
            <a:extLst>
              <a:ext uri="{FF2B5EF4-FFF2-40B4-BE49-F238E27FC236}">
                <a16:creationId xmlns:a16="http://schemas.microsoft.com/office/drawing/2014/main" id="{811BAFE3-1DC8-08EE-5A3F-278E4A6681D2}"/>
              </a:ext>
            </a:extLst>
          </p:cNvPr>
          <p:cNvSpPr txBox="1"/>
          <p:nvPr/>
        </p:nvSpPr>
        <p:spPr>
          <a:xfrm>
            <a:off x="7908203" y="4558724"/>
            <a:ext cx="79992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5" dirty="0">
                <a:solidFill>
                  <a:prstClr val="black"/>
                </a:solidFill>
                <a:latin typeface="Verdana (Body)"/>
                <a:cs typeface="Calibri"/>
              </a:rPr>
              <a:t>I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22" name="object 65">
            <a:extLst>
              <a:ext uri="{FF2B5EF4-FFF2-40B4-BE49-F238E27FC236}">
                <a16:creationId xmlns:a16="http://schemas.microsoft.com/office/drawing/2014/main" id="{350FC6E0-6717-C519-2A0F-EF36FEA716C3}"/>
              </a:ext>
            </a:extLst>
          </p:cNvPr>
          <p:cNvSpPr/>
          <p:nvPr/>
        </p:nvSpPr>
        <p:spPr>
          <a:xfrm>
            <a:off x="6654511" y="4520623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23" name="object 66">
            <a:extLst>
              <a:ext uri="{FF2B5EF4-FFF2-40B4-BE49-F238E27FC236}">
                <a16:creationId xmlns:a16="http://schemas.microsoft.com/office/drawing/2014/main" id="{48A56E7B-8A3C-3C52-95E0-CA84EEC8B5CF}"/>
              </a:ext>
            </a:extLst>
          </p:cNvPr>
          <p:cNvSpPr txBox="1"/>
          <p:nvPr/>
        </p:nvSpPr>
        <p:spPr>
          <a:xfrm>
            <a:off x="6779957" y="4558724"/>
            <a:ext cx="14166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C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24" name="object 71">
            <a:extLst>
              <a:ext uri="{FF2B5EF4-FFF2-40B4-BE49-F238E27FC236}">
                <a16:creationId xmlns:a16="http://schemas.microsoft.com/office/drawing/2014/main" id="{D356C4F1-8072-C1B2-D25E-AFE194404C6D}"/>
              </a:ext>
            </a:extLst>
          </p:cNvPr>
          <p:cNvSpPr/>
          <p:nvPr/>
        </p:nvSpPr>
        <p:spPr>
          <a:xfrm>
            <a:off x="6146482" y="4520623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25" name="object 72">
            <a:extLst>
              <a:ext uri="{FF2B5EF4-FFF2-40B4-BE49-F238E27FC236}">
                <a16:creationId xmlns:a16="http://schemas.microsoft.com/office/drawing/2014/main" id="{099EEDE1-40AB-3DF4-3F37-71345E10B149}"/>
              </a:ext>
            </a:extLst>
          </p:cNvPr>
          <p:cNvSpPr txBox="1"/>
          <p:nvPr/>
        </p:nvSpPr>
        <p:spPr>
          <a:xfrm>
            <a:off x="6267593" y="4558724"/>
            <a:ext cx="1520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A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26" name="object 77">
            <a:extLst>
              <a:ext uri="{FF2B5EF4-FFF2-40B4-BE49-F238E27FC236}">
                <a16:creationId xmlns:a16="http://schemas.microsoft.com/office/drawing/2014/main" id="{7150C0DF-B036-17FB-EAD5-9C76D24F600D}"/>
              </a:ext>
            </a:extLst>
          </p:cNvPr>
          <p:cNvSpPr/>
          <p:nvPr/>
        </p:nvSpPr>
        <p:spPr>
          <a:xfrm>
            <a:off x="6839239" y="5097151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27" name="object 78">
            <a:extLst>
              <a:ext uri="{FF2B5EF4-FFF2-40B4-BE49-F238E27FC236}">
                <a16:creationId xmlns:a16="http://schemas.microsoft.com/office/drawing/2014/main" id="{FEDF6CF2-CE00-816E-D06F-472B771CE9D7}"/>
              </a:ext>
            </a:extLst>
          </p:cNvPr>
          <p:cNvSpPr txBox="1"/>
          <p:nvPr/>
        </p:nvSpPr>
        <p:spPr>
          <a:xfrm>
            <a:off x="6956860" y="5139578"/>
            <a:ext cx="159985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D</a:t>
            </a:r>
          </a:p>
        </p:txBody>
      </p:sp>
      <p:cxnSp>
        <p:nvCxnSpPr>
          <p:cNvPr id="28" name="直接箭头连接符 51">
            <a:extLst>
              <a:ext uri="{FF2B5EF4-FFF2-40B4-BE49-F238E27FC236}">
                <a16:creationId xmlns:a16="http://schemas.microsoft.com/office/drawing/2014/main" id="{42FC5A26-2E5E-D8CC-4E4F-9DDB05345353}"/>
              </a:ext>
            </a:extLst>
          </p:cNvPr>
          <p:cNvCxnSpPr>
            <a:stCxn id="2" idx="5"/>
            <a:endCxn id="10" idx="1"/>
          </p:cNvCxnSpPr>
          <p:nvPr/>
        </p:nvCxnSpPr>
        <p:spPr>
          <a:xfrm>
            <a:off x="7876622" y="3254529"/>
            <a:ext cx="437507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直接箭头连接符 52">
            <a:extLst>
              <a:ext uri="{FF2B5EF4-FFF2-40B4-BE49-F238E27FC236}">
                <a16:creationId xmlns:a16="http://schemas.microsoft.com/office/drawing/2014/main" id="{F56B0A35-08E4-CBE8-B6A5-C0BDCBB28254}"/>
              </a:ext>
            </a:extLst>
          </p:cNvPr>
          <p:cNvCxnSpPr>
            <a:stCxn id="2" idx="3"/>
            <a:endCxn id="4" idx="7"/>
          </p:cNvCxnSpPr>
          <p:nvPr/>
        </p:nvCxnSpPr>
        <p:spPr>
          <a:xfrm flipH="1">
            <a:off x="7137758" y="3254529"/>
            <a:ext cx="437482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直接箭头连接符 53">
            <a:extLst>
              <a:ext uri="{FF2B5EF4-FFF2-40B4-BE49-F238E27FC236}">
                <a16:creationId xmlns:a16="http://schemas.microsoft.com/office/drawing/2014/main" id="{096714CC-A7FC-D0C8-94BB-3B595185A69A}"/>
              </a:ext>
            </a:extLst>
          </p:cNvPr>
          <p:cNvCxnSpPr>
            <a:stCxn id="4" idx="4"/>
            <a:endCxn id="6" idx="7"/>
          </p:cNvCxnSpPr>
          <p:nvPr/>
        </p:nvCxnSpPr>
        <p:spPr>
          <a:xfrm flipH="1">
            <a:off x="6768302" y="3773636"/>
            <a:ext cx="218767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直接箭头连接符 54">
            <a:extLst>
              <a:ext uri="{FF2B5EF4-FFF2-40B4-BE49-F238E27FC236}">
                <a16:creationId xmlns:a16="http://schemas.microsoft.com/office/drawing/2014/main" id="{3D479DFE-A103-2104-785F-3F62E71B953F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 flipH="1">
            <a:off x="8095388" y="3719733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直接箭头连接符 55">
            <a:extLst>
              <a:ext uri="{FF2B5EF4-FFF2-40B4-BE49-F238E27FC236}">
                <a16:creationId xmlns:a16="http://schemas.microsoft.com/office/drawing/2014/main" id="{066D8742-6752-3DCE-1938-05FE4AF6DAAA}"/>
              </a:ext>
            </a:extLst>
          </p:cNvPr>
          <p:cNvCxnSpPr>
            <a:stCxn id="4" idx="4"/>
            <a:endCxn id="8" idx="1"/>
          </p:cNvCxnSpPr>
          <p:nvPr/>
        </p:nvCxnSpPr>
        <p:spPr>
          <a:xfrm>
            <a:off x="6987068" y="3773636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3" name="直接箭头连接符 56">
            <a:extLst>
              <a:ext uri="{FF2B5EF4-FFF2-40B4-BE49-F238E27FC236}">
                <a16:creationId xmlns:a16="http://schemas.microsoft.com/office/drawing/2014/main" id="{2A3722B4-7133-5F84-AA27-B1D3031326B8}"/>
              </a:ext>
            </a:extLst>
          </p:cNvPr>
          <p:cNvCxnSpPr>
            <a:stCxn id="10" idx="5"/>
            <a:endCxn id="14" idx="0"/>
          </p:cNvCxnSpPr>
          <p:nvPr/>
        </p:nvCxnSpPr>
        <p:spPr>
          <a:xfrm>
            <a:off x="8615510" y="3719733"/>
            <a:ext cx="218741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4" name="直接箭头连接符 57">
            <a:extLst>
              <a:ext uri="{FF2B5EF4-FFF2-40B4-BE49-F238E27FC236}">
                <a16:creationId xmlns:a16="http://schemas.microsoft.com/office/drawing/2014/main" id="{1605475E-034C-BC43-1F49-BC4F9A24D533}"/>
              </a:ext>
            </a:extLst>
          </p:cNvPr>
          <p:cNvCxnSpPr>
            <a:stCxn id="6" idx="4"/>
            <a:endCxn id="22" idx="0"/>
          </p:cNvCxnSpPr>
          <p:nvPr/>
        </p:nvCxnSpPr>
        <p:spPr>
          <a:xfrm>
            <a:off x="6617612" y="4312130"/>
            <a:ext cx="250009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5" name="直接箭头连接符 58">
            <a:extLst>
              <a:ext uri="{FF2B5EF4-FFF2-40B4-BE49-F238E27FC236}">
                <a16:creationId xmlns:a16="http://schemas.microsoft.com/office/drawing/2014/main" id="{11AE0A08-B322-BFF6-3E52-3443C27B4980}"/>
              </a:ext>
            </a:extLst>
          </p:cNvPr>
          <p:cNvCxnSpPr>
            <a:stCxn id="6" idx="4"/>
            <a:endCxn id="24" idx="0"/>
          </p:cNvCxnSpPr>
          <p:nvPr/>
        </p:nvCxnSpPr>
        <p:spPr>
          <a:xfrm flipH="1">
            <a:off x="6359592" y="4312130"/>
            <a:ext cx="258020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6" name="直接箭头连接符 59">
            <a:extLst>
              <a:ext uri="{FF2B5EF4-FFF2-40B4-BE49-F238E27FC236}">
                <a16:creationId xmlns:a16="http://schemas.microsoft.com/office/drawing/2014/main" id="{006BA7E3-488B-7D66-6D95-83DCD35C1B33}"/>
              </a:ext>
            </a:extLst>
          </p:cNvPr>
          <p:cNvCxnSpPr>
            <a:stCxn id="12" idx="4"/>
            <a:endCxn id="20" idx="0"/>
          </p:cNvCxnSpPr>
          <p:nvPr/>
        </p:nvCxnSpPr>
        <p:spPr>
          <a:xfrm flipH="1">
            <a:off x="7961421" y="4312130"/>
            <a:ext cx="133967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7" name="直接箭头连接符 60">
            <a:extLst>
              <a:ext uri="{FF2B5EF4-FFF2-40B4-BE49-F238E27FC236}">
                <a16:creationId xmlns:a16="http://schemas.microsoft.com/office/drawing/2014/main" id="{98C5BD7A-A165-E75B-7EBA-FD5CEFF4AB4A}"/>
              </a:ext>
            </a:extLst>
          </p:cNvPr>
          <p:cNvCxnSpPr>
            <a:stCxn id="8" idx="4"/>
            <a:endCxn id="16" idx="0"/>
          </p:cNvCxnSpPr>
          <p:nvPr/>
        </p:nvCxnSpPr>
        <p:spPr>
          <a:xfrm>
            <a:off x="7356500" y="4312131"/>
            <a:ext cx="115126" cy="204259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直接箭头连接符 61">
            <a:extLst>
              <a:ext uri="{FF2B5EF4-FFF2-40B4-BE49-F238E27FC236}">
                <a16:creationId xmlns:a16="http://schemas.microsoft.com/office/drawing/2014/main" id="{57844CDD-0EA1-3F24-C785-815B1CAE8176}"/>
              </a:ext>
            </a:extLst>
          </p:cNvPr>
          <p:cNvCxnSpPr>
            <a:stCxn id="12" idx="4"/>
            <a:endCxn id="18" idx="0"/>
          </p:cNvCxnSpPr>
          <p:nvPr/>
        </p:nvCxnSpPr>
        <p:spPr>
          <a:xfrm>
            <a:off x="8095389" y="4312131"/>
            <a:ext cx="351139" cy="207563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直接箭头连接符 62">
            <a:extLst>
              <a:ext uri="{FF2B5EF4-FFF2-40B4-BE49-F238E27FC236}">
                <a16:creationId xmlns:a16="http://schemas.microsoft.com/office/drawing/2014/main" id="{95291A39-04F9-8354-DA64-51E6539F3CA1}"/>
              </a:ext>
            </a:extLst>
          </p:cNvPr>
          <p:cNvCxnSpPr>
            <a:stCxn id="22" idx="4"/>
            <a:endCxn id="26" idx="0"/>
          </p:cNvCxnSpPr>
          <p:nvPr/>
        </p:nvCxnSpPr>
        <p:spPr>
          <a:xfrm>
            <a:off x="6867621" y="4888695"/>
            <a:ext cx="184729" cy="20845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76764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D6B3A-504F-DDF3-4E9B-5A17DCE99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77DFDE6B-1637-2869-43D8-BC6E7EECD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Deleting nodes in binary search trees</a:t>
            </a: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ADCE968A-A327-18D5-6ABA-824DE3E2F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0530"/>
            <a:ext cx="11087100" cy="5041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Deleting nodes is the most complicated of the four basic operations</a:t>
            </a:r>
          </a:p>
          <a:p>
            <a:r>
              <a:rPr lang="en-SG" altLang="en-US" dirty="0"/>
              <a:t>After remove a node X, the BST must remain as a BST</a:t>
            </a:r>
          </a:p>
          <a:p>
            <a:pPr eaLnBrk="1" hangingPunct="1"/>
            <a:r>
              <a:rPr lang="en-US" altLang="en-US" dirty="0"/>
              <a:t>The procedure for deleting the node depends on its children: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9CDF9C"/>
                </a:solidFill>
                <a:ea typeface="Cambria Math" panose="02040503050406030204" pitchFamily="18" charset="0"/>
                <a:cs typeface="Times New Roman" pitchFamily="18" charset="0"/>
              </a:rPr>
              <a:t>has no children</a:t>
            </a:r>
          </a:p>
          <a:p>
            <a:pPr lvl="2"/>
            <a:r>
              <a:rPr lang="en-US" sz="2400" dirty="0"/>
              <a:t>Remove </a:t>
            </a:r>
            <a:r>
              <a:rPr lang="en-US" sz="2400" b="1" dirty="0">
                <a:solidFill>
                  <a:srgbClr val="FF0000"/>
                </a:solidFill>
              </a:rPr>
              <a:t>X</a:t>
            </a:r>
            <a:endParaRPr lang="en-SG" sz="2400" b="1" dirty="0">
              <a:solidFill>
                <a:srgbClr val="FF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US" sz="2800" b="1" dirty="0">
              <a:solidFill>
                <a:srgbClr val="9CDF9C"/>
              </a:solidFill>
              <a:ea typeface="Cambria Math" panose="020405030504060302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  <p:sp>
        <p:nvSpPr>
          <p:cNvPr id="40" name="object 8">
            <a:extLst>
              <a:ext uri="{FF2B5EF4-FFF2-40B4-BE49-F238E27FC236}">
                <a16:creationId xmlns:a16="http://schemas.microsoft.com/office/drawing/2014/main" id="{66A84CF0-D58D-C2B9-60C2-264CCF71129C}"/>
              </a:ext>
            </a:extLst>
          </p:cNvPr>
          <p:cNvSpPr/>
          <p:nvPr/>
        </p:nvSpPr>
        <p:spPr>
          <a:xfrm>
            <a:off x="7554197" y="2911397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1" name="object 9">
            <a:extLst>
              <a:ext uri="{FF2B5EF4-FFF2-40B4-BE49-F238E27FC236}">
                <a16:creationId xmlns:a16="http://schemas.microsoft.com/office/drawing/2014/main" id="{912BA66E-5455-9A48-CDAA-6A54325A5976}"/>
              </a:ext>
            </a:extLst>
          </p:cNvPr>
          <p:cNvSpPr txBox="1"/>
          <p:nvPr/>
        </p:nvSpPr>
        <p:spPr>
          <a:xfrm>
            <a:off x="7671088" y="2953827"/>
            <a:ext cx="16181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H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2" name="object 11">
            <a:extLst>
              <a:ext uri="{FF2B5EF4-FFF2-40B4-BE49-F238E27FC236}">
                <a16:creationId xmlns:a16="http://schemas.microsoft.com/office/drawing/2014/main" id="{3B5381B8-5DD5-A27B-8F09-18F4B21D284E}"/>
              </a:ext>
            </a:extLst>
          </p:cNvPr>
          <p:cNvSpPr/>
          <p:nvPr/>
        </p:nvSpPr>
        <p:spPr>
          <a:xfrm>
            <a:off x="6815334" y="3376601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3" name="object 12">
            <a:extLst>
              <a:ext uri="{FF2B5EF4-FFF2-40B4-BE49-F238E27FC236}">
                <a16:creationId xmlns:a16="http://schemas.microsoft.com/office/drawing/2014/main" id="{002AFBBE-78FC-73A4-9247-45EB76F48CF8}"/>
              </a:ext>
            </a:extLst>
          </p:cNvPr>
          <p:cNvSpPr txBox="1"/>
          <p:nvPr/>
        </p:nvSpPr>
        <p:spPr>
          <a:xfrm>
            <a:off x="6945052" y="3414702"/>
            <a:ext cx="13189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E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4" name="object 14">
            <a:extLst>
              <a:ext uri="{FF2B5EF4-FFF2-40B4-BE49-F238E27FC236}">
                <a16:creationId xmlns:a16="http://schemas.microsoft.com/office/drawing/2014/main" id="{557538DA-52BD-0719-7D4E-BA6CA010346B}"/>
              </a:ext>
            </a:extLst>
          </p:cNvPr>
          <p:cNvSpPr/>
          <p:nvPr/>
        </p:nvSpPr>
        <p:spPr>
          <a:xfrm>
            <a:off x="6445877" y="3915095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5" name="object 15">
            <a:extLst>
              <a:ext uri="{FF2B5EF4-FFF2-40B4-BE49-F238E27FC236}">
                <a16:creationId xmlns:a16="http://schemas.microsoft.com/office/drawing/2014/main" id="{C484E191-8863-F8A9-65B3-3EF31FA6206A}"/>
              </a:ext>
            </a:extLst>
          </p:cNvPr>
          <p:cNvSpPr txBox="1"/>
          <p:nvPr/>
        </p:nvSpPr>
        <p:spPr>
          <a:xfrm>
            <a:off x="6570309" y="3953196"/>
            <a:ext cx="14410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B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6" name="object 17">
            <a:extLst>
              <a:ext uri="{FF2B5EF4-FFF2-40B4-BE49-F238E27FC236}">
                <a16:creationId xmlns:a16="http://schemas.microsoft.com/office/drawing/2014/main" id="{F7DC360D-7DFB-A171-1B48-289BA23E7AA4}"/>
              </a:ext>
            </a:extLst>
          </p:cNvPr>
          <p:cNvSpPr/>
          <p:nvPr/>
        </p:nvSpPr>
        <p:spPr>
          <a:xfrm>
            <a:off x="7184765" y="3915095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7" name="object 18">
            <a:extLst>
              <a:ext uri="{FF2B5EF4-FFF2-40B4-BE49-F238E27FC236}">
                <a16:creationId xmlns:a16="http://schemas.microsoft.com/office/drawing/2014/main" id="{BB82D3DA-F912-76B0-2D18-EEE66EEB08F4}"/>
              </a:ext>
            </a:extLst>
          </p:cNvPr>
          <p:cNvSpPr txBox="1"/>
          <p:nvPr/>
        </p:nvSpPr>
        <p:spPr>
          <a:xfrm>
            <a:off x="7317241" y="3953196"/>
            <a:ext cx="12578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F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48" name="object 20">
            <a:extLst>
              <a:ext uri="{FF2B5EF4-FFF2-40B4-BE49-F238E27FC236}">
                <a16:creationId xmlns:a16="http://schemas.microsoft.com/office/drawing/2014/main" id="{8070DA42-E28A-9874-4668-558395C1DD1D}"/>
              </a:ext>
            </a:extLst>
          </p:cNvPr>
          <p:cNvSpPr/>
          <p:nvPr/>
        </p:nvSpPr>
        <p:spPr>
          <a:xfrm>
            <a:off x="8293084" y="3376601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49" name="object 21">
            <a:extLst>
              <a:ext uri="{FF2B5EF4-FFF2-40B4-BE49-F238E27FC236}">
                <a16:creationId xmlns:a16="http://schemas.microsoft.com/office/drawing/2014/main" id="{EFD938B5-3A72-2EE3-F0BD-796BCF5C1A86}"/>
              </a:ext>
            </a:extLst>
          </p:cNvPr>
          <p:cNvSpPr txBox="1"/>
          <p:nvPr/>
        </p:nvSpPr>
        <p:spPr>
          <a:xfrm>
            <a:off x="8429283" y="3414702"/>
            <a:ext cx="117241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L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50" name="object 23">
            <a:extLst>
              <a:ext uri="{FF2B5EF4-FFF2-40B4-BE49-F238E27FC236}">
                <a16:creationId xmlns:a16="http://schemas.microsoft.com/office/drawing/2014/main" id="{959B4CAA-92DF-1DB8-6939-9982ECBFD709}"/>
              </a:ext>
            </a:extLst>
          </p:cNvPr>
          <p:cNvSpPr/>
          <p:nvPr/>
        </p:nvSpPr>
        <p:spPr>
          <a:xfrm>
            <a:off x="7923653" y="3915095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1" name="object 24">
            <a:extLst>
              <a:ext uri="{FF2B5EF4-FFF2-40B4-BE49-F238E27FC236}">
                <a16:creationId xmlns:a16="http://schemas.microsoft.com/office/drawing/2014/main" id="{4A37E73E-E6BB-D842-03FE-29BD483C263D}"/>
              </a:ext>
            </a:extLst>
          </p:cNvPr>
          <p:cNvSpPr txBox="1"/>
          <p:nvPr/>
        </p:nvSpPr>
        <p:spPr>
          <a:xfrm>
            <a:off x="8069534" y="3953196"/>
            <a:ext cx="946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J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52" name="object 26">
            <a:extLst>
              <a:ext uri="{FF2B5EF4-FFF2-40B4-BE49-F238E27FC236}">
                <a16:creationId xmlns:a16="http://schemas.microsoft.com/office/drawing/2014/main" id="{EB161E32-E880-A81C-0A35-D52851277D44}"/>
              </a:ext>
            </a:extLst>
          </p:cNvPr>
          <p:cNvSpPr/>
          <p:nvPr/>
        </p:nvSpPr>
        <p:spPr>
          <a:xfrm>
            <a:off x="8662516" y="3915095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3" name="object 27">
            <a:extLst>
              <a:ext uri="{FF2B5EF4-FFF2-40B4-BE49-F238E27FC236}">
                <a16:creationId xmlns:a16="http://schemas.microsoft.com/office/drawing/2014/main" id="{A4E8178D-5141-05CC-A9A6-3BCF41F28DEB}"/>
              </a:ext>
            </a:extLst>
          </p:cNvPr>
          <p:cNvSpPr txBox="1"/>
          <p:nvPr/>
        </p:nvSpPr>
        <p:spPr>
          <a:xfrm>
            <a:off x="8757286" y="3953196"/>
            <a:ext cx="21249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20" dirty="0">
                <a:solidFill>
                  <a:prstClr val="black"/>
                </a:solidFill>
                <a:latin typeface="Verdana (Body)"/>
                <a:cs typeface="Calibri"/>
              </a:rPr>
              <a:t>M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54" name="object 47">
            <a:extLst>
              <a:ext uri="{FF2B5EF4-FFF2-40B4-BE49-F238E27FC236}">
                <a16:creationId xmlns:a16="http://schemas.microsoft.com/office/drawing/2014/main" id="{33C8C034-5DC8-66BC-7C4D-1444660C90A1}"/>
              </a:ext>
            </a:extLst>
          </p:cNvPr>
          <p:cNvSpPr/>
          <p:nvPr/>
        </p:nvSpPr>
        <p:spPr>
          <a:xfrm>
            <a:off x="7299891" y="4487426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5" name="object 48">
            <a:extLst>
              <a:ext uri="{FF2B5EF4-FFF2-40B4-BE49-F238E27FC236}">
                <a16:creationId xmlns:a16="http://schemas.microsoft.com/office/drawing/2014/main" id="{716BB7FE-0755-39E9-7835-ADE8D730DE88}"/>
              </a:ext>
            </a:extLst>
          </p:cNvPr>
          <p:cNvSpPr txBox="1"/>
          <p:nvPr/>
        </p:nvSpPr>
        <p:spPr>
          <a:xfrm>
            <a:off x="7416026" y="4525527"/>
            <a:ext cx="16364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G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56" name="object 50">
            <a:extLst>
              <a:ext uri="{FF2B5EF4-FFF2-40B4-BE49-F238E27FC236}">
                <a16:creationId xmlns:a16="http://schemas.microsoft.com/office/drawing/2014/main" id="{97F80192-762F-61F3-A5BF-C0DB62CEB45F}"/>
              </a:ext>
            </a:extLst>
          </p:cNvPr>
          <p:cNvSpPr/>
          <p:nvPr/>
        </p:nvSpPr>
        <p:spPr>
          <a:xfrm>
            <a:off x="8274792" y="4490730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7" name="object 51">
            <a:extLst>
              <a:ext uri="{FF2B5EF4-FFF2-40B4-BE49-F238E27FC236}">
                <a16:creationId xmlns:a16="http://schemas.microsoft.com/office/drawing/2014/main" id="{27739801-A8E8-FEB1-4E67-FB08AED84637}"/>
              </a:ext>
            </a:extLst>
          </p:cNvPr>
          <p:cNvSpPr txBox="1"/>
          <p:nvPr/>
        </p:nvSpPr>
        <p:spPr>
          <a:xfrm>
            <a:off x="8409235" y="4529761"/>
            <a:ext cx="139223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K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58" name="object 59">
            <a:extLst>
              <a:ext uri="{FF2B5EF4-FFF2-40B4-BE49-F238E27FC236}">
                <a16:creationId xmlns:a16="http://schemas.microsoft.com/office/drawing/2014/main" id="{6B164FCD-E9CE-D2A6-37BB-F789EC2F5960}"/>
              </a:ext>
            </a:extLst>
          </p:cNvPr>
          <p:cNvSpPr/>
          <p:nvPr/>
        </p:nvSpPr>
        <p:spPr>
          <a:xfrm>
            <a:off x="7789686" y="4491660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9" name="object 60">
            <a:extLst>
              <a:ext uri="{FF2B5EF4-FFF2-40B4-BE49-F238E27FC236}">
                <a16:creationId xmlns:a16="http://schemas.microsoft.com/office/drawing/2014/main" id="{6E56DC5F-5BC3-9719-CB75-B519CD7B74D7}"/>
              </a:ext>
            </a:extLst>
          </p:cNvPr>
          <p:cNvSpPr txBox="1"/>
          <p:nvPr/>
        </p:nvSpPr>
        <p:spPr>
          <a:xfrm>
            <a:off x="7949578" y="4529761"/>
            <a:ext cx="79992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5" dirty="0">
                <a:solidFill>
                  <a:prstClr val="black"/>
                </a:solidFill>
                <a:latin typeface="Verdana (Body)"/>
                <a:cs typeface="Calibri"/>
              </a:rPr>
              <a:t>I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60" name="object 65">
            <a:extLst>
              <a:ext uri="{FF2B5EF4-FFF2-40B4-BE49-F238E27FC236}">
                <a16:creationId xmlns:a16="http://schemas.microsoft.com/office/drawing/2014/main" id="{D27D4469-48F9-47F8-2927-3552077543F3}"/>
              </a:ext>
            </a:extLst>
          </p:cNvPr>
          <p:cNvSpPr/>
          <p:nvPr/>
        </p:nvSpPr>
        <p:spPr>
          <a:xfrm>
            <a:off x="6695886" y="4491660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61" name="object 66">
            <a:extLst>
              <a:ext uri="{FF2B5EF4-FFF2-40B4-BE49-F238E27FC236}">
                <a16:creationId xmlns:a16="http://schemas.microsoft.com/office/drawing/2014/main" id="{8B4D0122-0B83-AB8D-8E4C-DC43E0FC72E8}"/>
              </a:ext>
            </a:extLst>
          </p:cNvPr>
          <p:cNvSpPr txBox="1"/>
          <p:nvPr/>
        </p:nvSpPr>
        <p:spPr>
          <a:xfrm>
            <a:off x="6821332" y="4529761"/>
            <a:ext cx="14166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C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62" name="object 71">
            <a:extLst>
              <a:ext uri="{FF2B5EF4-FFF2-40B4-BE49-F238E27FC236}">
                <a16:creationId xmlns:a16="http://schemas.microsoft.com/office/drawing/2014/main" id="{87CC20A9-E18E-E57D-BAB5-EC37664977D0}"/>
              </a:ext>
            </a:extLst>
          </p:cNvPr>
          <p:cNvSpPr/>
          <p:nvPr/>
        </p:nvSpPr>
        <p:spPr>
          <a:xfrm>
            <a:off x="6187857" y="4491660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63" name="object 72">
            <a:extLst>
              <a:ext uri="{FF2B5EF4-FFF2-40B4-BE49-F238E27FC236}">
                <a16:creationId xmlns:a16="http://schemas.microsoft.com/office/drawing/2014/main" id="{52DB975D-5CEA-E67E-DA85-F51DC47E2D92}"/>
              </a:ext>
            </a:extLst>
          </p:cNvPr>
          <p:cNvSpPr txBox="1"/>
          <p:nvPr/>
        </p:nvSpPr>
        <p:spPr>
          <a:xfrm>
            <a:off x="6308968" y="4529761"/>
            <a:ext cx="1520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A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39936" name="object 77">
            <a:extLst>
              <a:ext uri="{FF2B5EF4-FFF2-40B4-BE49-F238E27FC236}">
                <a16:creationId xmlns:a16="http://schemas.microsoft.com/office/drawing/2014/main" id="{4B80DF12-EC12-8A9C-5871-4EFC499B2139}"/>
              </a:ext>
            </a:extLst>
          </p:cNvPr>
          <p:cNvSpPr/>
          <p:nvPr/>
        </p:nvSpPr>
        <p:spPr>
          <a:xfrm>
            <a:off x="6880614" y="5068188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39939" name="object 78">
            <a:extLst>
              <a:ext uri="{FF2B5EF4-FFF2-40B4-BE49-F238E27FC236}">
                <a16:creationId xmlns:a16="http://schemas.microsoft.com/office/drawing/2014/main" id="{A4E1D242-5A0E-2BD8-8250-7E0A4DFD9C0A}"/>
              </a:ext>
            </a:extLst>
          </p:cNvPr>
          <p:cNvSpPr txBox="1"/>
          <p:nvPr/>
        </p:nvSpPr>
        <p:spPr>
          <a:xfrm>
            <a:off x="6998235" y="5110615"/>
            <a:ext cx="159985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D</a:t>
            </a:r>
          </a:p>
        </p:txBody>
      </p:sp>
      <p:cxnSp>
        <p:nvCxnSpPr>
          <p:cNvPr id="39940" name="直接箭头连接符 51">
            <a:extLst>
              <a:ext uri="{FF2B5EF4-FFF2-40B4-BE49-F238E27FC236}">
                <a16:creationId xmlns:a16="http://schemas.microsoft.com/office/drawing/2014/main" id="{4EA8C379-4CDA-3CCB-C0C9-9642D5BB2661}"/>
              </a:ext>
            </a:extLst>
          </p:cNvPr>
          <p:cNvCxnSpPr>
            <a:stCxn id="40" idx="5"/>
            <a:endCxn id="48" idx="1"/>
          </p:cNvCxnSpPr>
          <p:nvPr/>
        </p:nvCxnSpPr>
        <p:spPr>
          <a:xfrm>
            <a:off x="7917997" y="3225566"/>
            <a:ext cx="437507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1" name="直接箭头连接符 52">
            <a:extLst>
              <a:ext uri="{FF2B5EF4-FFF2-40B4-BE49-F238E27FC236}">
                <a16:creationId xmlns:a16="http://schemas.microsoft.com/office/drawing/2014/main" id="{B58DD9D0-E772-640F-64DA-B0BF9733BE5E}"/>
              </a:ext>
            </a:extLst>
          </p:cNvPr>
          <p:cNvCxnSpPr>
            <a:stCxn id="40" idx="3"/>
            <a:endCxn id="42" idx="7"/>
          </p:cNvCxnSpPr>
          <p:nvPr/>
        </p:nvCxnSpPr>
        <p:spPr>
          <a:xfrm flipH="1">
            <a:off x="7179133" y="3225566"/>
            <a:ext cx="437482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2" name="直接箭头连接符 53">
            <a:extLst>
              <a:ext uri="{FF2B5EF4-FFF2-40B4-BE49-F238E27FC236}">
                <a16:creationId xmlns:a16="http://schemas.microsoft.com/office/drawing/2014/main" id="{FFDC7CE6-D292-FC88-7F99-21872A83DA12}"/>
              </a:ext>
            </a:extLst>
          </p:cNvPr>
          <p:cNvCxnSpPr>
            <a:stCxn id="42" idx="4"/>
            <a:endCxn id="44" idx="7"/>
          </p:cNvCxnSpPr>
          <p:nvPr/>
        </p:nvCxnSpPr>
        <p:spPr>
          <a:xfrm flipH="1">
            <a:off x="6809677" y="3744673"/>
            <a:ext cx="218767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3" name="直接箭头连接符 54">
            <a:extLst>
              <a:ext uri="{FF2B5EF4-FFF2-40B4-BE49-F238E27FC236}">
                <a16:creationId xmlns:a16="http://schemas.microsoft.com/office/drawing/2014/main" id="{DF3B5A1B-67CB-F6FF-EB15-8210AA0E5018}"/>
              </a:ext>
            </a:extLst>
          </p:cNvPr>
          <p:cNvCxnSpPr>
            <a:stCxn id="48" idx="3"/>
            <a:endCxn id="50" idx="0"/>
          </p:cNvCxnSpPr>
          <p:nvPr/>
        </p:nvCxnSpPr>
        <p:spPr>
          <a:xfrm flipH="1">
            <a:off x="8136763" y="3690770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4" name="直接箭头连接符 55">
            <a:extLst>
              <a:ext uri="{FF2B5EF4-FFF2-40B4-BE49-F238E27FC236}">
                <a16:creationId xmlns:a16="http://schemas.microsoft.com/office/drawing/2014/main" id="{092EFD37-D8C7-988B-4D4B-4EC1EA1B4C40}"/>
              </a:ext>
            </a:extLst>
          </p:cNvPr>
          <p:cNvCxnSpPr>
            <a:stCxn id="42" idx="4"/>
            <a:endCxn id="46" idx="1"/>
          </p:cNvCxnSpPr>
          <p:nvPr/>
        </p:nvCxnSpPr>
        <p:spPr>
          <a:xfrm>
            <a:off x="7028443" y="3744673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5" name="直接箭头连接符 56">
            <a:extLst>
              <a:ext uri="{FF2B5EF4-FFF2-40B4-BE49-F238E27FC236}">
                <a16:creationId xmlns:a16="http://schemas.microsoft.com/office/drawing/2014/main" id="{A88BB885-C932-B85A-A273-92547FA3918B}"/>
              </a:ext>
            </a:extLst>
          </p:cNvPr>
          <p:cNvCxnSpPr>
            <a:stCxn id="48" idx="5"/>
            <a:endCxn id="52" idx="0"/>
          </p:cNvCxnSpPr>
          <p:nvPr/>
        </p:nvCxnSpPr>
        <p:spPr>
          <a:xfrm>
            <a:off x="8656885" y="3690770"/>
            <a:ext cx="218741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6" name="直接箭头连接符 57">
            <a:extLst>
              <a:ext uri="{FF2B5EF4-FFF2-40B4-BE49-F238E27FC236}">
                <a16:creationId xmlns:a16="http://schemas.microsoft.com/office/drawing/2014/main" id="{B31E4B8C-DE57-5FD3-E00B-F37D7A13EEA9}"/>
              </a:ext>
            </a:extLst>
          </p:cNvPr>
          <p:cNvCxnSpPr>
            <a:stCxn id="44" idx="4"/>
            <a:endCxn id="60" idx="0"/>
          </p:cNvCxnSpPr>
          <p:nvPr/>
        </p:nvCxnSpPr>
        <p:spPr>
          <a:xfrm>
            <a:off x="6658987" y="4283167"/>
            <a:ext cx="250009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7" name="直接箭头连接符 58">
            <a:extLst>
              <a:ext uri="{FF2B5EF4-FFF2-40B4-BE49-F238E27FC236}">
                <a16:creationId xmlns:a16="http://schemas.microsoft.com/office/drawing/2014/main" id="{DE81594A-7F3A-D133-9C6B-1C842A795F7D}"/>
              </a:ext>
            </a:extLst>
          </p:cNvPr>
          <p:cNvCxnSpPr>
            <a:stCxn id="44" idx="4"/>
            <a:endCxn id="62" idx="0"/>
          </p:cNvCxnSpPr>
          <p:nvPr/>
        </p:nvCxnSpPr>
        <p:spPr>
          <a:xfrm flipH="1">
            <a:off x="6400967" y="4283167"/>
            <a:ext cx="258020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8" name="直接箭头连接符 59">
            <a:extLst>
              <a:ext uri="{FF2B5EF4-FFF2-40B4-BE49-F238E27FC236}">
                <a16:creationId xmlns:a16="http://schemas.microsoft.com/office/drawing/2014/main" id="{BB2E1FFF-3B12-2A88-EC2D-E81F7E81CE11}"/>
              </a:ext>
            </a:extLst>
          </p:cNvPr>
          <p:cNvCxnSpPr>
            <a:stCxn id="50" idx="4"/>
            <a:endCxn id="58" idx="0"/>
          </p:cNvCxnSpPr>
          <p:nvPr/>
        </p:nvCxnSpPr>
        <p:spPr>
          <a:xfrm flipH="1">
            <a:off x="8002796" y="4283167"/>
            <a:ext cx="133967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49" name="直接箭头连接符 60">
            <a:extLst>
              <a:ext uri="{FF2B5EF4-FFF2-40B4-BE49-F238E27FC236}">
                <a16:creationId xmlns:a16="http://schemas.microsoft.com/office/drawing/2014/main" id="{67412192-2BBA-92C0-9F7E-6B329D4E9817}"/>
              </a:ext>
            </a:extLst>
          </p:cNvPr>
          <p:cNvCxnSpPr>
            <a:stCxn id="46" idx="4"/>
            <a:endCxn id="54" idx="0"/>
          </p:cNvCxnSpPr>
          <p:nvPr/>
        </p:nvCxnSpPr>
        <p:spPr>
          <a:xfrm>
            <a:off x="7397875" y="4283168"/>
            <a:ext cx="115126" cy="204259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50" name="直接箭头连接符 61">
            <a:extLst>
              <a:ext uri="{FF2B5EF4-FFF2-40B4-BE49-F238E27FC236}">
                <a16:creationId xmlns:a16="http://schemas.microsoft.com/office/drawing/2014/main" id="{7401CFE3-EDBA-4628-ADE9-E877CA7AAC23}"/>
              </a:ext>
            </a:extLst>
          </p:cNvPr>
          <p:cNvCxnSpPr>
            <a:stCxn id="50" idx="4"/>
            <a:endCxn id="56" idx="0"/>
          </p:cNvCxnSpPr>
          <p:nvPr/>
        </p:nvCxnSpPr>
        <p:spPr>
          <a:xfrm>
            <a:off x="8136764" y="4283168"/>
            <a:ext cx="351139" cy="207563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951" name="直接箭头连接符 62">
            <a:extLst>
              <a:ext uri="{FF2B5EF4-FFF2-40B4-BE49-F238E27FC236}">
                <a16:creationId xmlns:a16="http://schemas.microsoft.com/office/drawing/2014/main" id="{A67C605B-5BFE-FF43-C1A4-67C43E9C7A49}"/>
              </a:ext>
            </a:extLst>
          </p:cNvPr>
          <p:cNvCxnSpPr>
            <a:stCxn id="60" idx="4"/>
            <a:endCxn id="39936" idx="0"/>
          </p:cNvCxnSpPr>
          <p:nvPr/>
        </p:nvCxnSpPr>
        <p:spPr>
          <a:xfrm>
            <a:off x="6908996" y="4859732"/>
            <a:ext cx="184729" cy="20845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8610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39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 animBg="1"/>
      <p:bldP spid="59" grpId="0"/>
      <p:bldP spid="62" grpId="0" animBg="1"/>
      <p:bldP spid="63" grpId="0"/>
      <p:bldP spid="39936" grpId="0" animBg="1"/>
      <p:bldP spid="3993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52500" y="1130530"/>
            <a:ext cx="11087100" cy="5041669"/>
          </a:xfrm>
        </p:spPr>
        <p:txBody>
          <a:bodyPr/>
          <a:lstStyle/>
          <a:p>
            <a:pPr eaLnBrk="1" hangingPunct="1"/>
            <a:r>
              <a:rPr lang="en-US" altLang="en-US" dirty="0"/>
              <a:t>Deleting nodes is the most complicated of the four basic operations</a:t>
            </a:r>
          </a:p>
          <a:p>
            <a:r>
              <a:rPr lang="en-SG" altLang="en-US" dirty="0"/>
              <a:t>After remove a node X, the BST must remain as a BST</a:t>
            </a:r>
          </a:p>
          <a:p>
            <a:pPr eaLnBrk="1" hangingPunct="1"/>
            <a:r>
              <a:rPr lang="en-US" altLang="en-US" dirty="0"/>
              <a:t>The procedure for deleting the node depends on its children: 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 sz="28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8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FFC2C2"/>
                </a:solidFill>
                <a:ea typeface="Cambria Math" panose="02040503050406030204" pitchFamily="18" charset="0"/>
                <a:cs typeface="Times New Roman" pitchFamily="18" charset="0"/>
              </a:rPr>
              <a:t>has one child </a:t>
            </a:r>
          </a:p>
          <a:p>
            <a:pPr lvl="2"/>
            <a:r>
              <a:rPr lang="en-US" sz="2400" dirty="0"/>
              <a:t>Replace X with Y</a:t>
            </a:r>
          </a:p>
          <a:p>
            <a:pPr lvl="2"/>
            <a:r>
              <a:rPr lang="en-US" sz="2400" dirty="0"/>
              <a:t>Remove X</a:t>
            </a:r>
            <a:endParaRPr lang="en-SG" sz="2400" dirty="0"/>
          </a:p>
          <a:p>
            <a:endParaRPr lang="en-SG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Deletion</a:t>
            </a:r>
            <a:endParaRPr lang="en-SG" dirty="0"/>
          </a:p>
        </p:txBody>
      </p:sp>
      <p:sp>
        <p:nvSpPr>
          <p:cNvPr id="4" name="object 8"/>
          <p:cNvSpPr/>
          <p:nvPr/>
        </p:nvSpPr>
        <p:spPr>
          <a:xfrm>
            <a:off x="7827276" y="2878297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5" name="object 9"/>
          <p:cNvSpPr txBox="1"/>
          <p:nvPr/>
        </p:nvSpPr>
        <p:spPr>
          <a:xfrm>
            <a:off x="7944167" y="2920727"/>
            <a:ext cx="16181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H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6" name="object 11"/>
          <p:cNvSpPr/>
          <p:nvPr/>
        </p:nvSpPr>
        <p:spPr>
          <a:xfrm>
            <a:off x="7088413" y="3343501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7" name="object 12"/>
          <p:cNvSpPr txBox="1"/>
          <p:nvPr/>
        </p:nvSpPr>
        <p:spPr>
          <a:xfrm>
            <a:off x="7218131" y="3381602"/>
            <a:ext cx="13189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E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8" name="object 14"/>
          <p:cNvSpPr/>
          <p:nvPr/>
        </p:nvSpPr>
        <p:spPr>
          <a:xfrm>
            <a:off x="6718956" y="3881995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" name="object 15"/>
          <p:cNvSpPr txBox="1"/>
          <p:nvPr/>
        </p:nvSpPr>
        <p:spPr>
          <a:xfrm>
            <a:off x="6843388" y="3920096"/>
            <a:ext cx="14410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B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" name="object 17"/>
          <p:cNvSpPr/>
          <p:nvPr/>
        </p:nvSpPr>
        <p:spPr>
          <a:xfrm>
            <a:off x="7457844" y="3881995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1" name="object 18"/>
          <p:cNvSpPr txBox="1"/>
          <p:nvPr/>
        </p:nvSpPr>
        <p:spPr>
          <a:xfrm>
            <a:off x="7590320" y="3920096"/>
            <a:ext cx="12578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F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2" name="object 20"/>
          <p:cNvSpPr/>
          <p:nvPr/>
        </p:nvSpPr>
        <p:spPr>
          <a:xfrm>
            <a:off x="8566163" y="3343501"/>
            <a:ext cx="426218" cy="368072"/>
          </a:xfrm>
          <a:prstGeom prst="ellipse">
            <a:avLst/>
          </a:prstGeom>
          <a:solidFill>
            <a:srgbClr val="FFC2C2"/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3" name="object 21"/>
          <p:cNvSpPr txBox="1"/>
          <p:nvPr/>
        </p:nvSpPr>
        <p:spPr>
          <a:xfrm>
            <a:off x="8702362" y="3381602"/>
            <a:ext cx="117241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L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572970" y="4454326"/>
            <a:ext cx="426218" cy="368072"/>
            <a:chOff x="6032420" y="3858517"/>
            <a:chExt cx="426218" cy="368072"/>
          </a:xfrm>
        </p:grpSpPr>
        <p:sp>
          <p:nvSpPr>
            <p:cNvPr id="15" name="object 47"/>
            <p:cNvSpPr/>
            <p:nvPr/>
          </p:nvSpPr>
          <p:spPr>
            <a:xfrm>
              <a:off x="6032420" y="3858517"/>
              <a:ext cx="426218" cy="368072"/>
            </a:xfrm>
            <a:prstGeom prst="ellipse">
              <a:avLst/>
            </a:prstGeom>
            <a:solidFill>
              <a:srgbClr val="2D8A2D">
                <a:lumMod val="40000"/>
                <a:lumOff val="60000"/>
              </a:srgbClr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1400" kern="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16" name="object 48"/>
            <p:cNvSpPr txBox="1"/>
            <p:nvPr/>
          </p:nvSpPr>
          <p:spPr>
            <a:xfrm>
              <a:off x="6148555" y="3896617"/>
              <a:ext cx="163648" cy="30295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5" dirty="0">
                  <a:solidFill>
                    <a:prstClr val="black"/>
                  </a:solidFill>
                  <a:latin typeface="Verdana (Body)"/>
                  <a:cs typeface="Calibri"/>
                </a:rPr>
                <a:t>G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</p:grpSp>
      <p:sp>
        <p:nvSpPr>
          <p:cNvPr id="17" name="object 65"/>
          <p:cNvSpPr/>
          <p:nvPr/>
        </p:nvSpPr>
        <p:spPr>
          <a:xfrm>
            <a:off x="6968965" y="4458560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8" name="object 66"/>
          <p:cNvSpPr txBox="1"/>
          <p:nvPr/>
        </p:nvSpPr>
        <p:spPr>
          <a:xfrm>
            <a:off x="7094411" y="4496661"/>
            <a:ext cx="14166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C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9" name="object 71"/>
          <p:cNvSpPr/>
          <p:nvPr/>
        </p:nvSpPr>
        <p:spPr>
          <a:xfrm>
            <a:off x="6460936" y="4458560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20" name="object 72"/>
          <p:cNvSpPr txBox="1"/>
          <p:nvPr/>
        </p:nvSpPr>
        <p:spPr>
          <a:xfrm>
            <a:off x="6582047" y="4496661"/>
            <a:ext cx="1520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A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7153693" y="5035088"/>
            <a:ext cx="426218" cy="368072"/>
            <a:chOff x="5613143" y="4439279"/>
            <a:chExt cx="426218" cy="368072"/>
          </a:xfrm>
        </p:grpSpPr>
        <p:sp>
          <p:nvSpPr>
            <p:cNvPr id="22" name="object 77"/>
            <p:cNvSpPr/>
            <p:nvPr/>
          </p:nvSpPr>
          <p:spPr>
            <a:xfrm>
              <a:off x="5613143" y="4439279"/>
              <a:ext cx="426218" cy="368072"/>
            </a:xfrm>
            <a:prstGeom prst="ellipse">
              <a:avLst/>
            </a:prstGeom>
            <a:solidFill>
              <a:srgbClr val="2D8A2D">
                <a:lumMod val="40000"/>
                <a:lumOff val="60000"/>
              </a:srgbClr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1400" kern="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23" name="object 78"/>
            <p:cNvSpPr txBox="1"/>
            <p:nvPr/>
          </p:nvSpPr>
          <p:spPr>
            <a:xfrm>
              <a:off x="5730763" y="4481705"/>
              <a:ext cx="159985" cy="30295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dirty="0">
                  <a:solidFill>
                    <a:prstClr val="black"/>
                  </a:solidFill>
                  <a:latin typeface="Verdana (Body)"/>
                  <a:cs typeface="Calibri"/>
                </a:rPr>
                <a:t>D</a:t>
              </a:r>
            </a:p>
          </p:txBody>
        </p:sp>
      </p:grpSp>
      <p:cxnSp>
        <p:nvCxnSpPr>
          <p:cNvPr id="24" name="直接箭头连接符 51"/>
          <p:cNvCxnSpPr>
            <a:stCxn id="4" idx="5"/>
            <a:endCxn id="12" idx="1"/>
          </p:cNvCxnSpPr>
          <p:nvPr/>
        </p:nvCxnSpPr>
        <p:spPr>
          <a:xfrm>
            <a:off x="8191076" y="3192466"/>
            <a:ext cx="437507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直接箭头连接符 52"/>
          <p:cNvCxnSpPr>
            <a:stCxn id="4" idx="3"/>
            <a:endCxn id="6" idx="7"/>
          </p:cNvCxnSpPr>
          <p:nvPr/>
        </p:nvCxnSpPr>
        <p:spPr>
          <a:xfrm flipH="1">
            <a:off x="7452212" y="3192466"/>
            <a:ext cx="437482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直接箭头连接符 53"/>
          <p:cNvCxnSpPr>
            <a:stCxn id="6" idx="4"/>
            <a:endCxn id="8" idx="7"/>
          </p:cNvCxnSpPr>
          <p:nvPr/>
        </p:nvCxnSpPr>
        <p:spPr>
          <a:xfrm flipH="1">
            <a:off x="7082756" y="3711573"/>
            <a:ext cx="218767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7" name="直接箭头连接符 54"/>
          <p:cNvCxnSpPr>
            <a:stCxn id="12" idx="3"/>
            <a:endCxn id="33" idx="0"/>
          </p:cNvCxnSpPr>
          <p:nvPr/>
        </p:nvCxnSpPr>
        <p:spPr>
          <a:xfrm flipH="1">
            <a:off x="8409842" y="3657670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" name="直接箭头连接符 55"/>
          <p:cNvCxnSpPr>
            <a:stCxn id="6" idx="4"/>
            <a:endCxn id="10" idx="1"/>
          </p:cNvCxnSpPr>
          <p:nvPr/>
        </p:nvCxnSpPr>
        <p:spPr>
          <a:xfrm>
            <a:off x="7301522" y="3711573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9" name="直接箭头连接符 57"/>
          <p:cNvCxnSpPr>
            <a:stCxn id="8" idx="4"/>
            <a:endCxn id="17" idx="0"/>
          </p:cNvCxnSpPr>
          <p:nvPr/>
        </p:nvCxnSpPr>
        <p:spPr>
          <a:xfrm>
            <a:off x="6932066" y="4250067"/>
            <a:ext cx="250009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" name="直接箭头连接符 58"/>
          <p:cNvCxnSpPr>
            <a:stCxn id="8" idx="4"/>
            <a:endCxn id="19" idx="0"/>
          </p:cNvCxnSpPr>
          <p:nvPr/>
        </p:nvCxnSpPr>
        <p:spPr>
          <a:xfrm flipH="1">
            <a:off x="6674046" y="4250067"/>
            <a:ext cx="258020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1" name="直接箭头连接符 60"/>
          <p:cNvCxnSpPr>
            <a:stCxn id="10" idx="4"/>
            <a:endCxn id="15" idx="0"/>
          </p:cNvCxnSpPr>
          <p:nvPr/>
        </p:nvCxnSpPr>
        <p:spPr>
          <a:xfrm>
            <a:off x="7670954" y="4250068"/>
            <a:ext cx="115126" cy="204259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32" name="Group 31"/>
          <p:cNvGrpSpPr/>
          <p:nvPr/>
        </p:nvGrpSpPr>
        <p:grpSpPr>
          <a:xfrm>
            <a:off x="8062765" y="3881996"/>
            <a:ext cx="911324" cy="944637"/>
            <a:chOff x="6522215" y="3286186"/>
            <a:chExt cx="911324" cy="944637"/>
          </a:xfrm>
        </p:grpSpPr>
        <p:sp>
          <p:nvSpPr>
            <p:cNvPr id="33" name="object 23"/>
            <p:cNvSpPr/>
            <p:nvPr/>
          </p:nvSpPr>
          <p:spPr>
            <a:xfrm>
              <a:off x="6656182" y="3286186"/>
              <a:ext cx="426218" cy="368072"/>
            </a:xfrm>
            <a:prstGeom prst="ellipse">
              <a:avLst/>
            </a:prstGeom>
            <a:solidFill>
              <a:srgbClr val="0033CC">
                <a:lumMod val="20000"/>
                <a:lumOff val="80000"/>
              </a:srgbClr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1400" kern="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4" name="object 24"/>
            <p:cNvSpPr txBox="1"/>
            <p:nvPr/>
          </p:nvSpPr>
          <p:spPr>
            <a:xfrm>
              <a:off x="6802062" y="3324286"/>
              <a:ext cx="94647" cy="30295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J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5" name="object 50"/>
            <p:cNvSpPr/>
            <p:nvPr/>
          </p:nvSpPr>
          <p:spPr>
            <a:xfrm>
              <a:off x="7007321" y="3861821"/>
              <a:ext cx="426218" cy="368072"/>
            </a:xfrm>
            <a:prstGeom prst="ellipse">
              <a:avLst/>
            </a:prstGeom>
            <a:solidFill>
              <a:srgbClr val="2D8A2D">
                <a:lumMod val="40000"/>
                <a:lumOff val="60000"/>
              </a:srgbClr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1400" kern="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6" name="object 51"/>
            <p:cNvSpPr txBox="1"/>
            <p:nvPr/>
          </p:nvSpPr>
          <p:spPr>
            <a:xfrm>
              <a:off x="7141763" y="3900851"/>
              <a:ext cx="139223" cy="30295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10" dirty="0">
                  <a:solidFill>
                    <a:prstClr val="black"/>
                  </a:solidFill>
                  <a:latin typeface="Verdana (Body)"/>
                  <a:cs typeface="Calibri"/>
                </a:rPr>
                <a:t>K</a:t>
              </a:r>
              <a:endParaRPr sz="1400" dirty="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sp>
          <p:nvSpPr>
            <p:cNvPr id="37" name="object 59"/>
            <p:cNvSpPr/>
            <p:nvPr/>
          </p:nvSpPr>
          <p:spPr>
            <a:xfrm>
              <a:off x="6522215" y="3862751"/>
              <a:ext cx="426218" cy="368072"/>
            </a:xfrm>
            <a:prstGeom prst="ellipse">
              <a:avLst/>
            </a:prstGeom>
            <a:solidFill>
              <a:srgbClr val="2D8A2D">
                <a:lumMod val="40000"/>
                <a:lumOff val="60000"/>
              </a:srgbClr>
            </a:solidFill>
            <a:ln w="25399">
              <a:solidFill>
                <a:srgbClr val="83995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 sz="1400" kern="0">
                <a:solidFill>
                  <a:prstClr val="black"/>
                </a:solidFill>
                <a:latin typeface="Verdana (Body)"/>
              </a:endParaRPr>
            </a:p>
          </p:txBody>
        </p:sp>
        <p:sp>
          <p:nvSpPr>
            <p:cNvPr id="38" name="object 60"/>
            <p:cNvSpPr txBox="1"/>
            <p:nvPr/>
          </p:nvSpPr>
          <p:spPr>
            <a:xfrm>
              <a:off x="6682107" y="3900851"/>
              <a:ext cx="79992" cy="302955"/>
            </a:xfrm>
            <a:prstGeom prst="ellipse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400" spc="-5" dirty="0">
                  <a:solidFill>
                    <a:prstClr val="black"/>
                  </a:solidFill>
                  <a:latin typeface="Verdana (Body)"/>
                  <a:cs typeface="Calibri"/>
                </a:rPr>
                <a:t>I</a:t>
              </a:r>
              <a:endParaRPr sz="1400">
                <a:solidFill>
                  <a:prstClr val="black"/>
                </a:solidFill>
                <a:latin typeface="Verdana (Body)"/>
                <a:cs typeface="Calibri"/>
              </a:endParaRPr>
            </a:p>
          </p:txBody>
        </p:sp>
        <p:cxnSp>
          <p:nvCxnSpPr>
            <p:cNvPr id="39" name="直接箭头连接符 59"/>
            <p:cNvCxnSpPr>
              <a:stCxn id="33" idx="4"/>
              <a:endCxn id="37" idx="0"/>
            </p:cNvCxnSpPr>
            <p:nvPr/>
          </p:nvCxnSpPr>
          <p:spPr>
            <a:xfrm flipH="1">
              <a:off x="6735324" y="3654258"/>
              <a:ext cx="133967" cy="208492"/>
            </a:xfrm>
            <a:prstGeom prst="straightConnector1">
              <a:avLst/>
            </a:prstGeom>
            <a:noFill/>
            <a:ln w="38100" cap="flat" cmpd="sng" algn="ctr">
              <a:solidFill>
                <a:srgbClr val="0033CC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0" name="直接箭头连接符 61"/>
            <p:cNvCxnSpPr>
              <a:stCxn id="33" idx="4"/>
              <a:endCxn id="35" idx="0"/>
            </p:cNvCxnSpPr>
            <p:nvPr/>
          </p:nvCxnSpPr>
          <p:spPr>
            <a:xfrm>
              <a:off x="6869292" y="3654258"/>
              <a:ext cx="351139" cy="207563"/>
            </a:xfrm>
            <a:prstGeom prst="straightConnector1">
              <a:avLst/>
            </a:prstGeom>
            <a:noFill/>
            <a:ln w="38100" cap="flat" cmpd="sng" algn="ctr">
              <a:solidFill>
                <a:srgbClr val="0033CC"/>
              </a:solidFill>
              <a:prstDash val="solid"/>
              <a:miter lim="800000"/>
              <a:tailEnd type="triangle"/>
            </a:ln>
            <a:effectLst/>
          </p:spPr>
        </p:cxnSp>
      </p:grpSp>
      <p:cxnSp>
        <p:nvCxnSpPr>
          <p:cNvPr id="41" name="直接箭头连接符 62"/>
          <p:cNvCxnSpPr>
            <a:stCxn id="17" idx="4"/>
            <a:endCxn id="22" idx="0"/>
          </p:cNvCxnSpPr>
          <p:nvPr/>
        </p:nvCxnSpPr>
        <p:spPr>
          <a:xfrm>
            <a:off x="7182075" y="4826632"/>
            <a:ext cx="184729" cy="20845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8260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1.11111E-6 L -0.01315 -0.0835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4" y="-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22222E-6 L 0.04179 -0.07824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-3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-0.02019 -0.0838 " pathEditMode="relative" rAng="0" ptsTypes="AA">
                                      <p:cBhvr>
                                        <p:cTn id="8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" y="-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/>
      <p:bldP spid="11" grpId="1"/>
      <p:bldP spid="12" grpId="0" animBg="1"/>
      <p:bldP spid="12" grpId="1" animBg="1"/>
      <p:bldP spid="13" grpId="0"/>
      <p:bldP spid="13" grpId="1"/>
      <p:bldP spid="17" grpId="0" animBg="1"/>
      <p:bldP spid="17" grpId="1" animBg="1"/>
      <p:bldP spid="18" grpId="0"/>
      <p:bldP spid="18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52500" y="1130530"/>
            <a:ext cx="11773705" cy="5041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Deleting nodes is the most complicated of the four basic operations</a:t>
            </a:r>
          </a:p>
          <a:p>
            <a:r>
              <a:rPr lang="en-SG" altLang="en-US" dirty="0"/>
              <a:t>After remove a node X, the BST must remain as a BST</a:t>
            </a:r>
          </a:p>
          <a:p>
            <a:pPr eaLnBrk="1" hangingPunct="1"/>
            <a:r>
              <a:rPr lang="en-US" altLang="en-US" dirty="0"/>
              <a:t>The procedure for deleting the node depends on its children: 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C2D1FF"/>
                </a:solidFill>
                <a:ea typeface="Cambria Math" panose="02040503050406030204" pitchFamily="18" charset="0"/>
                <a:cs typeface="Times New Roman" pitchFamily="18" charset="0"/>
              </a:rPr>
              <a:t>has two children</a:t>
            </a:r>
          </a:p>
          <a:p>
            <a:pPr lvl="2" algn="just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SG" sz="2400" b="1" dirty="0">
                <a:solidFill>
                  <a:srgbClr val="6066C9"/>
                </a:solidFill>
              </a:rPr>
              <a:t>Swap x with </a:t>
            </a:r>
            <a:r>
              <a:rPr lang="en-SG" sz="2400" b="1" dirty="0">
                <a:solidFill>
                  <a:srgbClr val="7030A0"/>
                </a:solidFill>
              </a:rPr>
              <a:t>predecessor</a:t>
            </a:r>
            <a:r>
              <a:rPr lang="en-SG" sz="2400" b="1" dirty="0">
                <a:solidFill>
                  <a:srgbClr val="6066C9"/>
                </a:solidFill>
              </a:rPr>
              <a:t> or </a:t>
            </a:r>
            <a:r>
              <a:rPr lang="en-SG" sz="2400" b="1" dirty="0">
                <a:solidFill>
                  <a:schemeClr val="accent2"/>
                </a:solidFill>
              </a:rPr>
              <a:t>successor</a:t>
            </a:r>
          </a:p>
          <a:p>
            <a:pPr lvl="3" algn="just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SG" sz="2400" b="1" dirty="0">
                <a:solidFill>
                  <a:srgbClr val="7030A0"/>
                </a:solidFill>
              </a:rPr>
              <a:t>the (largest) rightmost node in left subtree</a:t>
            </a:r>
          </a:p>
          <a:p>
            <a:pPr lvl="3" algn="just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SG" sz="2400" b="1" dirty="0">
                <a:solidFill>
                  <a:schemeClr val="accent2"/>
                </a:solidFill>
              </a:rPr>
              <a:t>the (smallest) leftmost node in right subtree</a:t>
            </a:r>
          </a:p>
          <a:p>
            <a:pPr lvl="2" algn="just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SG" sz="2400" b="1" dirty="0">
                <a:solidFill>
                  <a:srgbClr val="6066C9"/>
                </a:solidFill>
              </a:rPr>
              <a:t>Perform case 1 or 2 to remove it</a:t>
            </a:r>
          </a:p>
          <a:p>
            <a:endParaRPr lang="en-SG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Deletion</a:t>
            </a:r>
            <a:endParaRPr lang="en-SG" dirty="0"/>
          </a:p>
        </p:txBody>
      </p:sp>
      <p:sp>
        <p:nvSpPr>
          <p:cNvPr id="82" name="object 8">
            <a:extLst>
              <a:ext uri="{FF2B5EF4-FFF2-40B4-BE49-F238E27FC236}">
                <a16:creationId xmlns:a16="http://schemas.microsoft.com/office/drawing/2014/main" id="{AA4858DF-848C-169E-8DCD-30AFAEA68398}"/>
              </a:ext>
            </a:extLst>
          </p:cNvPr>
          <p:cNvSpPr/>
          <p:nvPr/>
        </p:nvSpPr>
        <p:spPr>
          <a:xfrm>
            <a:off x="10334291" y="2750033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83" name="object 9">
            <a:extLst>
              <a:ext uri="{FF2B5EF4-FFF2-40B4-BE49-F238E27FC236}">
                <a16:creationId xmlns:a16="http://schemas.microsoft.com/office/drawing/2014/main" id="{20AC30B0-ABB9-D357-E836-32BA26EE29C9}"/>
              </a:ext>
            </a:extLst>
          </p:cNvPr>
          <p:cNvSpPr txBox="1"/>
          <p:nvPr/>
        </p:nvSpPr>
        <p:spPr>
          <a:xfrm>
            <a:off x="10451182" y="2792463"/>
            <a:ext cx="16181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H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84" name="object 11">
            <a:extLst>
              <a:ext uri="{FF2B5EF4-FFF2-40B4-BE49-F238E27FC236}">
                <a16:creationId xmlns:a16="http://schemas.microsoft.com/office/drawing/2014/main" id="{27A716EF-B8D9-4A9F-84EB-4FC5BC353A32}"/>
              </a:ext>
            </a:extLst>
          </p:cNvPr>
          <p:cNvSpPr/>
          <p:nvPr/>
        </p:nvSpPr>
        <p:spPr>
          <a:xfrm>
            <a:off x="9595428" y="3215237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85" name="object 12">
            <a:extLst>
              <a:ext uri="{FF2B5EF4-FFF2-40B4-BE49-F238E27FC236}">
                <a16:creationId xmlns:a16="http://schemas.microsoft.com/office/drawing/2014/main" id="{42B5D108-6018-99FF-9524-AA78D283F52B}"/>
              </a:ext>
            </a:extLst>
          </p:cNvPr>
          <p:cNvSpPr txBox="1"/>
          <p:nvPr/>
        </p:nvSpPr>
        <p:spPr>
          <a:xfrm>
            <a:off x="9725146" y="3253338"/>
            <a:ext cx="13189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E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86" name="object 14">
            <a:extLst>
              <a:ext uri="{FF2B5EF4-FFF2-40B4-BE49-F238E27FC236}">
                <a16:creationId xmlns:a16="http://schemas.microsoft.com/office/drawing/2014/main" id="{8D1D3C60-71A8-F110-7AEF-B83AA989591B}"/>
              </a:ext>
            </a:extLst>
          </p:cNvPr>
          <p:cNvSpPr/>
          <p:nvPr/>
        </p:nvSpPr>
        <p:spPr>
          <a:xfrm>
            <a:off x="9225971" y="3753731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87" name="object 15">
            <a:extLst>
              <a:ext uri="{FF2B5EF4-FFF2-40B4-BE49-F238E27FC236}">
                <a16:creationId xmlns:a16="http://schemas.microsoft.com/office/drawing/2014/main" id="{4691D8DD-E9B2-F29B-D35A-05DC48E3222D}"/>
              </a:ext>
            </a:extLst>
          </p:cNvPr>
          <p:cNvSpPr txBox="1"/>
          <p:nvPr/>
        </p:nvSpPr>
        <p:spPr>
          <a:xfrm>
            <a:off x="9350403" y="3791832"/>
            <a:ext cx="14410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B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88" name="object 17">
            <a:extLst>
              <a:ext uri="{FF2B5EF4-FFF2-40B4-BE49-F238E27FC236}">
                <a16:creationId xmlns:a16="http://schemas.microsoft.com/office/drawing/2014/main" id="{55141531-3FC1-776D-FC65-FF5D9E746FA8}"/>
              </a:ext>
            </a:extLst>
          </p:cNvPr>
          <p:cNvSpPr/>
          <p:nvPr/>
        </p:nvSpPr>
        <p:spPr>
          <a:xfrm>
            <a:off x="9964859" y="3753731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E0BF72FB-D68E-FE1C-D85A-449786CFBE6E}"/>
              </a:ext>
            </a:extLst>
          </p:cNvPr>
          <p:cNvSpPr txBox="1"/>
          <p:nvPr/>
        </p:nvSpPr>
        <p:spPr>
          <a:xfrm>
            <a:off x="10097335" y="3791832"/>
            <a:ext cx="12578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F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0" name="object 20">
            <a:extLst>
              <a:ext uri="{FF2B5EF4-FFF2-40B4-BE49-F238E27FC236}">
                <a16:creationId xmlns:a16="http://schemas.microsoft.com/office/drawing/2014/main" id="{44000FE6-7A93-7F83-4EAB-D0CDC13B75D6}"/>
              </a:ext>
            </a:extLst>
          </p:cNvPr>
          <p:cNvSpPr/>
          <p:nvPr/>
        </p:nvSpPr>
        <p:spPr>
          <a:xfrm>
            <a:off x="11073178" y="3215237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1" name="object 21">
            <a:extLst>
              <a:ext uri="{FF2B5EF4-FFF2-40B4-BE49-F238E27FC236}">
                <a16:creationId xmlns:a16="http://schemas.microsoft.com/office/drawing/2014/main" id="{730E8365-3CBA-41A9-1EF7-669C6D7C7096}"/>
              </a:ext>
            </a:extLst>
          </p:cNvPr>
          <p:cNvSpPr txBox="1"/>
          <p:nvPr/>
        </p:nvSpPr>
        <p:spPr>
          <a:xfrm>
            <a:off x="11209377" y="3253338"/>
            <a:ext cx="117241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L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2" name="object 23">
            <a:extLst>
              <a:ext uri="{FF2B5EF4-FFF2-40B4-BE49-F238E27FC236}">
                <a16:creationId xmlns:a16="http://schemas.microsoft.com/office/drawing/2014/main" id="{AE30CA68-A5D9-6173-CB11-2A8BF6A6749D}"/>
              </a:ext>
            </a:extLst>
          </p:cNvPr>
          <p:cNvSpPr/>
          <p:nvPr/>
        </p:nvSpPr>
        <p:spPr>
          <a:xfrm>
            <a:off x="10703747" y="3753731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3" name="object 24">
            <a:extLst>
              <a:ext uri="{FF2B5EF4-FFF2-40B4-BE49-F238E27FC236}">
                <a16:creationId xmlns:a16="http://schemas.microsoft.com/office/drawing/2014/main" id="{4FAB135A-0957-54FF-8D97-517BC7220DB1}"/>
              </a:ext>
            </a:extLst>
          </p:cNvPr>
          <p:cNvSpPr txBox="1"/>
          <p:nvPr/>
        </p:nvSpPr>
        <p:spPr>
          <a:xfrm>
            <a:off x="10849628" y="3791832"/>
            <a:ext cx="946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J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4" name="object 26">
            <a:extLst>
              <a:ext uri="{FF2B5EF4-FFF2-40B4-BE49-F238E27FC236}">
                <a16:creationId xmlns:a16="http://schemas.microsoft.com/office/drawing/2014/main" id="{09B5C24A-F0ED-8956-F8E3-CDAAB59F27EA}"/>
              </a:ext>
            </a:extLst>
          </p:cNvPr>
          <p:cNvSpPr/>
          <p:nvPr/>
        </p:nvSpPr>
        <p:spPr>
          <a:xfrm>
            <a:off x="11442610" y="3753731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5" name="object 27">
            <a:extLst>
              <a:ext uri="{FF2B5EF4-FFF2-40B4-BE49-F238E27FC236}">
                <a16:creationId xmlns:a16="http://schemas.microsoft.com/office/drawing/2014/main" id="{9A961626-A1F1-4D0F-5B64-8E3B40093DF5}"/>
              </a:ext>
            </a:extLst>
          </p:cNvPr>
          <p:cNvSpPr txBox="1"/>
          <p:nvPr/>
        </p:nvSpPr>
        <p:spPr>
          <a:xfrm>
            <a:off x="11537380" y="3791832"/>
            <a:ext cx="21249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20" dirty="0">
                <a:solidFill>
                  <a:prstClr val="black"/>
                </a:solidFill>
                <a:latin typeface="Verdana (Body)"/>
                <a:cs typeface="Calibri"/>
              </a:rPr>
              <a:t>M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6" name="object 47">
            <a:extLst>
              <a:ext uri="{FF2B5EF4-FFF2-40B4-BE49-F238E27FC236}">
                <a16:creationId xmlns:a16="http://schemas.microsoft.com/office/drawing/2014/main" id="{5A192335-E626-A189-8429-C8C23A7110EC}"/>
              </a:ext>
            </a:extLst>
          </p:cNvPr>
          <p:cNvSpPr/>
          <p:nvPr/>
        </p:nvSpPr>
        <p:spPr>
          <a:xfrm>
            <a:off x="10079985" y="4326062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7" name="object 48">
            <a:extLst>
              <a:ext uri="{FF2B5EF4-FFF2-40B4-BE49-F238E27FC236}">
                <a16:creationId xmlns:a16="http://schemas.microsoft.com/office/drawing/2014/main" id="{B5DD5DA7-BA55-0DD2-EA6B-712D38689A00}"/>
              </a:ext>
            </a:extLst>
          </p:cNvPr>
          <p:cNvSpPr txBox="1"/>
          <p:nvPr/>
        </p:nvSpPr>
        <p:spPr>
          <a:xfrm>
            <a:off x="10196120" y="4364163"/>
            <a:ext cx="16364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G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8" name="object 50">
            <a:extLst>
              <a:ext uri="{FF2B5EF4-FFF2-40B4-BE49-F238E27FC236}">
                <a16:creationId xmlns:a16="http://schemas.microsoft.com/office/drawing/2014/main" id="{04FBFCA2-16D8-5115-59FD-83198D1D249A}"/>
              </a:ext>
            </a:extLst>
          </p:cNvPr>
          <p:cNvSpPr/>
          <p:nvPr/>
        </p:nvSpPr>
        <p:spPr>
          <a:xfrm>
            <a:off x="11054886" y="4329366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9" name="object 51">
            <a:extLst>
              <a:ext uri="{FF2B5EF4-FFF2-40B4-BE49-F238E27FC236}">
                <a16:creationId xmlns:a16="http://schemas.microsoft.com/office/drawing/2014/main" id="{A53774EE-FB42-E565-93BC-3926C56E4440}"/>
              </a:ext>
            </a:extLst>
          </p:cNvPr>
          <p:cNvSpPr txBox="1"/>
          <p:nvPr/>
        </p:nvSpPr>
        <p:spPr>
          <a:xfrm>
            <a:off x="11189329" y="4368397"/>
            <a:ext cx="139223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K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0" name="object 59">
            <a:extLst>
              <a:ext uri="{FF2B5EF4-FFF2-40B4-BE49-F238E27FC236}">
                <a16:creationId xmlns:a16="http://schemas.microsoft.com/office/drawing/2014/main" id="{08010D94-B964-42C2-33A5-939582FDF9ED}"/>
              </a:ext>
            </a:extLst>
          </p:cNvPr>
          <p:cNvSpPr/>
          <p:nvPr/>
        </p:nvSpPr>
        <p:spPr>
          <a:xfrm>
            <a:off x="10569780" y="4330296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01" name="object 60">
            <a:extLst>
              <a:ext uri="{FF2B5EF4-FFF2-40B4-BE49-F238E27FC236}">
                <a16:creationId xmlns:a16="http://schemas.microsoft.com/office/drawing/2014/main" id="{97F65950-8042-2C47-3BFD-F7E8975A39AF}"/>
              </a:ext>
            </a:extLst>
          </p:cNvPr>
          <p:cNvSpPr txBox="1"/>
          <p:nvPr/>
        </p:nvSpPr>
        <p:spPr>
          <a:xfrm>
            <a:off x="10729672" y="4368397"/>
            <a:ext cx="79992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5" dirty="0">
                <a:solidFill>
                  <a:prstClr val="black"/>
                </a:solidFill>
                <a:latin typeface="Verdana (Body)"/>
                <a:cs typeface="Calibri"/>
              </a:rPr>
              <a:t>I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2" name="object 65">
            <a:extLst>
              <a:ext uri="{FF2B5EF4-FFF2-40B4-BE49-F238E27FC236}">
                <a16:creationId xmlns:a16="http://schemas.microsoft.com/office/drawing/2014/main" id="{BD01DBE4-2A26-0250-40D7-B643718A8599}"/>
              </a:ext>
            </a:extLst>
          </p:cNvPr>
          <p:cNvSpPr/>
          <p:nvPr/>
        </p:nvSpPr>
        <p:spPr>
          <a:xfrm>
            <a:off x="9475980" y="4330296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03" name="object 66">
            <a:extLst>
              <a:ext uri="{FF2B5EF4-FFF2-40B4-BE49-F238E27FC236}">
                <a16:creationId xmlns:a16="http://schemas.microsoft.com/office/drawing/2014/main" id="{CC74930B-BD39-A128-11B3-051A52284D84}"/>
              </a:ext>
            </a:extLst>
          </p:cNvPr>
          <p:cNvSpPr txBox="1"/>
          <p:nvPr/>
        </p:nvSpPr>
        <p:spPr>
          <a:xfrm>
            <a:off x="9601426" y="4368397"/>
            <a:ext cx="14166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C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4" name="object 71">
            <a:extLst>
              <a:ext uri="{FF2B5EF4-FFF2-40B4-BE49-F238E27FC236}">
                <a16:creationId xmlns:a16="http://schemas.microsoft.com/office/drawing/2014/main" id="{CD1E6611-C97C-F07C-EFD3-926D0F4AA566}"/>
              </a:ext>
            </a:extLst>
          </p:cNvPr>
          <p:cNvSpPr/>
          <p:nvPr/>
        </p:nvSpPr>
        <p:spPr>
          <a:xfrm>
            <a:off x="8967951" y="4330296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05" name="object 72">
            <a:extLst>
              <a:ext uri="{FF2B5EF4-FFF2-40B4-BE49-F238E27FC236}">
                <a16:creationId xmlns:a16="http://schemas.microsoft.com/office/drawing/2014/main" id="{ECB75915-71CA-D3EB-733D-677941BDF799}"/>
              </a:ext>
            </a:extLst>
          </p:cNvPr>
          <p:cNvSpPr txBox="1"/>
          <p:nvPr/>
        </p:nvSpPr>
        <p:spPr>
          <a:xfrm>
            <a:off x="9089062" y="4368397"/>
            <a:ext cx="1520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A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6" name="object 77">
            <a:extLst>
              <a:ext uri="{FF2B5EF4-FFF2-40B4-BE49-F238E27FC236}">
                <a16:creationId xmlns:a16="http://schemas.microsoft.com/office/drawing/2014/main" id="{68465876-4655-3D18-11B6-07A452EEF110}"/>
              </a:ext>
            </a:extLst>
          </p:cNvPr>
          <p:cNvSpPr/>
          <p:nvPr/>
        </p:nvSpPr>
        <p:spPr>
          <a:xfrm>
            <a:off x="9660708" y="4906824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07" name="object 78">
            <a:extLst>
              <a:ext uri="{FF2B5EF4-FFF2-40B4-BE49-F238E27FC236}">
                <a16:creationId xmlns:a16="http://schemas.microsoft.com/office/drawing/2014/main" id="{0B5FDE03-1FD7-07B7-8159-68C458562EF2}"/>
              </a:ext>
            </a:extLst>
          </p:cNvPr>
          <p:cNvSpPr txBox="1"/>
          <p:nvPr/>
        </p:nvSpPr>
        <p:spPr>
          <a:xfrm>
            <a:off x="9778329" y="4949251"/>
            <a:ext cx="159985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D</a:t>
            </a:r>
          </a:p>
        </p:txBody>
      </p:sp>
      <p:cxnSp>
        <p:nvCxnSpPr>
          <p:cNvPr id="108" name="直接箭头连接符 51">
            <a:extLst>
              <a:ext uri="{FF2B5EF4-FFF2-40B4-BE49-F238E27FC236}">
                <a16:creationId xmlns:a16="http://schemas.microsoft.com/office/drawing/2014/main" id="{168CE8EE-64BF-5CAA-B5CD-6F5E2ED5DE81}"/>
              </a:ext>
            </a:extLst>
          </p:cNvPr>
          <p:cNvCxnSpPr>
            <a:stCxn id="82" idx="5"/>
            <a:endCxn id="90" idx="1"/>
          </p:cNvCxnSpPr>
          <p:nvPr/>
        </p:nvCxnSpPr>
        <p:spPr>
          <a:xfrm>
            <a:off x="10698091" y="3064202"/>
            <a:ext cx="437507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9" name="直接箭头连接符 52">
            <a:extLst>
              <a:ext uri="{FF2B5EF4-FFF2-40B4-BE49-F238E27FC236}">
                <a16:creationId xmlns:a16="http://schemas.microsoft.com/office/drawing/2014/main" id="{6159C1BD-F53E-96A0-4BF3-E6B6B9D6A240}"/>
              </a:ext>
            </a:extLst>
          </p:cNvPr>
          <p:cNvCxnSpPr>
            <a:stCxn id="82" idx="3"/>
            <a:endCxn id="84" idx="7"/>
          </p:cNvCxnSpPr>
          <p:nvPr/>
        </p:nvCxnSpPr>
        <p:spPr>
          <a:xfrm flipH="1">
            <a:off x="9959227" y="3064202"/>
            <a:ext cx="437482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0" name="直接箭头连接符 53">
            <a:extLst>
              <a:ext uri="{FF2B5EF4-FFF2-40B4-BE49-F238E27FC236}">
                <a16:creationId xmlns:a16="http://schemas.microsoft.com/office/drawing/2014/main" id="{3FAE97A5-9AB3-0B83-3D54-82877D289E2D}"/>
              </a:ext>
            </a:extLst>
          </p:cNvPr>
          <p:cNvCxnSpPr>
            <a:stCxn id="84" idx="4"/>
            <a:endCxn id="86" idx="7"/>
          </p:cNvCxnSpPr>
          <p:nvPr/>
        </p:nvCxnSpPr>
        <p:spPr>
          <a:xfrm flipH="1">
            <a:off x="9589771" y="3583309"/>
            <a:ext cx="218767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1" name="直接箭头连接符 54">
            <a:extLst>
              <a:ext uri="{FF2B5EF4-FFF2-40B4-BE49-F238E27FC236}">
                <a16:creationId xmlns:a16="http://schemas.microsoft.com/office/drawing/2014/main" id="{A7EE55FB-F737-D5B6-C352-22318640EE1D}"/>
              </a:ext>
            </a:extLst>
          </p:cNvPr>
          <p:cNvCxnSpPr>
            <a:stCxn id="90" idx="3"/>
            <a:endCxn id="92" idx="0"/>
          </p:cNvCxnSpPr>
          <p:nvPr/>
        </p:nvCxnSpPr>
        <p:spPr>
          <a:xfrm flipH="1">
            <a:off x="10916857" y="3529406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2" name="直接箭头连接符 55">
            <a:extLst>
              <a:ext uri="{FF2B5EF4-FFF2-40B4-BE49-F238E27FC236}">
                <a16:creationId xmlns:a16="http://schemas.microsoft.com/office/drawing/2014/main" id="{E679CC37-F34E-231E-DEC7-E8488E558F6D}"/>
              </a:ext>
            </a:extLst>
          </p:cNvPr>
          <p:cNvCxnSpPr>
            <a:stCxn id="84" idx="4"/>
            <a:endCxn id="88" idx="1"/>
          </p:cNvCxnSpPr>
          <p:nvPr/>
        </p:nvCxnSpPr>
        <p:spPr>
          <a:xfrm>
            <a:off x="9808537" y="3583309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3" name="直接箭头连接符 56">
            <a:extLst>
              <a:ext uri="{FF2B5EF4-FFF2-40B4-BE49-F238E27FC236}">
                <a16:creationId xmlns:a16="http://schemas.microsoft.com/office/drawing/2014/main" id="{08368F0D-028B-C6BD-0C92-5C48AAF9CE80}"/>
              </a:ext>
            </a:extLst>
          </p:cNvPr>
          <p:cNvCxnSpPr>
            <a:stCxn id="90" idx="5"/>
            <a:endCxn id="94" idx="0"/>
          </p:cNvCxnSpPr>
          <p:nvPr/>
        </p:nvCxnSpPr>
        <p:spPr>
          <a:xfrm>
            <a:off x="11436979" y="3529406"/>
            <a:ext cx="218741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4" name="直接箭头连接符 57">
            <a:extLst>
              <a:ext uri="{FF2B5EF4-FFF2-40B4-BE49-F238E27FC236}">
                <a16:creationId xmlns:a16="http://schemas.microsoft.com/office/drawing/2014/main" id="{ACDB10FF-EB2F-B6AD-251F-0B965F19B746}"/>
              </a:ext>
            </a:extLst>
          </p:cNvPr>
          <p:cNvCxnSpPr>
            <a:stCxn id="86" idx="4"/>
            <a:endCxn id="102" idx="0"/>
          </p:cNvCxnSpPr>
          <p:nvPr/>
        </p:nvCxnSpPr>
        <p:spPr>
          <a:xfrm>
            <a:off x="9439081" y="4121803"/>
            <a:ext cx="250009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5" name="直接箭头连接符 58">
            <a:extLst>
              <a:ext uri="{FF2B5EF4-FFF2-40B4-BE49-F238E27FC236}">
                <a16:creationId xmlns:a16="http://schemas.microsoft.com/office/drawing/2014/main" id="{C8F7C378-28C8-56FE-EE21-5DE07B2F6FC6}"/>
              </a:ext>
            </a:extLst>
          </p:cNvPr>
          <p:cNvCxnSpPr>
            <a:stCxn id="86" idx="4"/>
            <a:endCxn id="104" idx="0"/>
          </p:cNvCxnSpPr>
          <p:nvPr/>
        </p:nvCxnSpPr>
        <p:spPr>
          <a:xfrm flipH="1">
            <a:off x="9181061" y="4121803"/>
            <a:ext cx="258020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6" name="直接箭头连接符 59">
            <a:extLst>
              <a:ext uri="{FF2B5EF4-FFF2-40B4-BE49-F238E27FC236}">
                <a16:creationId xmlns:a16="http://schemas.microsoft.com/office/drawing/2014/main" id="{6B41D3B7-20F4-D628-7211-C6C03F57E73D}"/>
              </a:ext>
            </a:extLst>
          </p:cNvPr>
          <p:cNvCxnSpPr>
            <a:stCxn id="92" idx="4"/>
            <a:endCxn id="100" idx="0"/>
          </p:cNvCxnSpPr>
          <p:nvPr/>
        </p:nvCxnSpPr>
        <p:spPr>
          <a:xfrm flipH="1">
            <a:off x="10782890" y="4121803"/>
            <a:ext cx="133967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7" name="直接箭头连接符 60">
            <a:extLst>
              <a:ext uri="{FF2B5EF4-FFF2-40B4-BE49-F238E27FC236}">
                <a16:creationId xmlns:a16="http://schemas.microsoft.com/office/drawing/2014/main" id="{70165231-4B7A-4964-06EE-3C79DBA548FB}"/>
              </a:ext>
            </a:extLst>
          </p:cNvPr>
          <p:cNvCxnSpPr>
            <a:stCxn id="88" idx="4"/>
            <a:endCxn id="96" idx="0"/>
          </p:cNvCxnSpPr>
          <p:nvPr/>
        </p:nvCxnSpPr>
        <p:spPr>
          <a:xfrm>
            <a:off x="10177969" y="4121804"/>
            <a:ext cx="115126" cy="204259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8" name="直接箭头连接符 61">
            <a:extLst>
              <a:ext uri="{FF2B5EF4-FFF2-40B4-BE49-F238E27FC236}">
                <a16:creationId xmlns:a16="http://schemas.microsoft.com/office/drawing/2014/main" id="{B1132858-7E47-2342-8207-57603E4ECC13}"/>
              </a:ext>
            </a:extLst>
          </p:cNvPr>
          <p:cNvCxnSpPr>
            <a:stCxn id="92" idx="4"/>
            <a:endCxn id="98" idx="0"/>
          </p:cNvCxnSpPr>
          <p:nvPr/>
        </p:nvCxnSpPr>
        <p:spPr>
          <a:xfrm>
            <a:off x="10916858" y="4121804"/>
            <a:ext cx="351139" cy="207563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9" name="直接箭头连接符 62">
            <a:extLst>
              <a:ext uri="{FF2B5EF4-FFF2-40B4-BE49-F238E27FC236}">
                <a16:creationId xmlns:a16="http://schemas.microsoft.com/office/drawing/2014/main" id="{762D79E5-3367-F061-5553-7E53033D1B0C}"/>
              </a:ext>
            </a:extLst>
          </p:cNvPr>
          <p:cNvCxnSpPr>
            <a:stCxn id="102" idx="4"/>
            <a:endCxn id="106" idx="0"/>
          </p:cNvCxnSpPr>
          <p:nvPr/>
        </p:nvCxnSpPr>
        <p:spPr>
          <a:xfrm>
            <a:off x="9689090" y="4698368"/>
            <a:ext cx="184729" cy="20845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0" name="Freeform 41">
            <a:extLst>
              <a:ext uri="{FF2B5EF4-FFF2-40B4-BE49-F238E27FC236}">
                <a16:creationId xmlns:a16="http://schemas.microsoft.com/office/drawing/2014/main" id="{BC04AE06-D49B-87E4-AA21-459831573465}"/>
              </a:ext>
            </a:extLst>
          </p:cNvPr>
          <p:cNvSpPr/>
          <p:nvPr/>
        </p:nvSpPr>
        <p:spPr>
          <a:xfrm>
            <a:off x="8816431" y="3031451"/>
            <a:ext cx="1766405" cy="2447365"/>
          </a:xfrm>
          <a:custGeom>
            <a:avLst/>
            <a:gdLst>
              <a:gd name="connsiteX0" fmla="*/ 1049228 w 1766405"/>
              <a:gd name="connsiteY0" fmla="*/ 0 h 2447365"/>
              <a:gd name="connsiteX1" fmla="*/ 753393 w 1766405"/>
              <a:gd name="connsiteY1" fmla="*/ 26894 h 2447365"/>
              <a:gd name="connsiteX2" fmla="*/ 654781 w 1766405"/>
              <a:gd name="connsiteY2" fmla="*/ 44823 h 2447365"/>
              <a:gd name="connsiteX3" fmla="*/ 556169 w 1766405"/>
              <a:gd name="connsiteY3" fmla="*/ 125506 h 2447365"/>
              <a:gd name="connsiteX4" fmla="*/ 529275 w 1766405"/>
              <a:gd name="connsiteY4" fmla="*/ 161365 h 2447365"/>
              <a:gd name="connsiteX5" fmla="*/ 493416 w 1766405"/>
              <a:gd name="connsiteY5" fmla="*/ 197223 h 2447365"/>
              <a:gd name="connsiteX6" fmla="*/ 430663 w 1766405"/>
              <a:gd name="connsiteY6" fmla="*/ 331694 h 2447365"/>
              <a:gd name="connsiteX7" fmla="*/ 412734 w 1766405"/>
              <a:gd name="connsiteY7" fmla="*/ 376518 h 2447365"/>
              <a:gd name="connsiteX8" fmla="*/ 376875 w 1766405"/>
              <a:gd name="connsiteY8" fmla="*/ 484094 h 2447365"/>
              <a:gd name="connsiteX9" fmla="*/ 323087 w 1766405"/>
              <a:gd name="connsiteY9" fmla="*/ 600635 h 2447365"/>
              <a:gd name="connsiteX10" fmla="*/ 305158 w 1766405"/>
              <a:gd name="connsiteY10" fmla="*/ 636494 h 2447365"/>
              <a:gd name="connsiteX11" fmla="*/ 251369 w 1766405"/>
              <a:gd name="connsiteY11" fmla="*/ 717176 h 2447365"/>
              <a:gd name="connsiteX12" fmla="*/ 206546 w 1766405"/>
              <a:gd name="connsiteY12" fmla="*/ 806823 h 2447365"/>
              <a:gd name="connsiteX13" fmla="*/ 152758 w 1766405"/>
              <a:gd name="connsiteY13" fmla="*/ 887506 h 2447365"/>
              <a:gd name="connsiteX14" fmla="*/ 134828 w 1766405"/>
              <a:gd name="connsiteY14" fmla="*/ 914400 h 2447365"/>
              <a:gd name="connsiteX15" fmla="*/ 98969 w 1766405"/>
              <a:gd name="connsiteY15" fmla="*/ 968188 h 2447365"/>
              <a:gd name="connsiteX16" fmla="*/ 90005 w 1766405"/>
              <a:gd name="connsiteY16" fmla="*/ 995082 h 2447365"/>
              <a:gd name="connsiteX17" fmla="*/ 72075 w 1766405"/>
              <a:gd name="connsiteY17" fmla="*/ 1021976 h 2447365"/>
              <a:gd name="connsiteX18" fmla="*/ 54146 w 1766405"/>
              <a:gd name="connsiteY18" fmla="*/ 1075765 h 2447365"/>
              <a:gd name="connsiteX19" fmla="*/ 45181 w 1766405"/>
              <a:gd name="connsiteY19" fmla="*/ 1102659 h 2447365"/>
              <a:gd name="connsiteX20" fmla="*/ 36216 w 1766405"/>
              <a:gd name="connsiteY20" fmla="*/ 1210235 h 2447365"/>
              <a:gd name="connsiteX21" fmla="*/ 27252 w 1766405"/>
              <a:gd name="connsiteY21" fmla="*/ 1246094 h 2447365"/>
              <a:gd name="connsiteX22" fmla="*/ 9322 w 1766405"/>
              <a:gd name="connsiteY22" fmla="*/ 1344706 h 2447365"/>
              <a:gd name="connsiteX23" fmla="*/ 9322 w 1766405"/>
              <a:gd name="connsiteY23" fmla="*/ 1595718 h 2447365"/>
              <a:gd name="connsiteX24" fmla="*/ 36216 w 1766405"/>
              <a:gd name="connsiteY24" fmla="*/ 1676400 h 2447365"/>
              <a:gd name="connsiteX25" fmla="*/ 54146 w 1766405"/>
              <a:gd name="connsiteY25" fmla="*/ 1739153 h 2447365"/>
              <a:gd name="connsiteX26" fmla="*/ 72075 w 1766405"/>
              <a:gd name="connsiteY26" fmla="*/ 1766047 h 2447365"/>
              <a:gd name="connsiteX27" fmla="*/ 188616 w 1766405"/>
              <a:gd name="connsiteY27" fmla="*/ 1963270 h 2447365"/>
              <a:gd name="connsiteX28" fmla="*/ 206546 w 1766405"/>
              <a:gd name="connsiteY28" fmla="*/ 1990165 h 2447365"/>
              <a:gd name="connsiteX29" fmla="*/ 224475 w 1766405"/>
              <a:gd name="connsiteY29" fmla="*/ 2017059 h 2447365"/>
              <a:gd name="connsiteX30" fmla="*/ 278263 w 1766405"/>
              <a:gd name="connsiteY30" fmla="*/ 2070847 h 2447365"/>
              <a:gd name="connsiteX31" fmla="*/ 349981 w 1766405"/>
              <a:gd name="connsiteY31" fmla="*/ 2160494 h 2447365"/>
              <a:gd name="connsiteX32" fmla="*/ 367910 w 1766405"/>
              <a:gd name="connsiteY32" fmla="*/ 2187388 h 2447365"/>
              <a:gd name="connsiteX33" fmla="*/ 403769 w 1766405"/>
              <a:gd name="connsiteY33" fmla="*/ 2205318 h 2447365"/>
              <a:gd name="connsiteX34" fmla="*/ 421699 w 1766405"/>
              <a:gd name="connsiteY34" fmla="*/ 2223247 h 2447365"/>
              <a:gd name="connsiteX35" fmla="*/ 448593 w 1766405"/>
              <a:gd name="connsiteY35" fmla="*/ 2241176 h 2447365"/>
              <a:gd name="connsiteX36" fmla="*/ 466522 w 1766405"/>
              <a:gd name="connsiteY36" fmla="*/ 2259106 h 2447365"/>
              <a:gd name="connsiteX37" fmla="*/ 556169 w 1766405"/>
              <a:gd name="connsiteY37" fmla="*/ 2277035 h 2447365"/>
              <a:gd name="connsiteX38" fmla="*/ 592028 w 1766405"/>
              <a:gd name="connsiteY38" fmla="*/ 2286000 h 2447365"/>
              <a:gd name="connsiteX39" fmla="*/ 645816 w 1766405"/>
              <a:gd name="connsiteY39" fmla="*/ 2303929 h 2447365"/>
              <a:gd name="connsiteX40" fmla="*/ 690640 w 1766405"/>
              <a:gd name="connsiteY40" fmla="*/ 2312894 h 2447365"/>
              <a:gd name="connsiteX41" fmla="*/ 789252 w 1766405"/>
              <a:gd name="connsiteY41" fmla="*/ 2348753 h 2447365"/>
              <a:gd name="connsiteX42" fmla="*/ 896828 w 1766405"/>
              <a:gd name="connsiteY42" fmla="*/ 2366682 h 2447365"/>
              <a:gd name="connsiteX43" fmla="*/ 950616 w 1766405"/>
              <a:gd name="connsiteY43" fmla="*/ 2384612 h 2447365"/>
              <a:gd name="connsiteX44" fmla="*/ 977510 w 1766405"/>
              <a:gd name="connsiteY44" fmla="*/ 2393576 h 2447365"/>
              <a:gd name="connsiteX45" fmla="*/ 1085087 w 1766405"/>
              <a:gd name="connsiteY45" fmla="*/ 2420470 h 2447365"/>
              <a:gd name="connsiteX46" fmla="*/ 1120946 w 1766405"/>
              <a:gd name="connsiteY46" fmla="*/ 2429435 h 2447365"/>
              <a:gd name="connsiteX47" fmla="*/ 1147840 w 1766405"/>
              <a:gd name="connsiteY47" fmla="*/ 2438400 h 2447365"/>
              <a:gd name="connsiteX48" fmla="*/ 1228522 w 1766405"/>
              <a:gd name="connsiteY48" fmla="*/ 2447365 h 2447365"/>
              <a:gd name="connsiteX49" fmla="*/ 1398852 w 1766405"/>
              <a:gd name="connsiteY49" fmla="*/ 2429435 h 2447365"/>
              <a:gd name="connsiteX50" fmla="*/ 1488499 w 1766405"/>
              <a:gd name="connsiteY50" fmla="*/ 2411506 h 2447365"/>
              <a:gd name="connsiteX51" fmla="*/ 1524358 w 1766405"/>
              <a:gd name="connsiteY51" fmla="*/ 2393576 h 2447365"/>
              <a:gd name="connsiteX52" fmla="*/ 1569181 w 1766405"/>
              <a:gd name="connsiteY52" fmla="*/ 2375647 h 2447365"/>
              <a:gd name="connsiteX53" fmla="*/ 1596075 w 1766405"/>
              <a:gd name="connsiteY53" fmla="*/ 2357718 h 2447365"/>
              <a:gd name="connsiteX54" fmla="*/ 1605040 w 1766405"/>
              <a:gd name="connsiteY54" fmla="*/ 2330823 h 2447365"/>
              <a:gd name="connsiteX55" fmla="*/ 1631934 w 1766405"/>
              <a:gd name="connsiteY55" fmla="*/ 2277035 h 2447365"/>
              <a:gd name="connsiteX56" fmla="*/ 1649863 w 1766405"/>
              <a:gd name="connsiteY56" fmla="*/ 2205318 h 2447365"/>
              <a:gd name="connsiteX57" fmla="*/ 1667793 w 1766405"/>
              <a:gd name="connsiteY57" fmla="*/ 2142565 h 2447365"/>
              <a:gd name="connsiteX58" fmla="*/ 1676758 w 1766405"/>
              <a:gd name="connsiteY58" fmla="*/ 2115670 h 2447365"/>
              <a:gd name="connsiteX59" fmla="*/ 1685722 w 1766405"/>
              <a:gd name="connsiteY59" fmla="*/ 2070847 h 2447365"/>
              <a:gd name="connsiteX60" fmla="*/ 1703652 w 1766405"/>
              <a:gd name="connsiteY60" fmla="*/ 2017059 h 2447365"/>
              <a:gd name="connsiteX61" fmla="*/ 1712616 w 1766405"/>
              <a:gd name="connsiteY61" fmla="*/ 1990165 h 2447365"/>
              <a:gd name="connsiteX62" fmla="*/ 1730546 w 1766405"/>
              <a:gd name="connsiteY62" fmla="*/ 1918447 h 2447365"/>
              <a:gd name="connsiteX63" fmla="*/ 1748475 w 1766405"/>
              <a:gd name="connsiteY63" fmla="*/ 1810870 h 2447365"/>
              <a:gd name="connsiteX64" fmla="*/ 1766405 w 1766405"/>
              <a:gd name="connsiteY64" fmla="*/ 1757082 h 2447365"/>
              <a:gd name="connsiteX65" fmla="*/ 1748475 w 1766405"/>
              <a:gd name="connsiteY65" fmla="*/ 1658470 h 2447365"/>
              <a:gd name="connsiteX66" fmla="*/ 1721581 w 1766405"/>
              <a:gd name="connsiteY66" fmla="*/ 1604682 h 2447365"/>
              <a:gd name="connsiteX67" fmla="*/ 1712616 w 1766405"/>
              <a:gd name="connsiteY67" fmla="*/ 1559859 h 2447365"/>
              <a:gd name="connsiteX68" fmla="*/ 1703652 w 1766405"/>
              <a:gd name="connsiteY68" fmla="*/ 1524000 h 2447365"/>
              <a:gd name="connsiteX69" fmla="*/ 1703652 w 1766405"/>
              <a:gd name="connsiteY69" fmla="*/ 1326776 h 2447365"/>
              <a:gd name="connsiteX70" fmla="*/ 1721581 w 1766405"/>
              <a:gd name="connsiteY70" fmla="*/ 905435 h 2447365"/>
              <a:gd name="connsiteX71" fmla="*/ 1712616 w 1766405"/>
              <a:gd name="connsiteY71" fmla="*/ 699247 h 2447365"/>
              <a:gd name="connsiteX72" fmla="*/ 1703652 w 1766405"/>
              <a:gd name="connsiteY72" fmla="*/ 654423 h 2447365"/>
              <a:gd name="connsiteX73" fmla="*/ 1685722 w 1766405"/>
              <a:gd name="connsiteY73" fmla="*/ 618565 h 2447365"/>
              <a:gd name="connsiteX74" fmla="*/ 1676758 w 1766405"/>
              <a:gd name="connsiteY74" fmla="*/ 591670 h 2447365"/>
              <a:gd name="connsiteX75" fmla="*/ 1658828 w 1766405"/>
              <a:gd name="connsiteY75" fmla="*/ 564776 h 2447365"/>
              <a:gd name="connsiteX76" fmla="*/ 1622969 w 1766405"/>
              <a:gd name="connsiteY76" fmla="*/ 510988 h 2447365"/>
              <a:gd name="connsiteX77" fmla="*/ 1605040 w 1766405"/>
              <a:gd name="connsiteY77" fmla="*/ 475129 h 2447365"/>
              <a:gd name="connsiteX78" fmla="*/ 1542287 w 1766405"/>
              <a:gd name="connsiteY78" fmla="*/ 421341 h 2447365"/>
              <a:gd name="connsiteX79" fmla="*/ 1443675 w 1766405"/>
              <a:gd name="connsiteY79" fmla="*/ 340659 h 2447365"/>
              <a:gd name="connsiteX80" fmla="*/ 1389887 w 1766405"/>
              <a:gd name="connsiteY80" fmla="*/ 286870 h 2447365"/>
              <a:gd name="connsiteX81" fmla="*/ 1336099 w 1766405"/>
              <a:gd name="connsiteY81" fmla="*/ 242047 h 2447365"/>
              <a:gd name="connsiteX82" fmla="*/ 1309205 w 1766405"/>
              <a:gd name="connsiteY82" fmla="*/ 233082 h 2447365"/>
              <a:gd name="connsiteX83" fmla="*/ 1246452 w 1766405"/>
              <a:gd name="connsiteY83" fmla="*/ 188259 h 2447365"/>
              <a:gd name="connsiteX84" fmla="*/ 1228522 w 1766405"/>
              <a:gd name="connsiteY84" fmla="*/ 170329 h 2447365"/>
              <a:gd name="connsiteX85" fmla="*/ 1201628 w 1766405"/>
              <a:gd name="connsiteY85" fmla="*/ 152400 h 2447365"/>
              <a:gd name="connsiteX86" fmla="*/ 1156805 w 1766405"/>
              <a:gd name="connsiteY86" fmla="*/ 89647 h 2447365"/>
              <a:gd name="connsiteX87" fmla="*/ 1120946 w 1766405"/>
              <a:gd name="connsiteY87" fmla="*/ 53788 h 2447365"/>
              <a:gd name="connsiteX88" fmla="*/ 1103016 w 1766405"/>
              <a:gd name="connsiteY88" fmla="*/ 35859 h 2447365"/>
              <a:gd name="connsiteX89" fmla="*/ 1049228 w 1766405"/>
              <a:gd name="connsiteY89" fmla="*/ 0 h 244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66405" h="2447365">
                <a:moveTo>
                  <a:pt x="1049228" y="0"/>
                </a:moveTo>
                <a:cubicBezTo>
                  <a:pt x="892123" y="31420"/>
                  <a:pt x="990026" y="16605"/>
                  <a:pt x="753393" y="26894"/>
                </a:cubicBezTo>
                <a:cubicBezTo>
                  <a:pt x="746107" y="27935"/>
                  <a:pt x="671685" y="36371"/>
                  <a:pt x="654781" y="44823"/>
                </a:cubicBezTo>
                <a:cubicBezTo>
                  <a:pt x="622186" y="61120"/>
                  <a:pt x="578208" y="96121"/>
                  <a:pt x="556169" y="125506"/>
                </a:cubicBezTo>
                <a:cubicBezTo>
                  <a:pt x="547204" y="137459"/>
                  <a:pt x="539114" y="150121"/>
                  <a:pt x="529275" y="161365"/>
                </a:cubicBezTo>
                <a:cubicBezTo>
                  <a:pt x="518144" y="174086"/>
                  <a:pt x="503794" y="183880"/>
                  <a:pt x="493416" y="197223"/>
                </a:cubicBezTo>
                <a:cubicBezTo>
                  <a:pt x="463597" y="235561"/>
                  <a:pt x="447811" y="288824"/>
                  <a:pt x="430663" y="331694"/>
                </a:cubicBezTo>
                <a:cubicBezTo>
                  <a:pt x="424687" y="346635"/>
                  <a:pt x="417823" y="361252"/>
                  <a:pt x="412734" y="376518"/>
                </a:cubicBezTo>
                <a:cubicBezTo>
                  <a:pt x="400781" y="412377"/>
                  <a:pt x="390913" y="448999"/>
                  <a:pt x="376875" y="484094"/>
                </a:cubicBezTo>
                <a:cubicBezTo>
                  <a:pt x="349019" y="553738"/>
                  <a:pt x="366145" y="514519"/>
                  <a:pt x="323087" y="600635"/>
                </a:cubicBezTo>
                <a:cubicBezTo>
                  <a:pt x="317111" y="612588"/>
                  <a:pt x="313176" y="625803"/>
                  <a:pt x="305158" y="636494"/>
                </a:cubicBezTo>
                <a:cubicBezTo>
                  <a:pt x="279214" y="671085"/>
                  <a:pt x="272650" y="677275"/>
                  <a:pt x="251369" y="717176"/>
                </a:cubicBezTo>
                <a:cubicBezTo>
                  <a:pt x="235647" y="746655"/>
                  <a:pt x="225078" y="779025"/>
                  <a:pt x="206546" y="806823"/>
                </a:cubicBezTo>
                <a:lnTo>
                  <a:pt x="152758" y="887506"/>
                </a:lnTo>
                <a:cubicBezTo>
                  <a:pt x="146781" y="896471"/>
                  <a:pt x="138235" y="904179"/>
                  <a:pt x="134828" y="914400"/>
                </a:cubicBezTo>
                <a:cubicBezTo>
                  <a:pt x="121854" y="953321"/>
                  <a:pt x="132545" y="934612"/>
                  <a:pt x="98969" y="968188"/>
                </a:cubicBezTo>
                <a:cubicBezTo>
                  <a:pt x="95981" y="977153"/>
                  <a:pt x="94231" y="986630"/>
                  <a:pt x="90005" y="995082"/>
                </a:cubicBezTo>
                <a:cubicBezTo>
                  <a:pt x="85187" y="1004719"/>
                  <a:pt x="76451" y="1012130"/>
                  <a:pt x="72075" y="1021976"/>
                </a:cubicBezTo>
                <a:cubicBezTo>
                  <a:pt x="64399" y="1039247"/>
                  <a:pt x="60122" y="1057835"/>
                  <a:pt x="54146" y="1075765"/>
                </a:cubicBezTo>
                <a:lnTo>
                  <a:pt x="45181" y="1102659"/>
                </a:lnTo>
                <a:cubicBezTo>
                  <a:pt x="42193" y="1138518"/>
                  <a:pt x="40679" y="1174530"/>
                  <a:pt x="36216" y="1210235"/>
                </a:cubicBezTo>
                <a:cubicBezTo>
                  <a:pt x="34688" y="1222461"/>
                  <a:pt x="29277" y="1233941"/>
                  <a:pt x="27252" y="1246094"/>
                </a:cubicBezTo>
                <a:cubicBezTo>
                  <a:pt x="10359" y="1347456"/>
                  <a:pt x="28556" y="1287007"/>
                  <a:pt x="9322" y="1344706"/>
                </a:cubicBezTo>
                <a:cubicBezTo>
                  <a:pt x="2076" y="1482387"/>
                  <a:pt x="-7415" y="1486927"/>
                  <a:pt x="9322" y="1595718"/>
                </a:cubicBezTo>
                <a:cubicBezTo>
                  <a:pt x="15459" y="1635607"/>
                  <a:pt x="22504" y="1635262"/>
                  <a:pt x="36216" y="1676400"/>
                </a:cubicBezTo>
                <a:cubicBezTo>
                  <a:pt x="41961" y="1693635"/>
                  <a:pt x="45512" y="1721885"/>
                  <a:pt x="54146" y="1739153"/>
                </a:cubicBezTo>
                <a:cubicBezTo>
                  <a:pt x="58964" y="1748790"/>
                  <a:pt x="66916" y="1756588"/>
                  <a:pt x="72075" y="1766047"/>
                </a:cubicBezTo>
                <a:cubicBezTo>
                  <a:pt x="162015" y="1930938"/>
                  <a:pt x="34236" y="1724683"/>
                  <a:pt x="188616" y="1963270"/>
                </a:cubicBezTo>
                <a:cubicBezTo>
                  <a:pt x="194469" y="1972316"/>
                  <a:pt x="200569" y="1981200"/>
                  <a:pt x="206546" y="1990165"/>
                </a:cubicBezTo>
                <a:cubicBezTo>
                  <a:pt x="212522" y="1999130"/>
                  <a:pt x="216857" y="2009441"/>
                  <a:pt x="224475" y="2017059"/>
                </a:cubicBezTo>
                <a:cubicBezTo>
                  <a:pt x="242404" y="2034988"/>
                  <a:pt x="264198" y="2049750"/>
                  <a:pt x="278263" y="2070847"/>
                </a:cubicBezTo>
                <a:cubicBezTo>
                  <a:pt x="356069" y="2187555"/>
                  <a:pt x="273334" y="2071073"/>
                  <a:pt x="349981" y="2160494"/>
                </a:cubicBezTo>
                <a:cubicBezTo>
                  <a:pt x="356993" y="2168674"/>
                  <a:pt x="359633" y="2180491"/>
                  <a:pt x="367910" y="2187388"/>
                </a:cubicBezTo>
                <a:cubicBezTo>
                  <a:pt x="378176" y="2195943"/>
                  <a:pt x="392650" y="2197905"/>
                  <a:pt x="403769" y="2205318"/>
                </a:cubicBezTo>
                <a:cubicBezTo>
                  <a:pt x="410802" y="2210006"/>
                  <a:pt x="415099" y="2217967"/>
                  <a:pt x="421699" y="2223247"/>
                </a:cubicBezTo>
                <a:cubicBezTo>
                  <a:pt x="430112" y="2229977"/>
                  <a:pt x="440180" y="2234445"/>
                  <a:pt x="448593" y="2241176"/>
                </a:cubicBezTo>
                <a:cubicBezTo>
                  <a:pt x="455193" y="2246456"/>
                  <a:pt x="458504" y="2256433"/>
                  <a:pt x="466522" y="2259106"/>
                </a:cubicBezTo>
                <a:cubicBezTo>
                  <a:pt x="495432" y="2268743"/>
                  <a:pt x="526371" y="2270650"/>
                  <a:pt x="556169" y="2277035"/>
                </a:cubicBezTo>
                <a:cubicBezTo>
                  <a:pt x="568216" y="2279617"/>
                  <a:pt x="580227" y="2282460"/>
                  <a:pt x="592028" y="2286000"/>
                </a:cubicBezTo>
                <a:cubicBezTo>
                  <a:pt x="610130" y="2291431"/>
                  <a:pt x="627583" y="2298956"/>
                  <a:pt x="645816" y="2303929"/>
                </a:cubicBezTo>
                <a:cubicBezTo>
                  <a:pt x="660516" y="2307938"/>
                  <a:pt x="675940" y="2308885"/>
                  <a:pt x="690640" y="2312894"/>
                </a:cubicBezTo>
                <a:cubicBezTo>
                  <a:pt x="874781" y="2363114"/>
                  <a:pt x="628886" y="2300642"/>
                  <a:pt x="789252" y="2348753"/>
                </a:cubicBezTo>
                <a:cubicBezTo>
                  <a:pt x="813091" y="2355905"/>
                  <a:pt x="876824" y="2363825"/>
                  <a:pt x="896828" y="2366682"/>
                </a:cubicBezTo>
                <a:lnTo>
                  <a:pt x="950616" y="2384612"/>
                </a:lnTo>
                <a:cubicBezTo>
                  <a:pt x="959581" y="2387600"/>
                  <a:pt x="968343" y="2391284"/>
                  <a:pt x="977510" y="2393576"/>
                </a:cubicBezTo>
                <a:lnTo>
                  <a:pt x="1085087" y="2420470"/>
                </a:lnTo>
                <a:cubicBezTo>
                  <a:pt x="1097040" y="2423458"/>
                  <a:pt x="1109257" y="2425539"/>
                  <a:pt x="1120946" y="2429435"/>
                </a:cubicBezTo>
                <a:cubicBezTo>
                  <a:pt x="1129911" y="2432423"/>
                  <a:pt x="1138519" y="2436846"/>
                  <a:pt x="1147840" y="2438400"/>
                </a:cubicBezTo>
                <a:cubicBezTo>
                  <a:pt x="1174531" y="2442849"/>
                  <a:pt x="1201628" y="2444377"/>
                  <a:pt x="1228522" y="2447365"/>
                </a:cubicBezTo>
                <a:cubicBezTo>
                  <a:pt x="1445380" y="2432907"/>
                  <a:pt x="1300187" y="2450577"/>
                  <a:pt x="1398852" y="2429435"/>
                </a:cubicBezTo>
                <a:cubicBezTo>
                  <a:pt x="1428650" y="2423050"/>
                  <a:pt x="1488499" y="2411506"/>
                  <a:pt x="1488499" y="2411506"/>
                </a:cubicBezTo>
                <a:cubicBezTo>
                  <a:pt x="1500452" y="2405529"/>
                  <a:pt x="1512146" y="2399004"/>
                  <a:pt x="1524358" y="2393576"/>
                </a:cubicBezTo>
                <a:cubicBezTo>
                  <a:pt x="1539063" y="2387040"/>
                  <a:pt x="1554788" y="2382843"/>
                  <a:pt x="1569181" y="2375647"/>
                </a:cubicBezTo>
                <a:cubicBezTo>
                  <a:pt x="1578818" y="2370829"/>
                  <a:pt x="1587110" y="2363694"/>
                  <a:pt x="1596075" y="2357718"/>
                </a:cubicBezTo>
                <a:cubicBezTo>
                  <a:pt x="1599063" y="2348753"/>
                  <a:pt x="1600814" y="2339275"/>
                  <a:pt x="1605040" y="2330823"/>
                </a:cubicBezTo>
                <a:cubicBezTo>
                  <a:pt x="1629519" y="2281865"/>
                  <a:pt x="1618415" y="2326606"/>
                  <a:pt x="1631934" y="2277035"/>
                </a:cubicBezTo>
                <a:cubicBezTo>
                  <a:pt x="1638418" y="2253262"/>
                  <a:pt x="1642071" y="2228695"/>
                  <a:pt x="1649863" y="2205318"/>
                </a:cubicBezTo>
                <a:cubicBezTo>
                  <a:pt x="1671358" y="2140832"/>
                  <a:pt x="1645279" y="2221362"/>
                  <a:pt x="1667793" y="2142565"/>
                </a:cubicBezTo>
                <a:cubicBezTo>
                  <a:pt x="1670389" y="2133479"/>
                  <a:pt x="1674466" y="2124838"/>
                  <a:pt x="1676758" y="2115670"/>
                </a:cubicBezTo>
                <a:cubicBezTo>
                  <a:pt x="1680453" y="2100888"/>
                  <a:pt x="1681713" y="2085547"/>
                  <a:pt x="1685722" y="2070847"/>
                </a:cubicBezTo>
                <a:cubicBezTo>
                  <a:pt x="1690695" y="2052614"/>
                  <a:pt x="1697676" y="2034988"/>
                  <a:pt x="1703652" y="2017059"/>
                </a:cubicBezTo>
                <a:cubicBezTo>
                  <a:pt x="1706640" y="2008094"/>
                  <a:pt x="1710324" y="1999332"/>
                  <a:pt x="1712616" y="1990165"/>
                </a:cubicBezTo>
                <a:lnTo>
                  <a:pt x="1730546" y="1918447"/>
                </a:lnTo>
                <a:cubicBezTo>
                  <a:pt x="1736902" y="1867593"/>
                  <a:pt x="1735782" y="1853179"/>
                  <a:pt x="1748475" y="1810870"/>
                </a:cubicBezTo>
                <a:cubicBezTo>
                  <a:pt x="1753906" y="1792768"/>
                  <a:pt x="1766405" y="1757082"/>
                  <a:pt x="1766405" y="1757082"/>
                </a:cubicBezTo>
                <a:cubicBezTo>
                  <a:pt x="1763314" y="1732358"/>
                  <a:pt x="1762294" y="1686109"/>
                  <a:pt x="1748475" y="1658470"/>
                </a:cubicBezTo>
                <a:cubicBezTo>
                  <a:pt x="1726564" y="1614648"/>
                  <a:pt x="1732848" y="1649748"/>
                  <a:pt x="1721581" y="1604682"/>
                </a:cubicBezTo>
                <a:cubicBezTo>
                  <a:pt x="1717885" y="1589900"/>
                  <a:pt x="1715921" y="1574733"/>
                  <a:pt x="1712616" y="1559859"/>
                </a:cubicBezTo>
                <a:cubicBezTo>
                  <a:pt x="1709943" y="1547832"/>
                  <a:pt x="1706640" y="1535953"/>
                  <a:pt x="1703652" y="1524000"/>
                </a:cubicBezTo>
                <a:cubicBezTo>
                  <a:pt x="1687554" y="1363025"/>
                  <a:pt x="1696449" y="1506844"/>
                  <a:pt x="1703652" y="1326776"/>
                </a:cubicBezTo>
                <a:cubicBezTo>
                  <a:pt x="1721190" y="888306"/>
                  <a:pt x="1698199" y="1115872"/>
                  <a:pt x="1721581" y="905435"/>
                </a:cubicBezTo>
                <a:cubicBezTo>
                  <a:pt x="1718593" y="836706"/>
                  <a:pt x="1717517" y="767866"/>
                  <a:pt x="1712616" y="699247"/>
                </a:cubicBezTo>
                <a:cubicBezTo>
                  <a:pt x="1711530" y="684049"/>
                  <a:pt x="1708470" y="668878"/>
                  <a:pt x="1703652" y="654423"/>
                </a:cubicBezTo>
                <a:cubicBezTo>
                  <a:pt x="1699426" y="641745"/>
                  <a:pt x="1690986" y="630848"/>
                  <a:pt x="1685722" y="618565"/>
                </a:cubicBezTo>
                <a:cubicBezTo>
                  <a:pt x="1682000" y="609879"/>
                  <a:pt x="1680984" y="600122"/>
                  <a:pt x="1676758" y="591670"/>
                </a:cubicBezTo>
                <a:cubicBezTo>
                  <a:pt x="1671940" y="582033"/>
                  <a:pt x="1663647" y="574413"/>
                  <a:pt x="1658828" y="564776"/>
                </a:cubicBezTo>
                <a:cubicBezTo>
                  <a:pt x="1632879" y="512880"/>
                  <a:pt x="1673952" y="561971"/>
                  <a:pt x="1622969" y="510988"/>
                </a:cubicBezTo>
                <a:cubicBezTo>
                  <a:pt x="1616993" y="499035"/>
                  <a:pt x="1613058" y="485820"/>
                  <a:pt x="1605040" y="475129"/>
                </a:cubicBezTo>
                <a:cubicBezTo>
                  <a:pt x="1580030" y="441782"/>
                  <a:pt x="1571476" y="442190"/>
                  <a:pt x="1542287" y="421341"/>
                </a:cubicBezTo>
                <a:cubicBezTo>
                  <a:pt x="1505719" y="395221"/>
                  <a:pt x="1478440" y="372263"/>
                  <a:pt x="1443675" y="340659"/>
                </a:cubicBezTo>
                <a:cubicBezTo>
                  <a:pt x="1443643" y="340630"/>
                  <a:pt x="1398867" y="295850"/>
                  <a:pt x="1389887" y="286870"/>
                </a:cubicBezTo>
                <a:cubicBezTo>
                  <a:pt x="1370061" y="267043"/>
                  <a:pt x="1361061" y="254528"/>
                  <a:pt x="1336099" y="242047"/>
                </a:cubicBezTo>
                <a:cubicBezTo>
                  <a:pt x="1327647" y="237821"/>
                  <a:pt x="1318170" y="236070"/>
                  <a:pt x="1309205" y="233082"/>
                </a:cubicBezTo>
                <a:cubicBezTo>
                  <a:pt x="1266664" y="190541"/>
                  <a:pt x="1289383" y="202568"/>
                  <a:pt x="1246452" y="188259"/>
                </a:cubicBezTo>
                <a:cubicBezTo>
                  <a:pt x="1240475" y="182282"/>
                  <a:pt x="1235122" y="175609"/>
                  <a:pt x="1228522" y="170329"/>
                </a:cubicBezTo>
                <a:cubicBezTo>
                  <a:pt x="1220109" y="163598"/>
                  <a:pt x="1209246" y="160018"/>
                  <a:pt x="1201628" y="152400"/>
                </a:cubicBezTo>
                <a:cubicBezTo>
                  <a:pt x="1162271" y="113043"/>
                  <a:pt x="1187347" y="125280"/>
                  <a:pt x="1156805" y="89647"/>
                </a:cubicBezTo>
                <a:cubicBezTo>
                  <a:pt x="1145804" y="76812"/>
                  <a:pt x="1132899" y="65741"/>
                  <a:pt x="1120946" y="53788"/>
                </a:cubicBezTo>
                <a:cubicBezTo>
                  <a:pt x="1114969" y="47812"/>
                  <a:pt x="1111034" y="38532"/>
                  <a:pt x="1103016" y="35859"/>
                </a:cubicBezTo>
                <a:lnTo>
                  <a:pt x="1049228" y="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30A0"/>
              </a:solidFill>
              <a:highlight>
                <a:srgbClr val="800080"/>
              </a:highlight>
            </a:endParaRPr>
          </a:p>
        </p:txBody>
      </p:sp>
      <p:sp>
        <p:nvSpPr>
          <p:cNvPr id="121" name="Freeform 42">
            <a:extLst>
              <a:ext uri="{FF2B5EF4-FFF2-40B4-BE49-F238E27FC236}">
                <a16:creationId xmlns:a16="http://schemas.microsoft.com/office/drawing/2014/main" id="{3326BFB8-5D2B-F1B6-02E8-39F9758CA847}"/>
              </a:ext>
            </a:extLst>
          </p:cNvPr>
          <p:cNvSpPr/>
          <p:nvPr/>
        </p:nvSpPr>
        <p:spPr>
          <a:xfrm>
            <a:off x="10484224" y="3049302"/>
            <a:ext cx="1631576" cy="1927490"/>
          </a:xfrm>
          <a:custGeom>
            <a:avLst/>
            <a:gdLst>
              <a:gd name="connsiteX0" fmla="*/ 833717 w 1631576"/>
              <a:gd name="connsiteY0" fmla="*/ 78 h 1927490"/>
              <a:gd name="connsiteX1" fmla="*/ 770965 w 1631576"/>
              <a:gd name="connsiteY1" fmla="*/ 26972 h 1927490"/>
              <a:gd name="connsiteX2" fmla="*/ 654423 w 1631576"/>
              <a:gd name="connsiteY2" fmla="*/ 62831 h 1927490"/>
              <a:gd name="connsiteX3" fmla="*/ 600635 w 1631576"/>
              <a:gd name="connsiteY3" fmla="*/ 80761 h 1927490"/>
              <a:gd name="connsiteX4" fmla="*/ 564776 w 1631576"/>
              <a:gd name="connsiteY4" fmla="*/ 107655 h 1927490"/>
              <a:gd name="connsiteX5" fmla="*/ 519953 w 1631576"/>
              <a:gd name="connsiteY5" fmla="*/ 161443 h 1927490"/>
              <a:gd name="connsiteX6" fmla="*/ 493059 w 1631576"/>
              <a:gd name="connsiteY6" fmla="*/ 197302 h 1927490"/>
              <a:gd name="connsiteX7" fmla="*/ 439270 w 1631576"/>
              <a:gd name="connsiteY7" fmla="*/ 295914 h 1927490"/>
              <a:gd name="connsiteX8" fmla="*/ 421341 w 1631576"/>
              <a:gd name="connsiteY8" fmla="*/ 340737 h 1927490"/>
              <a:gd name="connsiteX9" fmla="*/ 412376 w 1631576"/>
              <a:gd name="connsiteY9" fmla="*/ 376596 h 1927490"/>
              <a:gd name="connsiteX10" fmla="*/ 394447 w 1631576"/>
              <a:gd name="connsiteY10" fmla="*/ 403490 h 1927490"/>
              <a:gd name="connsiteX11" fmla="*/ 376517 w 1631576"/>
              <a:gd name="connsiteY11" fmla="*/ 528996 h 1927490"/>
              <a:gd name="connsiteX12" fmla="*/ 331694 w 1631576"/>
              <a:gd name="connsiteY12" fmla="*/ 591749 h 1927490"/>
              <a:gd name="connsiteX13" fmla="*/ 313765 w 1631576"/>
              <a:gd name="connsiteY13" fmla="*/ 618643 h 1927490"/>
              <a:gd name="connsiteX14" fmla="*/ 259976 w 1631576"/>
              <a:gd name="connsiteY14" fmla="*/ 672431 h 1927490"/>
              <a:gd name="connsiteX15" fmla="*/ 242047 w 1631576"/>
              <a:gd name="connsiteY15" fmla="*/ 690361 h 1927490"/>
              <a:gd name="connsiteX16" fmla="*/ 224117 w 1631576"/>
              <a:gd name="connsiteY16" fmla="*/ 708290 h 1927490"/>
              <a:gd name="connsiteX17" fmla="*/ 206188 w 1631576"/>
              <a:gd name="connsiteY17" fmla="*/ 735184 h 1927490"/>
              <a:gd name="connsiteX18" fmla="*/ 179294 w 1631576"/>
              <a:gd name="connsiteY18" fmla="*/ 744149 h 1927490"/>
              <a:gd name="connsiteX19" fmla="*/ 143435 w 1631576"/>
              <a:gd name="connsiteY19" fmla="*/ 771043 h 1927490"/>
              <a:gd name="connsiteX20" fmla="*/ 116541 w 1631576"/>
              <a:gd name="connsiteY20" fmla="*/ 842761 h 1927490"/>
              <a:gd name="connsiteX21" fmla="*/ 107576 w 1631576"/>
              <a:gd name="connsiteY21" fmla="*/ 878619 h 1927490"/>
              <a:gd name="connsiteX22" fmla="*/ 89647 w 1631576"/>
              <a:gd name="connsiteY22" fmla="*/ 932408 h 1927490"/>
              <a:gd name="connsiteX23" fmla="*/ 80682 w 1631576"/>
              <a:gd name="connsiteY23" fmla="*/ 1004125 h 1927490"/>
              <a:gd name="connsiteX24" fmla="*/ 53788 w 1631576"/>
              <a:gd name="connsiteY24" fmla="*/ 1434431 h 1927490"/>
              <a:gd name="connsiteX25" fmla="*/ 0 w 1631576"/>
              <a:gd name="connsiteY25" fmla="*/ 1497184 h 1927490"/>
              <a:gd name="connsiteX26" fmla="*/ 8965 w 1631576"/>
              <a:gd name="connsiteY26" fmla="*/ 1559937 h 1927490"/>
              <a:gd name="connsiteX27" fmla="*/ 26894 w 1631576"/>
              <a:gd name="connsiteY27" fmla="*/ 1577867 h 1927490"/>
              <a:gd name="connsiteX28" fmla="*/ 35859 w 1631576"/>
              <a:gd name="connsiteY28" fmla="*/ 1604761 h 1927490"/>
              <a:gd name="connsiteX29" fmla="*/ 62753 w 1631576"/>
              <a:gd name="connsiteY29" fmla="*/ 1631655 h 1927490"/>
              <a:gd name="connsiteX30" fmla="*/ 107576 w 1631576"/>
              <a:gd name="connsiteY30" fmla="*/ 1694408 h 1927490"/>
              <a:gd name="connsiteX31" fmla="*/ 134470 w 1631576"/>
              <a:gd name="connsiteY31" fmla="*/ 1730267 h 1927490"/>
              <a:gd name="connsiteX32" fmla="*/ 143435 w 1631576"/>
              <a:gd name="connsiteY32" fmla="*/ 1757161 h 1927490"/>
              <a:gd name="connsiteX33" fmla="*/ 170329 w 1631576"/>
              <a:gd name="connsiteY33" fmla="*/ 1775090 h 1927490"/>
              <a:gd name="connsiteX34" fmla="*/ 215153 w 1631576"/>
              <a:gd name="connsiteY34" fmla="*/ 1810949 h 1927490"/>
              <a:gd name="connsiteX35" fmla="*/ 251012 w 1631576"/>
              <a:gd name="connsiteY35" fmla="*/ 1819914 h 1927490"/>
              <a:gd name="connsiteX36" fmla="*/ 277906 w 1631576"/>
              <a:gd name="connsiteY36" fmla="*/ 1837843 h 1927490"/>
              <a:gd name="connsiteX37" fmla="*/ 358588 w 1631576"/>
              <a:gd name="connsiteY37" fmla="*/ 1855772 h 1927490"/>
              <a:gd name="connsiteX38" fmla="*/ 484094 w 1631576"/>
              <a:gd name="connsiteY38" fmla="*/ 1873702 h 1927490"/>
              <a:gd name="connsiteX39" fmla="*/ 609600 w 1631576"/>
              <a:gd name="connsiteY39" fmla="*/ 1900596 h 1927490"/>
              <a:gd name="connsiteX40" fmla="*/ 636494 w 1631576"/>
              <a:gd name="connsiteY40" fmla="*/ 1909561 h 1927490"/>
              <a:gd name="connsiteX41" fmla="*/ 815788 w 1631576"/>
              <a:gd name="connsiteY41" fmla="*/ 1927490 h 1927490"/>
              <a:gd name="connsiteX42" fmla="*/ 1174376 w 1631576"/>
              <a:gd name="connsiteY42" fmla="*/ 1918525 h 1927490"/>
              <a:gd name="connsiteX43" fmla="*/ 1264023 w 1631576"/>
              <a:gd name="connsiteY43" fmla="*/ 1882667 h 1927490"/>
              <a:gd name="connsiteX44" fmla="*/ 1299882 w 1631576"/>
              <a:gd name="connsiteY44" fmla="*/ 1873702 h 1927490"/>
              <a:gd name="connsiteX45" fmla="*/ 1389529 w 1631576"/>
              <a:gd name="connsiteY45" fmla="*/ 1801984 h 1927490"/>
              <a:gd name="connsiteX46" fmla="*/ 1470212 w 1631576"/>
              <a:gd name="connsiteY46" fmla="*/ 1676478 h 1927490"/>
              <a:gd name="connsiteX47" fmla="*/ 1524000 w 1631576"/>
              <a:gd name="connsiteY47" fmla="*/ 1586831 h 1927490"/>
              <a:gd name="connsiteX48" fmla="*/ 1550894 w 1631576"/>
              <a:gd name="connsiteY48" fmla="*/ 1506149 h 1927490"/>
              <a:gd name="connsiteX49" fmla="*/ 1568823 w 1631576"/>
              <a:gd name="connsiteY49" fmla="*/ 1470290 h 1927490"/>
              <a:gd name="connsiteX50" fmla="*/ 1586753 w 1631576"/>
              <a:gd name="connsiteY50" fmla="*/ 1398572 h 1927490"/>
              <a:gd name="connsiteX51" fmla="*/ 1595717 w 1631576"/>
              <a:gd name="connsiteY51" fmla="*/ 1371678 h 1927490"/>
              <a:gd name="connsiteX52" fmla="*/ 1604682 w 1631576"/>
              <a:gd name="connsiteY52" fmla="*/ 1308925 h 1927490"/>
              <a:gd name="connsiteX53" fmla="*/ 1631576 w 1631576"/>
              <a:gd name="connsiteY53" fmla="*/ 1192384 h 1927490"/>
              <a:gd name="connsiteX54" fmla="*/ 1613647 w 1631576"/>
              <a:gd name="connsiteY54" fmla="*/ 914478 h 1927490"/>
              <a:gd name="connsiteX55" fmla="*/ 1604682 w 1631576"/>
              <a:gd name="connsiteY55" fmla="*/ 878619 h 1927490"/>
              <a:gd name="connsiteX56" fmla="*/ 1568823 w 1631576"/>
              <a:gd name="connsiteY56" fmla="*/ 762078 h 1927490"/>
              <a:gd name="connsiteX57" fmla="*/ 1550894 w 1631576"/>
              <a:gd name="connsiteY57" fmla="*/ 735184 h 1927490"/>
              <a:gd name="connsiteX58" fmla="*/ 1541929 w 1631576"/>
              <a:gd name="connsiteY58" fmla="*/ 708290 h 1927490"/>
              <a:gd name="connsiteX59" fmla="*/ 1524000 w 1631576"/>
              <a:gd name="connsiteY59" fmla="*/ 681396 h 1927490"/>
              <a:gd name="connsiteX60" fmla="*/ 1506070 w 1631576"/>
              <a:gd name="connsiteY60" fmla="*/ 627608 h 1927490"/>
              <a:gd name="connsiteX61" fmla="*/ 1488141 w 1631576"/>
              <a:gd name="connsiteY61" fmla="*/ 591749 h 1927490"/>
              <a:gd name="connsiteX62" fmla="*/ 1470212 w 1631576"/>
              <a:gd name="connsiteY62" fmla="*/ 546925 h 1927490"/>
              <a:gd name="connsiteX63" fmla="*/ 1461247 w 1631576"/>
              <a:gd name="connsiteY63" fmla="*/ 493137 h 1927490"/>
              <a:gd name="connsiteX64" fmla="*/ 1443317 w 1631576"/>
              <a:gd name="connsiteY64" fmla="*/ 475208 h 1927490"/>
              <a:gd name="connsiteX65" fmla="*/ 1434353 w 1631576"/>
              <a:gd name="connsiteY65" fmla="*/ 439349 h 1927490"/>
              <a:gd name="connsiteX66" fmla="*/ 1407459 w 1631576"/>
              <a:gd name="connsiteY66" fmla="*/ 394525 h 1927490"/>
              <a:gd name="connsiteX67" fmla="*/ 1380565 w 1631576"/>
              <a:gd name="connsiteY67" fmla="*/ 340737 h 1927490"/>
              <a:gd name="connsiteX68" fmla="*/ 1317812 w 1631576"/>
              <a:gd name="connsiteY68" fmla="*/ 277984 h 1927490"/>
              <a:gd name="connsiteX69" fmla="*/ 1290917 w 1631576"/>
              <a:gd name="connsiteY69" fmla="*/ 251090 h 1927490"/>
              <a:gd name="connsiteX70" fmla="*/ 1255059 w 1631576"/>
              <a:gd name="connsiteY70" fmla="*/ 233161 h 1927490"/>
              <a:gd name="connsiteX71" fmla="*/ 1228165 w 1631576"/>
              <a:gd name="connsiteY71" fmla="*/ 215231 h 1927490"/>
              <a:gd name="connsiteX72" fmla="*/ 1129553 w 1631576"/>
              <a:gd name="connsiteY72" fmla="*/ 188337 h 1927490"/>
              <a:gd name="connsiteX73" fmla="*/ 1013012 w 1631576"/>
              <a:gd name="connsiteY73" fmla="*/ 152478 h 1927490"/>
              <a:gd name="connsiteX74" fmla="*/ 959223 w 1631576"/>
              <a:gd name="connsiteY74" fmla="*/ 134549 h 1927490"/>
              <a:gd name="connsiteX75" fmla="*/ 905435 w 1631576"/>
              <a:gd name="connsiteY75" fmla="*/ 98690 h 1927490"/>
              <a:gd name="connsiteX76" fmla="*/ 860612 w 1631576"/>
              <a:gd name="connsiteY76" fmla="*/ 35937 h 1927490"/>
              <a:gd name="connsiteX77" fmla="*/ 833717 w 1631576"/>
              <a:gd name="connsiteY77" fmla="*/ 78 h 1927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1631576" h="1927490">
                <a:moveTo>
                  <a:pt x="833717" y="78"/>
                </a:moveTo>
                <a:cubicBezTo>
                  <a:pt x="818776" y="-1416"/>
                  <a:pt x="792206" y="18802"/>
                  <a:pt x="770965" y="26972"/>
                </a:cubicBezTo>
                <a:cubicBezTo>
                  <a:pt x="726058" y="44244"/>
                  <a:pt x="701368" y="48386"/>
                  <a:pt x="654423" y="62831"/>
                </a:cubicBezTo>
                <a:cubicBezTo>
                  <a:pt x="636360" y="68389"/>
                  <a:pt x="618564" y="74784"/>
                  <a:pt x="600635" y="80761"/>
                </a:cubicBezTo>
                <a:cubicBezTo>
                  <a:pt x="588682" y="89726"/>
                  <a:pt x="576120" y="97931"/>
                  <a:pt x="564776" y="107655"/>
                </a:cubicBezTo>
                <a:cubicBezTo>
                  <a:pt x="533935" y="134090"/>
                  <a:pt x="541795" y="130865"/>
                  <a:pt x="519953" y="161443"/>
                </a:cubicBezTo>
                <a:cubicBezTo>
                  <a:pt x="511269" y="173601"/>
                  <a:pt x="501743" y="185144"/>
                  <a:pt x="493059" y="197302"/>
                </a:cubicBezTo>
                <a:cubicBezTo>
                  <a:pt x="470733" y="228558"/>
                  <a:pt x="454074" y="258904"/>
                  <a:pt x="439270" y="295914"/>
                </a:cubicBezTo>
                <a:cubicBezTo>
                  <a:pt x="433294" y="310855"/>
                  <a:pt x="426430" y="325471"/>
                  <a:pt x="421341" y="340737"/>
                </a:cubicBezTo>
                <a:cubicBezTo>
                  <a:pt x="417445" y="352426"/>
                  <a:pt x="417229" y="365271"/>
                  <a:pt x="412376" y="376596"/>
                </a:cubicBezTo>
                <a:cubicBezTo>
                  <a:pt x="408132" y="386499"/>
                  <a:pt x="400423" y="394525"/>
                  <a:pt x="394447" y="403490"/>
                </a:cubicBezTo>
                <a:cubicBezTo>
                  <a:pt x="392248" y="423284"/>
                  <a:pt x="386032" y="500452"/>
                  <a:pt x="376517" y="528996"/>
                </a:cubicBezTo>
                <a:cubicBezTo>
                  <a:pt x="361772" y="573233"/>
                  <a:pt x="359639" y="558215"/>
                  <a:pt x="331694" y="591749"/>
                </a:cubicBezTo>
                <a:cubicBezTo>
                  <a:pt x="324797" y="600026"/>
                  <a:pt x="320923" y="610590"/>
                  <a:pt x="313765" y="618643"/>
                </a:cubicBezTo>
                <a:cubicBezTo>
                  <a:pt x="296919" y="637594"/>
                  <a:pt x="277906" y="654501"/>
                  <a:pt x="259976" y="672431"/>
                </a:cubicBezTo>
                <a:lnTo>
                  <a:pt x="242047" y="690361"/>
                </a:lnTo>
                <a:cubicBezTo>
                  <a:pt x="236070" y="696338"/>
                  <a:pt x="228805" y="701257"/>
                  <a:pt x="224117" y="708290"/>
                </a:cubicBezTo>
                <a:cubicBezTo>
                  <a:pt x="218141" y="717255"/>
                  <a:pt x="214601" y="728453"/>
                  <a:pt x="206188" y="735184"/>
                </a:cubicBezTo>
                <a:cubicBezTo>
                  <a:pt x="198809" y="741087"/>
                  <a:pt x="188259" y="741161"/>
                  <a:pt x="179294" y="744149"/>
                </a:cubicBezTo>
                <a:cubicBezTo>
                  <a:pt x="167341" y="753114"/>
                  <a:pt x="154000" y="760478"/>
                  <a:pt x="143435" y="771043"/>
                </a:cubicBezTo>
                <a:cubicBezTo>
                  <a:pt x="119704" y="794774"/>
                  <a:pt x="123871" y="809775"/>
                  <a:pt x="116541" y="842761"/>
                </a:cubicBezTo>
                <a:cubicBezTo>
                  <a:pt x="113868" y="854788"/>
                  <a:pt x="111116" y="866818"/>
                  <a:pt x="107576" y="878619"/>
                </a:cubicBezTo>
                <a:cubicBezTo>
                  <a:pt x="102145" y="896721"/>
                  <a:pt x="89647" y="932408"/>
                  <a:pt x="89647" y="932408"/>
                </a:cubicBezTo>
                <a:cubicBezTo>
                  <a:pt x="86659" y="956314"/>
                  <a:pt x="82398" y="980095"/>
                  <a:pt x="80682" y="1004125"/>
                </a:cubicBezTo>
                <a:cubicBezTo>
                  <a:pt x="70443" y="1147475"/>
                  <a:pt x="155410" y="1332809"/>
                  <a:pt x="53788" y="1434431"/>
                </a:cubicBezTo>
                <a:cubicBezTo>
                  <a:pt x="10311" y="1477908"/>
                  <a:pt x="27306" y="1456225"/>
                  <a:pt x="0" y="1497184"/>
                </a:cubicBezTo>
                <a:cubicBezTo>
                  <a:pt x="2988" y="1518102"/>
                  <a:pt x="2283" y="1539891"/>
                  <a:pt x="8965" y="1559937"/>
                </a:cubicBezTo>
                <a:cubicBezTo>
                  <a:pt x="11638" y="1567955"/>
                  <a:pt x="22546" y="1570619"/>
                  <a:pt x="26894" y="1577867"/>
                </a:cubicBezTo>
                <a:cubicBezTo>
                  <a:pt x="31756" y="1585970"/>
                  <a:pt x="30617" y="1596898"/>
                  <a:pt x="35859" y="1604761"/>
                </a:cubicBezTo>
                <a:cubicBezTo>
                  <a:pt x="42892" y="1615310"/>
                  <a:pt x="54502" y="1622029"/>
                  <a:pt x="62753" y="1631655"/>
                </a:cubicBezTo>
                <a:cubicBezTo>
                  <a:pt x="87866" y="1660954"/>
                  <a:pt x="87305" y="1666028"/>
                  <a:pt x="107576" y="1694408"/>
                </a:cubicBezTo>
                <a:cubicBezTo>
                  <a:pt x="116260" y="1706566"/>
                  <a:pt x="125505" y="1718314"/>
                  <a:pt x="134470" y="1730267"/>
                </a:cubicBezTo>
                <a:cubicBezTo>
                  <a:pt x="137458" y="1739232"/>
                  <a:pt x="137532" y="1749782"/>
                  <a:pt x="143435" y="1757161"/>
                </a:cubicBezTo>
                <a:cubicBezTo>
                  <a:pt x="150166" y="1765574"/>
                  <a:pt x="161916" y="1768360"/>
                  <a:pt x="170329" y="1775090"/>
                </a:cubicBezTo>
                <a:cubicBezTo>
                  <a:pt x="192571" y="1792883"/>
                  <a:pt x="185441" y="1798215"/>
                  <a:pt x="215153" y="1810949"/>
                </a:cubicBezTo>
                <a:cubicBezTo>
                  <a:pt x="226478" y="1815803"/>
                  <a:pt x="239059" y="1816926"/>
                  <a:pt x="251012" y="1819914"/>
                </a:cubicBezTo>
                <a:cubicBezTo>
                  <a:pt x="259977" y="1825890"/>
                  <a:pt x="268003" y="1833599"/>
                  <a:pt x="277906" y="1837843"/>
                </a:cubicBezTo>
                <a:cubicBezTo>
                  <a:pt x="288512" y="1842389"/>
                  <a:pt x="351193" y="1854427"/>
                  <a:pt x="358588" y="1855772"/>
                </a:cubicBezTo>
                <a:cubicBezTo>
                  <a:pt x="415470" y="1866114"/>
                  <a:pt x="421737" y="1865907"/>
                  <a:pt x="484094" y="1873702"/>
                </a:cubicBezTo>
                <a:cubicBezTo>
                  <a:pt x="587355" y="1908122"/>
                  <a:pt x="485198" y="1877977"/>
                  <a:pt x="609600" y="1900596"/>
                </a:cubicBezTo>
                <a:cubicBezTo>
                  <a:pt x="618897" y="1902286"/>
                  <a:pt x="627228" y="1907708"/>
                  <a:pt x="636494" y="1909561"/>
                </a:cubicBezTo>
                <a:cubicBezTo>
                  <a:pt x="690766" y="1920415"/>
                  <a:pt x="764938" y="1923578"/>
                  <a:pt x="815788" y="1927490"/>
                </a:cubicBezTo>
                <a:cubicBezTo>
                  <a:pt x="935317" y="1924502"/>
                  <a:pt x="1055403" y="1930422"/>
                  <a:pt x="1174376" y="1918525"/>
                </a:cubicBezTo>
                <a:cubicBezTo>
                  <a:pt x="1206400" y="1915323"/>
                  <a:pt x="1232800" y="1890473"/>
                  <a:pt x="1264023" y="1882667"/>
                </a:cubicBezTo>
                <a:lnTo>
                  <a:pt x="1299882" y="1873702"/>
                </a:lnTo>
                <a:cubicBezTo>
                  <a:pt x="1329764" y="1849796"/>
                  <a:pt x="1366568" y="1832599"/>
                  <a:pt x="1389529" y="1801984"/>
                </a:cubicBezTo>
                <a:cubicBezTo>
                  <a:pt x="1437332" y="1738246"/>
                  <a:pt x="1408736" y="1778936"/>
                  <a:pt x="1470212" y="1676478"/>
                </a:cubicBezTo>
                <a:cubicBezTo>
                  <a:pt x="1470214" y="1676475"/>
                  <a:pt x="1523999" y="1586834"/>
                  <a:pt x="1524000" y="1586831"/>
                </a:cubicBezTo>
                <a:cubicBezTo>
                  <a:pt x="1532965" y="1559937"/>
                  <a:pt x="1538216" y="1531505"/>
                  <a:pt x="1550894" y="1506149"/>
                </a:cubicBezTo>
                <a:cubicBezTo>
                  <a:pt x="1556870" y="1494196"/>
                  <a:pt x="1564597" y="1482968"/>
                  <a:pt x="1568823" y="1470290"/>
                </a:cubicBezTo>
                <a:cubicBezTo>
                  <a:pt x="1576615" y="1446913"/>
                  <a:pt x="1578961" y="1421949"/>
                  <a:pt x="1586753" y="1398572"/>
                </a:cubicBezTo>
                <a:lnTo>
                  <a:pt x="1595717" y="1371678"/>
                </a:lnTo>
                <a:cubicBezTo>
                  <a:pt x="1598705" y="1350760"/>
                  <a:pt x="1600255" y="1329586"/>
                  <a:pt x="1604682" y="1308925"/>
                </a:cubicBezTo>
                <a:cubicBezTo>
                  <a:pt x="1647654" y="1108394"/>
                  <a:pt x="1602285" y="1368145"/>
                  <a:pt x="1631576" y="1192384"/>
                </a:cubicBezTo>
                <a:cubicBezTo>
                  <a:pt x="1625600" y="1099749"/>
                  <a:pt x="1621575" y="1006967"/>
                  <a:pt x="1613647" y="914478"/>
                </a:cubicBezTo>
                <a:cubicBezTo>
                  <a:pt x="1612595" y="902202"/>
                  <a:pt x="1607924" y="890506"/>
                  <a:pt x="1604682" y="878619"/>
                </a:cubicBezTo>
                <a:cubicBezTo>
                  <a:pt x="1599398" y="859243"/>
                  <a:pt x="1578136" y="783033"/>
                  <a:pt x="1568823" y="762078"/>
                </a:cubicBezTo>
                <a:cubicBezTo>
                  <a:pt x="1564447" y="752232"/>
                  <a:pt x="1555712" y="744821"/>
                  <a:pt x="1550894" y="735184"/>
                </a:cubicBezTo>
                <a:cubicBezTo>
                  <a:pt x="1546668" y="726732"/>
                  <a:pt x="1546155" y="716742"/>
                  <a:pt x="1541929" y="708290"/>
                </a:cubicBezTo>
                <a:cubicBezTo>
                  <a:pt x="1537111" y="698653"/>
                  <a:pt x="1528376" y="691242"/>
                  <a:pt x="1524000" y="681396"/>
                </a:cubicBezTo>
                <a:cubicBezTo>
                  <a:pt x="1516324" y="664126"/>
                  <a:pt x="1513089" y="645155"/>
                  <a:pt x="1506070" y="627608"/>
                </a:cubicBezTo>
                <a:cubicBezTo>
                  <a:pt x="1501107" y="615200"/>
                  <a:pt x="1493568" y="603961"/>
                  <a:pt x="1488141" y="591749"/>
                </a:cubicBezTo>
                <a:cubicBezTo>
                  <a:pt x="1481605" y="577044"/>
                  <a:pt x="1476188" y="561866"/>
                  <a:pt x="1470212" y="546925"/>
                </a:cubicBezTo>
                <a:cubicBezTo>
                  <a:pt x="1467224" y="528996"/>
                  <a:pt x="1467629" y="510156"/>
                  <a:pt x="1461247" y="493137"/>
                </a:cubicBezTo>
                <a:cubicBezTo>
                  <a:pt x="1458279" y="485223"/>
                  <a:pt x="1447097" y="482768"/>
                  <a:pt x="1443317" y="475208"/>
                </a:cubicBezTo>
                <a:cubicBezTo>
                  <a:pt x="1437807" y="464188"/>
                  <a:pt x="1439357" y="450608"/>
                  <a:pt x="1434353" y="439349"/>
                </a:cubicBezTo>
                <a:cubicBezTo>
                  <a:pt x="1427276" y="423426"/>
                  <a:pt x="1415803" y="409822"/>
                  <a:pt x="1407459" y="394525"/>
                </a:cubicBezTo>
                <a:cubicBezTo>
                  <a:pt x="1397860" y="376927"/>
                  <a:pt x="1392787" y="356626"/>
                  <a:pt x="1380565" y="340737"/>
                </a:cubicBezTo>
                <a:cubicBezTo>
                  <a:pt x="1362528" y="317290"/>
                  <a:pt x="1338730" y="298902"/>
                  <a:pt x="1317812" y="277984"/>
                </a:cubicBezTo>
                <a:cubicBezTo>
                  <a:pt x="1308847" y="269019"/>
                  <a:pt x="1302257" y="256760"/>
                  <a:pt x="1290917" y="251090"/>
                </a:cubicBezTo>
                <a:cubicBezTo>
                  <a:pt x="1278964" y="245114"/>
                  <a:pt x="1266662" y="239791"/>
                  <a:pt x="1255059" y="233161"/>
                </a:cubicBezTo>
                <a:cubicBezTo>
                  <a:pt x="1245704" y="227815"/>
                  <a:pt x="1238011" y="219607"/>
                  <a:pt x="1228165" y="215231"/>
                </a:cubicBezTo>
                <a:cubicBezTo>
                  <a:pt x="1184099" y="195646"/>
                  <a:pt x="1173416" y="198459"/>
                  <a:pt x="1129553" y="188337"/>
                </a:cubicBezTo>
                <a:cubicBezTo>
                  <a:pt x="1026473" y="164549"/>
                  <a:pt x="1091000" y="180837"/>
                  <a:pt x="1013012" y="152478"/>
                </a:cubicBezTo>
                <a:cubicBezTo>
                  <a:pt x="995250" y="146019"/>
                  <a:pt x="974948" y="145033"/>
                  <a:pt x="959223" y="134549"/>
                </a:cubicBezTo>
                <a:lnTo>
                  <a:pt x="905435" y="98690"/>
                </a:lnTo>
                <a:cubicBezTo>
                  <a:pt x="882219" y="29042"/>
                  <a:pt x="906584" y="54326"/>
                  <a:pt x="860612" y="35937"/>
                </a:cubicBezTo>
                <a:cubicBezTo>
                  <a:pt x="854408" y="33455"/>
                  <a:pt x="848658" y="1572"/>
                  <a:pt x="833717" y="78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3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/>
      <p:bldP spid="120" grpId="0" animBg="1"/>
      <p:bldP spid="120" grpId="1" animBg="1"/>
      <p:bldP spid="1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CA12-ED13-9750-F3C9-76EB0AE26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678BF0-85C5-EF5F-7B63-CEC983E5E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30530"/>
            <a:ext cx="11773705" cy="504166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Deleting nodes is the most complicated of the four basic operations</a:t>
            </a:r>
          </a:p>
          <a:p>
            <a:r>
              <a:rPr lang="en-SG" altLang="en-US" dirty="0"/>
              <a:t>After remove a node X, the BST must remain as a BST</a:t>
            </a:r>
          </a:p>
          <a:p>
            <a:pPr eaLnBrk="1" hangingPunct="1"/>
            <a:r>
              <a:rPr lang="en-US" altLang="en-US" dirty="0"/>
              <a:t>The procedure for deleting the node depends on its children: 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C2D1FF"/>
                </a:solidFill>
                <a:ea typeface="Cambria Math" panose="02040503050406030204" pitchFamily="18" charset="0"/>
                <a:cs typeface="Times New Roman" pitchFamily="18" charset="0"/>
              </a:rPr>
              <a:t>has two children</a:t>
            </a:r>
          </a:p>
          <a:p>
            <a:pPr lvl="2" algn="just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SG" sz="2400" b="1" dirty="0">
                <a:solidFill>
                  <a:srgbClr val="6066C9"/>
                </a:solidFill>
              </a:rPr>
              <a:t>Swap x with </a:t>
            </a:r>
            <a:r>
              <a:rPr lang="en-SG" sz="2400" b="1" dirty="0">
                <a:solidFill>
                  <a:srgbClr val="7030A0"/>
                </a:solidFill>
              </a:rPr>
              <a:t>predecessor</a:t>
            </a:r>
            <a:r>
              <a:rPr lang="en-SG" sz="2400" b="1" dirty="0">
                <a:solidFill>
                  <a:srgbClr val="6066C9"/>
                </a:solidFill>
              </a:rPr>
              <a:t> or </a:t>
            </a:r>
            <a:r>
              <a:rPr lang="en-SG" sz="2400" b="1" dirty="0">
                <a:solidFill>
                  <a:schemeClr val="accent2"/>
                </a:solidFill>
              </a:rPr>
              <a:t>successor</a:t>
            </a:r>
          </a:p>
          <a:p>
            <a:pPr lvl="3" algn="just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SG" sz="2400" b="1" dirty="0">
                <a:solidFill>
                  <a:srgbClr val="7030A0"/>
                </a:solidFill>
              </a:rPr>
              <a:t>the (largest) rightmost node in left subtree(G)</a:t>
            </a:r>
          </a:p>
          <a:p>
            <a:pPr lvl="3" algn="just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SG" sz="2400" b="1" dirty="0">
                <a:solidFill>
                  <a:schemeClr val="accent2"/>
                </a:solidFill>
              </a:rPr>
              <a:t>the (smallest) leftmost node in right subtree(I)</a:t>
            </a:r>
          </a:p>
          <a:p>
            <a:pPr lvl="2" algn="just">
              <a:lnSpc>
                <a:spcPct val="150000"/>
              </a:lnSpc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SG" sz="2400" b="1" dirty="0">
                <a:solidFill>
                  <a:srgbClr val="6066C9"/>
                </a:solidFill>
              </a:rPr>
              <a:t>Perform case 1 or 2 to remove it</a:t>
            </a:r>
          </a:p>
          <a:p>
            <a:endParaRPr lang="en-S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D8BDDD-17E5-F0A8-B00D-6137317D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Tree: Deletion</a:t>
            </a:r>
            <a:endParaRPr lang="en-SG" dirty="0"/>
          </a:p>
        </p:txBody>
      </p:sp>
      <p:sp>
        <p:nvSpPr>
          <p:cNvPr id="82" name="object 8">
            <a:extLst>
              <a:ext uri="{FF2B5EF4-FFF2-40B4-BE49-F238E27FC236}">
                <a16:creationId xmlns:a16="http://schemas.microsoft.com/office/drawing/2014/main" id="{E5330004-2112-0CA9-C376-A4038BFC0E05}"/>
              </a:ext>
            </a:extLst>
          </p:cNvPr>
          <p:cNvSpPr/>
          <p:nvPr/>
        </p:nvSpPr>
        <p:spPr>
          <a:xfrm>
            <a:off x="10334291" y="2750033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83" name="object 9">
            <a:extLst>
              <a:ext uri="{FF2B5EF4-FFF2-40B4-BE49-F238E27FC236}">
                <a16:creationId xmlns:a16="http://schemas.microsoft.com/office/drawing/2014/main" id="{D5D28F94-7699-DF73-91F0-549E477314A9}"/>
              </a:ext>
            </a:extLst>
          </p:cNvPr>
          <p:cNvSpPr txBox="1"/>
          <p:nvPr/>
        </p:nvSpPr>
        <p:spPr>
          <a:xfrm>
            <a:off x="10451182" y="2792463"/>
            <a:ext cx="16181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H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84" name="object 11">
            <a:extLst>
              <a:ext uri="{FF2B5EF4-FFF2-40B4-BE49-F238E27FC236}">
                <a16:creationId xmlns:a16="http://schemas.microsoft.com/office/drawing/2014/main" id="{5F771C43-50DF-08BA-77C3-4980D0E9F691}"/>
              </a:ext>
            </a:extLst>
          </p:cNvPr>
          <p:cNvSpPr/>
          <p:nvPr/>
        </p:nvSpPr>
        <p:spPr>
          <a:xfrm>
            <a:off x="9595428" y="3215237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85" name="object 12">
            <a:extLst>
              <a:ext uri="{FF2B5EF4-FFF2-40B4-BE49-F238E27FC236}">
                <a16:creationId xmlns:a16="http://schemas.microsoft.com/office/drawing/2014/main" id="{4BFB501C-5BFB-D6B4-185E-9D5D1A86B5E7}"/>
              </a:ext>
            </a:extLst>
          </p:cNvPr>
          <p:cNvSpPr txBox="1"/>
          <p:nvPr/>
        </p:nvSpPr>
        <p:spPr>
          <a:xfrm>
            <a:off x="9725146" y="3253338"/>
            <a:ext cx="13189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E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86" name="object 14">
            <a:extLst>
              <a:ext uri="{FF2B5EF4-FFF2-40B4-BE49-F238E27FC236}">
                <a16:creationId xmlns:a16="http://schemas.microsoft.com/office/drawing/2014/main" id="{F2501D94-500A-714E-ED26-D38825128305}"/>
              </a:ext>
            </a:extLst>
          </p:cNvPr>
          <p:cNvSpPr/>
          <p:nvPr/>
        </p:nvSpPr>
        <p:spPr>
          <a:xfrm>
            <a:off x="9225971" y="3753731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87" name="object 15">
            <a:extLst>
              <a:ext uri="{FF2B5EF4-FFF2-40B4-BE49-F238E27FC236}">
                <a16:creationId xmlns:a16="http://schemas.microsoft.com/office/drawing/2014/main" id="{1DCCEAA2-AF4A-7451-4EF4-16F7D4901728}"/>
              </a:ext>
            </a:extLst>
          </p:cNvPr>
          <p:cNvSpPr txBox="1"/>
          <p:nvPr/>
        </p:nvSpPr>
        <p:spPr>
          <a:xfrm>
            <a:off x="9350403" y="3791832"/>
            <a:ext cx="14410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B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88" name="object 17">
            <a:extLst>
              <a:ext uri="{FF2B5EF4-FFF2-40B4-BE49-F238E27FC236}">
                <a16:creationId xmlns:a16="http://schemas.microsoft.com/office/drawing/2014/main" id="{0405F5A6-D82D-C2E3-34D8-A77792516FFA}"/>
              </a:ext>
            </a:extLst>
          </p:cNvPr>
          <p:cNvSpPr/>
          <p:nvPr/>
        </p:nvSpPr>
        <p:spPr>
          <a:xfrm>
            <a:off x="9964859" y="3753731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0F9317CE-C11E-0616-378A-4ADF1E05B5F9}"/>
              </a:ext>
            </a:extLst>
          </p:cNvPr>
          <p:cNvSpPr txBox="1"/>
          <p:nvPr/>
        </p:nvSpPr>
        <p:spPr>
          <a:xfrm>
            <a:off x="10097335" y="3791832"/>
            <a:ext cx="125789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F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0" name="object 20">
            <a:extLst>
              <a:ext uri="{FF2B5EF4-FFF2-40B4-BE49-F238E27FC236}">
                <a16:creationId xmlns:a16="http://schemas.microsoft.com/office/drawing/2014/main" id="{46DFBD58-0AAD-5EBB-1AB4-AF487A656D45}"/>
              </a:ext>
            </a:extLst>
          </p:cNvPr>
          <p:cNvSpPr/>
          <p:nvPr/>
        </p:nvSpPr>
        <p:spPr>
          <a:xfrm>
            <a:off x="11073178" y="3215237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1" name="object 21">
            <a:extLst>
              <a:ext uri="{FF2B5EF4-FFF2-40B4-BE49-F238E27FC236}">
                <a16:creationId xmlns:a16="http://schemas.microsoft.com/office/drawing/2014/main" id="{067F3467-9FA7-ABCE-51C5-C9D28AA9C876}"/>
              </a:ext>
            </a:extLst>
          </p:cNvPr>
          <p:cNvSpPr txBox="1"/>
          <p:nvPr/>
        </p:nvSpPr>
        <p:spPr>
          <a:xfrm>
            <a:off x="11209377" y="3253338"/>
            <a:ext cx="117241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L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2" name="object 23">
            <a:extLst>
              <a:ext uri="{FF2B5EF4-FFF2-40B4-BE49-F238E27FC236}">
                <a16:creationId xmlns:a16="http://schemas.microsoft.com/office/drawing/2014/main" id="{35264189-E308-F705-2A6D-18324612B945}"/>
              </a:ext>
            </a:extLst>
          </p:cNvPr>
          <p:cNvSpPr/>
          <p:nvPr/>
        </p:nvSpPr>
        <p:spPr>
          <a:xfrm>
            <a:off x="10703747" y="3753731"/>
            <a:ext cx="426218" cy="368072"/>
          </a:xfrm>
          <a:prstGeom prst="ellipse">
            <a:avLst/>
          </a:prstGeom>
          <a:solidFill>
            <a:srgbClr val="0033CC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3" name="object 24">
            <a:extLst>
              <a:ext uri="{FF2B5EF4-FFF2-40B4-BE49-F238E27FC236}">
                <a16:creationId xmlns:a16="http://schemas.microsoft.com/office/drawing/2014/main" id="{CDC54116-DC92-7FF4-B0D5-369C9CF81697}"/>
              </a:ext>
            </a:extLst>
          </p:cNvPr>
          <p:cNvSpPr txBox="1"/>
          <p:nvPr/>
        </p:nvSpPr>
        <p:spPr>
          <a:xfrm>
            <a:off x="10849628" y="3791832"/>
            <a:ext cx="946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J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4" name="object 26">
            <a:extLst>
              <a:ext uri="{FF2B5EF4-FFF2-40B4-BE49-F238E27FC236}">
                <a16:creationId xmlns:a16="http://schemas.microsoft.com/office/drawing/2014/main" id="{F148B2C7-6934-E95D-1F39-9AA5423C2060}"/>
              </a:ext>
            </a:extLst>
          </p:cNvPr>
          <p:cNvSpPr/>
          <p:nvPr/>
        </p:nvSpPr>
        <p:spPr>
          <a:xfrm>
            <a:off x="11442610" y="3753731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5" name="object 27">
            <a:extLst>
              <a:ext uri="{FF2B5EF4-FFF2-40B4-BE49-F238E27FC236}">
                <a16:creationId xmlns:a16="http://schemas.microsoft.com/office/drawing/2014/main" id="{B622F640-A69B-A12B-DCC3-7874CBB2EA4F}"/>
              </a:ext>
            </a:extLst>
          </p:cNvPr>
          <p:cNvSpPr txBox="1"/>
          <p:nvPr/>
        </p:nvSpPr>
        <p:spPr>
          <a:xfrm>
            <a:off x="11537380" y="3791832"/>
            <a:ext cx="21249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20" dirty="0">
                <a:solidFill>
                  <a:prstClr val="black"/>
                </a:solidFill>
                <a:latin typeface="Verdana (Body)"/>
                <a:cs typeface="Calibri"/>
              </a:rPr>
              <a:t>M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6" name="object 47">
            <a:extLst>
              <a:ext uri="{FF2B5EF4-FFF2-40B4-BE49-F238E27FC236}">
                <a16:creationId xmlns:a16="http://schemas.microsoft.com/office/drawing/2014/main" id="{39BDA88A-6273-53C2-B34F-EA0927A6CA21}"/>
              </a:ext>
            </a:extLst>
          </p:cNvPr>
          <p:cNvSpPr/>
          <p:nvPr/>
        </p:nvSpPr>
        <p:spPr>
          <a:xfrm>
            <a:off x="10079985" y="4326062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7" name="object 48">
            <a:extLst>
              <a:ext uri="{FF2B5EF4-FFF2-40B4-BE49-F238E27FC236}">
                <a16:creationId xmlns:a16="http://schemas.microsoft.com/office/drawing/2014/main" id="{BDF84209-22F0-B255-4F66-24F2F137B9EF}"/>
              </a:ext>
            </a:extLst>
          </p:cNvPr>
          <p:cNvSpPr txBox="1"/>
          <p:nvPr/>
        </p:nvSpPr>
        <p:spPr>
          <a:xfrm>
            <a:off x="10196120" y="4364163"/>
            <a:ext cx="163648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G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98" name="object 50">
            <a:extLst>
              <a:ext uri="{FF2B5EF4-FFF2-40B4-BE49-F238E27FC236}">
                <a16:creationId xmlns:a16="http://schemas.microsoft.com/office/drawing/2014/main" id="{74874584-4A72-83E3-76B4-34E76AFF2580}"/>
              </a:ext>
            </a:extLst>
          </p:cNvPr>
          <p:cNvSpPr/>
          <p:nvPr/>
        </p:nvSpPr>
        <p:spPr>
          <a:xfrm>
            <a:off x="11054886" y="4329366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99" name="object 51">
            <a:extLst>
              <a:ext uri="{FF2B5EF4-FFF2-40B4-BE49-F238E27FC236}">
                <a16:creationId xmlns:a16="http://schemas.microsoft.com/office/drawing/2014/main" id="{6C19311C-9C9A-E906-2F8E-11BF75B2CA48}"/>
              </a:ext>
            </a:extLst>
          </p:cNvPr>
          <p:cNvSpPr txBox="1"/>
          <p:nvPr/>
        </p:nvSpPr>
        <p:spPr>
          <a:xfrm>
            <a:off x="11189329" y="4368397"/>
            <a:ext cx="139223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0" dirty="0">
                <a:solidFill>
                  <a:prstClr val="black"/>
                </a:solidFill>
                <a:latin typeface="Verdana (Body)"/>
                <a:cs typeface="Calibri"/>
              </a:rPr>
              <a:t>K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0" name="object 59">
            <a:extLst>
              <a:ext uri="{FF2B5EF4-FFF2-40B4-BE49-F238E27FC236}">
                <a16:creationId xmlns:a16="http://schemas.microsoft.com/office/drawing/2014/main" id="{C021E011-D0CB-B289-08E4-50E28B2753DA}"/>
              </a:ext>
            </a:extLst>
          </p:cNvPr>
          <p:cNvSpPr/>
          <p:nvPr/>
        </p:nvSpPr>
        <p:spPr>
          <a:xfrm>
            <a:off x="10569780" y="4330296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01" name="object 60">
            <a:extLst>
              <a:ext uri="{FF2B5EF4-FFF2-40B4-BE49-F238E27FC236}">
                <a16:creationId xmlns:a16="http://schemas.microsoft.com/office/drawing/2014/main" id="{09342AC6-1DC2-6CDF-E40B-36192BE72CFF}"/>
              </a:ext>
            </a:extLst>
          </p:cNvPr>
          <p:cNvSpPr txBox="1"/>
          <p:nvPr/>
        </p:nvSpPr>
        <p:spPr>
          <a:xfrm>
            <a:off x="10729672" y="4368397"/>
            <a:ext cx="79992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5" dirty="0">
                <a:solidFill>
                  <a:prstClr val="black"/>
                </a:solidFill>
                <a:latin typeface="Verdana (Body)"/>
                <a:cs typeface="Calibri"/>
              </a:rPr>
              <a:t>I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2" name="object 65">
            <a:extLst>
              <a:ext uri="{FF2B5EF4-FFF2-40B4-BE49-F238E27FC236}">
                <a16:creationId xmlns:a16="http://schemas.microsoft.com/office/drawing/2014/main" id="{B56662D1-E17D-7F30-EDAC-D02EA1E24594}"/>
              </a:ext>
            </a:extLst>
          </p:cNvPr>
          <p:cNvSpPr/>
          <p:nvPr/>
        </p:nvSpPr>
        <p:spPr>
          <a:xfrm>
            <a:off x="9475980" y="4330296"/>
            <a:ext cx="426218" cy="368072"/>
          </a:xfrm>
          <a:prstGeom prst="ellipse">
            <a:avLst/>
          </a:prstGeom>
          <a:solidFill>
            <a:srgbClr val="CC0000">
              <a:lumMod val="20000"/>
              <a:lumOff val="8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03" name="object 66">
            <a:extLst>
              <a:ext uri="{FF2B5EF4-FFF2-40B4-BE49-F238E27FC236}">
                <a16:creationId xmlns:a16="http://schemas.microsoft.com/office/drawing/2014/main" id="{98197D6F-70D6-87F0-804B-9B13EF5D8C96}"/>
              </a:ext>
            </a:extLst>
          </p:cNvPr>
          <p:cNvSpPr txBox="1"/>
          <p:nvPr/>
        </p:nvSpPr>
        <p:spPr>
          <a:xfrm>
            <a:off x="9601426" y="4368397"/>
            <a:ext cx="141666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C</a:t>
            </a:r>
            <a:endParaRPr sz="140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4" name="object 71">
            <a:extLst>
              <a:ext uri="{FF2B5EF4-FFF2-40B4-BE49-F238E27FC236}">
                <a16:creationId xmlns:a16="http://schemas.microsoft.com/office/drawing/2014/main" id="{6D1E11F0-234D-A5AD-8478-C51B927FD692}"/>
              </a:ext>
            </a:extLst>
          </p:cNvPr>
          <p:cNvSpPr/>
          <p:nvPr/>
        </p:nvSpPr>
        <p:spPr>
          <a:xfrm>
            <a:off x="8967951" y="4330296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05" name="object 72">
            <a:extLst>
              <a:ext uri="{FF2B5EF4-FFF2-40B4-BE49-F238E27FC236}">
                <a16:creationId xmlns:a16="http://schemas.microsoft.com/office/drawing/2014/main" id="{992FFDC7-DBE1-B42E-CE76-C994655851A7}"/>
              </a:ext>
            </a:extLst>
          </p:cNvPr>
          <p:cNvSpPr txBox="1"/>
          <p:nvPr/>
        </p:nvSpPr>
        <p:spPr>
          <a:xfrm>
            <a:off x="9089062" y="4368397"/>
            <a:ext cx="152047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15" dirty="0">
                <a:solidFill>
                  <a:prstClr val="black"/>
                </a:solidFill>
                <a:latin typeface="Verdana (Body)"/>
                <a:cs typeface="Calibri"/>
              </a:rPr>
              <a:t>A</a:t>
            </a:r>
            <a:endParaRPr sz="1400" dirty="0">
              <a:solidFill>
                <a:prstClr val="black"/>
              </a:solidFill>
              <a:latin typeface="Verdana (Body)"/>
              <a:cs typeface="Calibri"/>
            </a:endParaRPr>
          </a:p>
        </p:txBody>
      </p:sp>
      <p:sp>
        <p:nvSpPr>
          <p:cNvPr id="106" name="object 77">
            <a:extLst>
              <a:ext uri="{FF2B5EF4-FFF2-40B4-BE49-F238E27FC236}">
                <a16:creationId xmlns:a16="http://schemas.microsoft.com/office/drawing/2014/main" id="{69052635-034A-A651-3A70-1F11F0551C4C}"/>
              </a:ext>
            </a:extLst>
          </p:cNvPr>
          <p:cNvSpPr/>
          <p:nvPr/>
        </p:nvSpPr>
        <p:spPr>
          <a:xfrm>
            <a:off x="9660708" y="4906824"/>
            <a:ext cx="426218" cy="368072"/>
          </a:xfrm>
          <a:prstGeom prst="ellipse">
            <a:avLst/>
          </a:prstGeom>
          <a:solidFill>
            <a:srgbClr val="2D8A2D">
              <a:lumMod val="40000"/>
              <a:lumOff val="60000"/>
            </a:srgbClr>
          </a:solidFill>
          <a:ln w="25399">
            <a:solidFill>
              <a:srgbClr val="83995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 sz="1400" kern="0">
              <a:solidFill>
                <a:prstClr val="black"/>
              </a:solidFill>
              <a:latin typeface="Verdana (Body)"/>
            </a:endParaRPr>
          </a:p>
        </p:txBody>
      </p:sp>
      <p:sp>
        <p:nvSpPr>
          <p:cNvPr id="107" name="object 78">
            <a:extLst>
              <a:ext uri="{FF2B5EF4-FFF2-40B4-BE49-F238E27FC236}">
                <a16:creationId xmlns:a16="http://schemas.microsoft.com/office/drawing/2014/main" id="{EB7C5EAD-9007-4C70-2EA1-01748FB59B97}"/>
              </a:ext>
            </a:extLst>
          </p:cNvPr>
          <p:cNvSpPr txBox="1"/>
          <p:nvPr/>
        </p:nvSpPr>
        <p:spPr>
          <a:xfrm>
            <a:off x="9778329" y="4949251"/>
            <a:ext cx="159985" cy="302955"/>
          </a:xfrm>
          <a:prstGeom prst="ellipse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dirty="0">
                <a:solidFill>
                  <a:prstClr val="black"/>
                </a:solidFill>
                <a:latin typeface="Verdana (Body)"/>
                <a:cs typeface="Calibri"/>
              </a:rPr>
              <a:t>D</a:t>
            </a:r>
          </a:p>
        </p:txBody>
      </p:sp>
      <p:cxnSp>
        <p:nvCxnSpPr>
          <p:cNvPr id="108" name="直接箭头连接符 51">
            <a:extLst>
              <a:ext uri="{FF2B5EF4-FFF2-40B4-BE49-F238E27FC236}">
                <a16:creationId xmlns:a16="http://schemas.microsoft.com/office/drawing/2014/main" id="{B77202BD-826D-C24F-B006-82CAD41D0987}"/>
              </a:ext>
            </a:extLst>
          </p:cNvPr>
          <p:cNvCxnSpPr>
            <a:stCxn id="82" idx="5"/>
            <a:endCxn id="90" idx="1"/>
          </p:cNvCxnSpPr>
          <p:nvPr/>
        </p:nvCxnSpPr>
        <p:spPr>
          <a:xfrm>
            <a:off x="10698091" y="3064202"/>
            <a:ext cx="437507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9" name="直接箭头连接符 52">
            <a:extLst>
              <a:ext uri="{FF2B5EF4-FFF2-40B4-BE49-F238E27FC236}">
                <a16:creationId xmlns:a16="http://schemas.microsoft.com/office/drawing/2014/main" id="{85D2FC29-08E3-679F-A3C2-ECB8759FFDDD}"/>
              </a:ext>
            </a:extLst>
          </p:cNvPr>
          <p:cNvCxnSpPr>
            <a:stCxn id="82" idx="3"/>
            <a:endCxn id="84" idx="7"/>
          </p:cNvCxnSpPr>
          <p:nvPr/>
        </p:nvCxnSpPr>
        <p:spPr>
          <a:xfrm flipH="1">
            <a:off x="9959227" y="3064202"/>
            <a:ext cx="437482" cy="204938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0" name="直接箭头连接符 53">
            <a:extLst>
              <a:ext uri="{FF2B5EF4-FFF2-40B4-BE49-F238E27FC236}">
                <a16:creationId xmlns:a16="http://schemas.microsoft.com/office/drawing/2014/main" id="{016D4930-7F9E-5CC7-CB43-E5B4CD780A3A}"/>
              </a:ext>
            </a:extLst>
          </p:cNvPr>
          <p:cNvCxnSpPr>
            <a:stCxn id="84" idx="4"/>
            <a:endCxn id="86" idx="7"/>
          </p:cNvCxnSpPr>
          <p:nvPr/>
        </p:nvCxnSpPr>
        <p:spPr>
          <a:xfrm flipH="1">
            <a:off x="9589771" y="3583309"/>
            <a:ext cx="218767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1" name="直接箭头连接符 54">
            <a:extLst>
              <a:ext uri="{FF2B5EF4-FFF2-40B4-BE49-F238E27FC236}">
                <a16:creationId xmlns:a16="http://schemas.microsoft.com/office/drawing/2014/main" id="{8CB7EC2C-1D13-9AA2-1B2E-955F13FBC505}"/>
              </a:ext>
            </a:extLst>
          </p:cNvPr>
          <p:cNvCxnSpPr>
            <a:stCxn id="90" idx="3"/>
            <a:endCxn id="92" idx="0"/>
          </p:cNvCxnSpPr>
          <p:nvPr/>
        </p:nvCxnSpPr>
        <p:spPr>
          <a:xfrm flipH="1">
            <a:off x="10916857" y="3529406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2" name="直接箭头连接符 55">
            <a:extLst>
              <a:ext uri="{FF2B5EF4-FFF2-40B4-BE49-F238E27FC236}">
                <a16:creationId xmlns:a16="http://schemas.microsoft.com/office/drawing/2014/main" id="{E5068E7F-A056-F4E0-D19C-A6B0BC217E82}"/>
              </a:ext>
            </a:extLst>
          </p:cNvPr>
          <p:cNvCxnSpPr>
            <a:stCxn id="84" idx="4"/>
            <a:endCxn id="88" idx="1"/>
          </p:cNvCxnSpPr>
          <p:nvPr/>
        </p:nvCxnSpPr>
        <p:spPr>
          <a:xfrm>
            <a:off x="9808537" y="3583309"/>
            <a:ext cx="218740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3" name="直接箭头连接符 56">
            <a:extLst>
              <a:ext uri="{FF2B5EF4-FFF2-40B4-BE49-F238E27FC236}">
                <a16:creationId xmlns:a16="http://schemas.microsoft.com/office/drawing/2014/main" id="{DC2C5DBA-3160-5210-EA8B-B2E2DCD039B7}"/>
              </a:ext>
            </a:extLst>
          </p:cNvPr>
          <p:cNvCxnSpPr>
            <a:stCxn id="90" idx="5"/>
            <a:endCxn id="94" idx="0"/>
          </p:cNvCxnSpPr>
          <p:nvPr/>
        </p:nvCxnSpPr>
        <p:spPr>
          <a:xfrm>
            <a:off x="11436979" y="3529406"/>
            <a:ext cx="218741" cy="22432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4" name="直接箭头连接符 57">
            <a:extLst>
              <a:ext uri="{FF2B5EF4-FFF2-40B4-BE49-F238E27FC236}">
                <a16:creationId xmlns:a16="http://schemas.microsoft.com/office/drawing/2014/main" id="{E0348076-0A67-FDEF-F7E4-C0E9419B2411}"/>
              </a:ext>
            </a:extLst>
          </p:cNvPr>
          <p:cNvCxnSpPr>
            <a:stCxn id="86" idx="4"/>
            <a:endCxn id="102" idx="0"/>
          </p:cNvCxnSpPr>
          <p:nvPr/>
        </p:nvCxnSpPr>
        <p:spPr>
          <a:xfrm>
            <a:off x="9439081" y="4121803"/>
            <a:ext cx="250009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5" name="直接箭头连接符 58">
            <a:extLst>
              <a:ext uri="{FF2B5EF4-FFF2-40B4-BE49-F238E27FC236}">
                <a16:creationId xmlns:a16="http://schemas.microsoft.com/office/drawing/2014/main" id="{E0FCED72-29F4-0D37-4C89-C73DBC4CDBF5}"/>
              </a:ext>
            </a:extLst>
          </p:cNvPr>
          <p:cNvCxnSpPr>
            <a:stCxn id="86" idx="4"/>
            <a:endCxn id="104" idx="0"/>
          </p:cNvCxnSpPr>
          <p:nvPr/>
        </p:nvCxnSpPr>
        <p:spPr>
          <a:xfrm flipH="1">
            <a:off x="9181061" y="4121803"/>
            <a:ext cx="258020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6" name="直接箭头连接符 59">
            <a:extLst>
              <a:ext uri="{FF2B5EF4-FFF2-40B4-BE49-F238E27FC236}">
                <a16:creationId xmlns:a16="http://schemas.microsoft.com/office/drawing/2014/main" id="{3064C649-5221-EA4E-89E7-93A333D01194}"/>
              </a:ext>
            </a:extLst>
          </p:cNvPr>
          <p:cNvCxnSpPr>
            <a:stCxn id="92" idx="4"/>
            <a:endCxn id="100" idx="0"/>
          </p:cNvCxnSpPr>
          <p:nvPr/>
        </p:nvCxnSpPr>
        <p:spPr>
          <a:xfrm flipH="1">
            <a:off x="10782890" y="4121803"/>
            <a:ext cx="133967" cy="208492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7" name="直接箭头连接符 60">
            <a:extLst>
              <a:ext uri="{FF2B5EF4-FFF2-40B4-BE49-F238E27FC236}">
                <a16:creationId xmlns:a16="http://schemas.microsoft.com/office/drawing/2014/main" id="{292EC62B-0EB0-DA3D-82CA-A916AA629CE2}"/>
              </a:ext>
            </a:extLst>
          </p:cNvPr>
          <p:cNvCxnSpPr>
            <a:stCxn id="88" idx="4"/>
            <a:endCxn id="96" idx="0"/>
          </p:cNvCxnSpPr>
          <p:nvPr/>
        </p:nvCxnSpPr>
        <p:spPr>
          <a:xfrm>
            <a:off x="10177969" y="4121804"/>
            <a:ext cx="115126" cy="204259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8" name="直接箭头连接符 61">
            <a:extLst>
              <a:ext uri="{FF2B5EF4-FFF2-40B4-BE49-F238E27FC236}">
                <a16:creationId xmlns:a16="http://schemas.microsoft.com/office/drawing/2014/main" id="{56CF9B25-FD3C-A895-5AA2-61ED9DCD064B}"/>
              </a:ext>
            </a:extLst>
          </p:cNvPr>
          <p:cNvCxnSpPr>
            <a:stCxn id="92" idx="4"/>
            <a:endCxn id="98" idx="0"/>
          </p:cNvCxnSpPr>
          <p:nvPr/>
        </p:nvCxnSpPr>
        <p:spPr>
          <a:xfrm>
            <a:off x="10916858" y="4121804"/>
            <a:ext cx="351139" cy="207563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9" name="直接箭头连接符 62">
            <a:extLst>
              <a:ext uri="{FF2B5EF4-FFF2-40B4-BE49-F238E27FC236}">
                <a16:creationId xmlns:a16="http://schemas.microsoft.com/office/drawing/2014/main" id="{BF6C2869-94EE-FCBE-5A1C-2245B76649D6}"/>
              </a:ext>
            </a:extLst>
          </p:cNvPr>
          <p:cNvCxnSpPr>
            <a:stCxn id="102" idx="4"/>
            <a:endCxn id="106" idx="0"/>
          </p:cNvCxnSpPr>
          <p:nvPr/>
        </p:nvCxnSpPr>
        <p:spPr>
          <a:xfrm>
            <a:off x="9689090" y="4698368"/>
            <a:ext cx="184729" cy="208456"/>
          </a:xfrm>
          <a:prstGeom prst="straightConnector1">
            <a:avLst/>
          </a:prstGeom>
          <a:noFill/>
          <a:ln w="38100" cap="flat" cmpd="sng" algn="ctr">
            <a:solidFill>
              <a:srgbClr val="0033CC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0796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4A15-E171-FD04-E0D9-82FD00F5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Case 0: Node to Delete is a Leaf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9E06E-4ABA-B624-6921-E554FE8E3CA7}"/>
              </a:ext>
            </a:extLst>
          </p:cNvPr>
          <p:cNvSpPr txBox="1"/>
          <p:nvPr/>
        </p:nvSpPr>
        <p:spPr>
          <a:xfrm>
            <a:off x="535431" y="1242998"/>
            <a:ext cx="6151925" cy="45859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When the node to delete is a leaf, simply setting its parent’s child link to </a:t>
            </a:r>
            <a:r>
              <a:rPr lang="en-US" sz="2400" dirty="0">
                <a:latin typeface="Courier" pitchFamily="2" charset="0"/>
              </a:rPr>
              <a:t>None</a:t>
            </a:r>
            <a:r>
              <a:rPr lang="en-US" sz="2400" dirty="0"/>
              <a:t> takes it out of the tree</a:t>
            </a:r>
          </a:p>
          <a:p>
            <a:pPr marL="10583"/>
            <a:endParaRPr lang="en-US" sz="2400" dirty="0"/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Removing the node doesn’t disturb the order of the node before or after it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67456E-BBEC-7E83-CD1E-D15562A61BEF}"/>
              </a:ext>
            </a:extLst>
          </p:cNvPr>
          <p:cNvCxnSpPr/>
          <p:nvPr/>
        </p:nvCxnSpPr>
        <p:spPr>
          <a:xfrm flipV="1">
            <a:off x="7984725" y="2635528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6C88A9-FB5F-1249-D066-B6B798F2F928}"/>
              </a:ext>
            </a:extLst>
          </p:cNvPr>
          <p:cNvCxnSpPr/>
          <p:nvPr/>
        </p:nvCxnSpPr>
        <p:spPr>
          <a:xfrm flipH="1" flipV="1">
            <a:off x="8421107" y="2635528"/>
            <a:ext cx="447575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80AD73-D099-CFC7-CF2F-D008C6ADA7F0}"/>
              </a:ext>
            </a:extLst>
          </p:cNvPr>
          <p:cNvCxnSpPr/>
          <p:nvPr/>
        </p:nvCxnSpPr>
        <p:spPr>
          <a:xfrm flipH="1" flipV="1">
            <a:off x="7976002" y="3442032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4FB4AA1-4ED7-B719-6CDC-34F2B9F4F796}"/>
              </a:ext>
            </a:extLst>
          </p:cNvPr>
          <p:cNvSpPr/>
          <p:nvPr/>
        </p:nvSpPr>
        <p:spPr>
          <a:xfrm>
            <a:off x="8250419" y="2462097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5A5C1D-7CF8-F420-3701-FAF38FE33132}"/>
              </a:ext>
            </a:extLst>
          </p:cNvPr>
          <p:cNvSpPr/>
          <p:nvPr/>
        </p:nvSpPr>
        <p:spPr>
          <a:xfrm>
            <a:off x="8705105" y="3274016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02D229-F2E6-39F1-ABBF-51C84F9AF9EF}"/>
              </a:ext>
            </a:extLst>
          </p:cNvPr>
          <p:cNvSpPr/>
          <p:nvPr/>
        </p:nvSpPr>
        <p:spPr>
          <a:xfrm>
            <a:off x="7814036" y="3274016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F00BFE-C7D5-8C0D-7604-A278FF7E508D}"/>
              </a:ext>
            </a:extLst>
          </p:cNvPr>
          <p:cNvSpPr/>
          <p:nvPr/>
        </p:nvSpPr>
        <p:spPr>
          <a:xfrm>
            <a:off x="8241696" y="406735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78F8D-517A-1F89-BDFC-FFB5EA795B4D}"/>
              </a:ext>
            </a:extLst>
          </p:cNvPr>
          <p:cNvSpPr txBox="1"/>
          <p:nvPr/>
        </p:nvSpPr>
        <p:spPr>
          <a:xfrm>
            <a:off x="7401948" y="1856678"/>
            <a:ext cx="201969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latin typeface="Courier"/>
                <a:cs typeface="Courier"/>
              </a:rPr>
              <a:t>delete(17)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BD5B37-ED04-23FD-402D-E95190F35B53}"/>
              </a:ext>
            </a:extLst>
          </p:cNvPr>
          <p:cNvSpPr txBox="1"/>
          <p:nvPr/>
        </p:nvSpPr>
        <p:spPr>
          <a:xfrm>
            <a:off x="7000559" y="4051832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Courier"/>
                <a:cs typeface="Courier"/>
              </a:rPr>
              <a:t>node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23439CA-804C-5F21-59FF-814575A3C86F}"/>
              </a:ext>
            </a:extLst>
          </p:cNvPr>
          <p:cNvSpPr/>
          <p:nvPr/>
        </p:nvSpPr>
        <p:spPr>
          <a:xfrm flipV="1">
            <a:off x="7590035" y="4138085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1B629A-99F9-23ED-F604-5C1CCBF9F72B}"/>
              </a:ext>
            </a:extLst>
          </p:cNvPr>
          <p:cNvSpPr txBox="1"/>
          <p:nvPr/>
        </p:nvSpPr>
        <p:spPr>
          <a:xfrm>
            <a:off x="6410899" y="3197435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Courier"/>
                <a:cs typeface="Courier"/>
              </a:rPr>
              <a:t>parent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917FAAD-69DD-6201-B794-AA8C9483213D}"/>
              </a:ext>
            </a:extLst>
          </p:cNvPr>
          <p:cNvSpPr/>
          <p:nvPr/>
        </p:nvSpPr>
        <p:spPr>
          <a:xfrm flipV="1">
            <a:off x="7247237" y="3283687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87128F-3A28-0B07-4BBE-BEF93C7CFE6C}"/>
              </a:ext>
            </a:extLst>
          </p:cNvPr>
          <p:cNvCxnSpPr/>
          <p:nvPr/>
        </p:nvCxnSpPr>
        <p:spPr>
          <a:xfrm flipV="1">
            <a:off x="10208854" y="2622496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3242BE-6A76-721C-B5A3-8B35BE473247}"/>
              </a:ext>
            </a:extLst>
          </p:cNvPr>
          <p:cNvCxnSpPr/>
          <p:nvPr/>
        </p:nvCxnSpPr>
        <p:spPr>
          <a:xfrm flipH="1" flipV="1">
            <a:off x="10645237" y="2622496"/>
            <a:ext cx="447575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1B86E25-0139-EDC3-337A-6EA7B04EB4E8}"/>
              </a:ext>
            </a:extLst>
          </p:cNvPr>
          <p:cNvSpPr/>
          <p:nvPr/>
        </p:nvSpPr>
        <p:spPr>
          <a:xfrm>
            <a:off x="10474548" y="2449065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73104C7-C0C5-E891-3012-7CBAAD839AE9}"/>
              </a:ext>
            </a:extLst>
          </p:cNvPr>
          <p:cNvSpPr/>
          <p:nvPr/>
        </p:nvSpPr>
        <p:spPr>
          <a:xfrm>
            <a:off x="10929235" y="326098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84EC140-E4AE-1815-EF17-994CD78BFDC3}"/>
              </a:ext>
            </a:extLst>
          </p:cNvPr>
          <p:cNvSpPr/>
          <p:nvPr/>
        </p:nvSpPr>
        <p:spPr>
          <a:xfrm>
            <a:off x="10038165" y="326098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389315-35C7-EFF0-E480-7FCA5667EA06}"/>
              </a:ext>
            </a:extLst>
          </p:cNvPr>
          <p:cNvSpPr/>
          <p:nvPr/>
        </p:nvSpPr>
        <p:spPr>
          <a:xfrm>
            <a:off x="10465825" y="4054319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1569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/>
      <p:bldP spid="15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AF33BB56-B8D3-73C2-3FB8-DF852BCBBCF0}"/>
              </a:ext>
            </a:extLst>
          </p:cNvPr>
          <p:cNvGrpSpPr/>
          <p:nvPr/>
        </p:nvGrpSpPr>
        <p:grpSpPr>
          <a:xfrm>
            <a:off x="10500763" y="2303442"/>
            <a:ext cx="1061757" cy="1158777"/>
            <a:chOff x="7875572" y="1727581"/>
            <a:chExt cx="796318" cy="869083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ED3B7AF-B271-9B38-F54A-806B9945A263}"/>
                </a:ext>
              </a:extLst>
            </p:cNvPr>
            <p:cNvCxnSpPr/>
            <p:nvPr/>
          </p:nvCxnSpPr>
          <p:spPr>
            <a:xfrm flipV="1">
              <a:off x="7875572" y="1857654"/>
              <a:ext cx="327287" cy="604878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E7B6F8B-3760-48B3-2A8B-D1587825698B}"/>
                </a:ext>
              </a:extLst>
            </p:cNvPr>
            <p:cNvCxnSpPr/>
            <p:nvPr/>
          </p:nvCxnSpPr>
          <p:spPr>
            <a:xfrm flipH="1" flipV="1">
              <a:off x="8202859" y="1857654"/>
              <a:ext cx="335681" cy="604878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03D8660-071A-A03B-A2A9-7155C12AB664}"/>
                </a:ext>
              </a:extLst>
            </p:cNvPr>
            <p:cNvSpPr/>
            <p:nvPr/>
          </p:nvSpPr>
          <p:spPr>
            <a:xfrm>
              <a:off x="8074843" y="1727581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27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D626F42-CF53-A2D5-344C-D3F5E08E6BB9}"/>
                </a:ext>
              </a:extLst>
            </p:cNvPr>
            <p:cNvSpPr/>
            <p:nvPr/>
          </p:nvSpPr>
          <p:spPr>
            <a:xfrm>
              <a:off x="8415858" y="2336520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33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A84A15-E171-FD04-E0D9-82FD00F5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Case 1: Node to Delete has 1 Child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9E06E-4ABA-B624-6921-E554FE8E3CA7}"/>
              </a:ext>
            </a:extLst>
          </p:cNvPr>
          <p:cNvSpPr txBox="1"/>
          <p:nvPr/>
        </p:nvSpPr>
        <p:spPr>
          <a:xfrm>
            <a:off x="592824" y="1812023"/>
            <a:ext cx="6151925" cy="45859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67772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When the node to delete, N, has a single child, the situation is similar to removing a node from a linked list</a:t>
            </a:r>
          </a:p>
          <a:p>
            <a:pPr marL="467772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Replacing N’s parent’s child link with the single child link of N, moves the subtree rooted at N’s child into the correct position</a:t>
            </a:r>
          </a:p>
          <a:p>
            <a:pPr marL="467772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All the nodes remain in proper order for a binary search tree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439C7F-883F-A3E5-9D0E-EF34CED982D4}"/>
              </a:ext>
            </a:extLst>
          </p:cNvPr>
          <p:cNvCxnSpPr/>
          <p:nvPr/>
        </p:nvCxnSpPr>
        <p:spPr>
          <a:xfrm flipV="1">
            <a:off x="7851233" y="4093712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A68F80-BA5E-FE12-3918-8666E54F03BB}"/>
              </a:ext>
            </a:extLst>
          </p:cNvPr>
          <p:cNvCxnSpPr/>
          <p:nvPr/>
        </p:nvCxnSpPr>
        <p:spPr>
          <a:xfrm flipH="1" flipV="1">
            <a:off x="8287615" y="4093712"/>
            <a:ext cx="447575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5C9DB6-25FE-0B12-B603-C00D3509ED18}"/>
              </a:ext>
            </a:extLst>
          </p:cNvPr>
          <p:cNvCxnSpPr/>
          <p:nvPr/>
        </p:nvCxnSpPr>
        <p:spPr>
          <a:xfrm flipV="1">
            <a:off x="7850005" y="2476872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F60497-E1F4-7B77-2DAE-DB65EE9C55D9}"/>
              </a:ext>
            </a:extLst>
          </p:cNvPr>
          <p:cNvCxnSpPr/>
          <p:nvPr/>
        </p:nvCxnSpPr>
        <p:spPr>
          <a:xfrm flipH="1" flipV="1">
            <a:off x="8286387" y="2476872"/>
            <a:ext cx="447575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2E7E85-6AFB-B5A3-795E-62CEBB69EDBB}"/>
              </a:ext>
            </a:extLst>
          </p:cNvPr>
          <p:cNvCxnSpPr/>
          <p:nvPr/>
        </p:nvCxnSpPr>
        <p:spPr>
          <a:xfrm flipH="1" flipV="1">
            <a:off x="7841282" y="3283376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4CF16CA-0902-BFC6-4DF0-E5CFE6A3F8C4}"/>
              </a:ext>
            </a:extLst>
          </p:cNvPr>
          <p:cNvSpPr/>
          <p:nvPr/>
        </p:nvSpPr>
        <p:spPr>
          <a:xfrm>
            <a:off x="8115699" y="230344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BF5AF5E-F14A-107B-1025-F1FDD5E4C5CB}"/>
              </a:ext>
            </a:extLst>
          </p:cNvPr>
          <p:cNvSpPr/>
          <p:nvPr/>
        </p:nvSpPr>
        <p:spPr>
          <a:xfrm>
            <a:off x="8570385" y="31153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DFF2810-E762-5721-5445-741F36B3C279}"/>
              </a:ext>
            </a:extLst>
          </p:cNvPr>
          <p:cNvSpPr/>
          <p:nvPr/>
        </p:nvSpPr>
        <p:spPr>
          <a:xfrm>
            <a:off x="7679316" y="31153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880DC3B-55DD-DC2E-76DE-AEC28B18A01C}"/>
              </a:ext>
            </a:extLst>
          </p:cNvPr>
          <p:cNvSpPr/>
          <p:nvPr/>
        </p:nvSpPr>
        <p:spPr>
          <a:xfrm>
            <a:off x="8106976" y="3908695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6C6FAD8-CF04-10D2-935A-073C9E9DDE3D}"/>
              </a:ext>
            </a:extLst>
          </p:cNvPr>
          <p:cNvGrpSpPr/>
          <p:nvPr/>
        </p:nvGrpSpPr>
        <p:grpSpPr>
          <a:xfrm>
            <a:off x="9896292" y="3131970"/>
            <a:ext cx="1232445" cy="1170364"/>
            <a:chOff x="7422219" y="2348977"/>
            <a:chExt cx="924334" cy="877773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E762BE8-8F5A-4A3D-8CD9-3A0F2DAF275A}"/>
                </a:ext>
              </a:extLst>
            </p:cNvPr>
            <p:cNvCxnSpPr/>
            <p:nvPr/>
          </p:nvCxnSpPr>
          <p:spPr>
            <a:xfrm flipV="1">
              <a:off x="7550235" y="2487740"/>
              <a:ext cx="327287" cy="604878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5F5F348-B0DF-A36C-CB0E-BB42341CA65A}"/>
                </a:ext>
              </a:extLst>
            </p:cNvPr>
            <p:cNvCxnSpPr/>
            <p:nvPr/>
          </p:nvCxnSpPr>
          <p:spPr>
            <a:xfrm flipH="1" flipV="1">
              <a:off x="7877522" y="2487740"/>
              <a:ext cx="335681" cy="604878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A9A41A4-5837-CDCE-FBA1-819319950256}"/>
                </a:ext>
              </a:extLst>
            </p:cNvPr>
            <p:cNvSpPr/>
            <p:nvPr/>
          </p:nvSpPr>
          <p:spPr>
            <a:xfrm>
              <a:off x="8090521" y="2966606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25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CAE318C-5000-4350-F269-9E7AB85100A5}"/>
                </a:ext>
              </a:extLst>
            </p:cNvPr>
            <p:cNvSpPr/>
            <p:nvPr/>
          </p:nvSpPr>
          <p:spPr>
            <a:xfrm>
              <a:off x="7422219" y="2966606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18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046AA06-38B0-52E6-14BF-167177155CA6}"/>
                </a:ext>
              </a:extLst>
            </p:cNvPr>
            <p:cNvSpPr/>
            <p:nvPr/>
          </p:nvSpPr>
          <p:spPr>
            <a:xfrm>
              <a:off x="7742041" y="2348977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20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888FF66-43D2-1EC7-58BE-21024BBA0C88}"/>
              </a:ext>
            </a:extLst>
          </p:cNvPr>
          <p:cNvSpPr txBox="1"/>
          <p:nvPr/>
        </p:nvSpPr>
        <p:spPr>
          <a:xfrm>
            <a:off x="7267228" y="1698022"/>
            <a:ext cx="201969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latin typeface="Courier"/>
                <a:cs typeface="Courier"/>
              </a:rPr>
              <a:t>delete(16)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049F133-C9F8-CE18-35F7-777EC1BC7C6F}"/>
              </a:ext>
            </a:extLst>
          </p:cNvPr>
          <p:cNvSpPr/>
          <p:nvPr/>
        </p:nvSpPr>
        <p:spPr>
          <a:xfrm>
            <a:off x="8571613" y="473220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25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608BEB6-FB8F-6A6E-9576-3A3DA10231D1}"/>
              </a:ext>
            </a:extLst>
          </p:cNvPr>
          <p:cNvSpPr/>
          <p:nvPr/>
        </p:nvSpPr>
        <p:spPr>
          <a:xfrm>
            <a:off x="7680544" y="473220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DA2267-73E3-4370-B3D0-BF41DAB7725A}"/>
              </a:ext>
            </a:extLst>
          </p:cNvPr>
          <p:cNvSpPr txBox="1"/>
          <p:nvPr/>
        </p:nvSpPr>
        <p:spPr>
          <a:xfrm>
            <a:off x="6524041" y="3054314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Courier"/>
                <a:cs typeface="Courier"/>
              </a:rPr>
              <a:t>node</a:t>
            </a: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8720B206-DBC6-1F69-C649-CD49AF0A7A2B}"/>
              </a:ext>
            </a:extLst>
          </p:cNvPr>
          <p:cNvSpPr/>
          <p:nvPr/>
        </p:nvSpPr>
        <p:spPr>
          <a:xfrm flipV="1">
            <a:off x="7113518" y="3140566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A346F6B-97FD-855A-635F-1DE822D745F4}"/>
              </a:ext>
            </a:extLst>
          </p:cNvPr>
          <p:cNvSpPr txBox="1"/>
          <p:nvPr/>
        </p:nvSpPr>
        <p:spPr>
          <a:xfrm>
            <a:off x="6695653" y="2262055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Courier"/>
                <a:cs typeface="Courier"/>
              </a:rPr>
              <a:t>parent</a:t>
            </a:r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2F6E71E1-FCF1-442D-FD7A-697778D003FD}"/>
              </a:ext>
            </a:extLst>
          </p:cNvPr>
          <p:cNvSpPr/>
          <p:nvPr/>
        </p:nvSpPr>
        <p:spPr>
          <a:xfrm flipV="1">
            <a:off x="7531991" y="2348307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A88FDDE-9A3E-B277-2606-C0567D06A0E6}"/>
              </a:ext>
            </a:extLst>
          </p:cNvPr>
          <p:cNvCxnSpPr/>
          <p:nvPr/>
        </p:nvCxnSpPr>
        <p:spPr>
          <a:xfrm flipH="1" flipV="1">
            <a:off x="8104949" y="3429083"/>
            <a:ext cx="201969" cy="372828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FC8ED5EC-B97F-E2E1-4BE0-404CFDB8299D}"/>
              </a:ext>
            </a:extLst>
          </p:cNvPr>
          <p:cNvSpPr/>
          <p:nvPr/>
        </p:nvSpPr>
        <p:spPr>
          <a:xfrm>
            <a:off x="9564557" y="323374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503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434 -0.01759 L -0.20799 0.0234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1" y="2037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798 0.02345 L -0.00173 0.0234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12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736 9.87654E-7 L -3.88889E-6 9.87654E-7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68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246 0.11389 L -2.77778E-6 -3.95062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15" y="-57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 animBg="1"/>
      <p:bldP spid="47" grpId="0"/>
      <p:bldP spid="48" grpId="0" animBg="1"/>
      <p:bldP spid="52" grpId="0" animBg="1"/>
      <p:bldP spid="52" grpId="1" animBg="1"/>
      <p:bldP spid="52" grpId="2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E4680CA-C528-1A6B-304A-726B66D86283}"/>
              </a:ext>
            </a:extLst>
          </p:cNvPr>
          <p:cNvCxnSpPr>
            <a:cxnSpLocks/>
          </p:cNvCxnSpPr>
          <p:nvPr/>
        </p:nvCxnSpPr>
        <p:spPr>
          <a:xfrm flipH="1" flipV="1">
            <a:off x="2202069" y="4658337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2E7AE6A4-B401-80BC-6FEF-CCC055DBC838}"/>
              </a:ext>
            </a:extLst>
          </p:cNvPr>
          <p:cNvSpPr/>
          <p:nvPr/>
        </p:nvSpPr>
        <p:spPr>
          <a:xfrm>
            <a:off x="2464039" y="5285176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84A15-E171-FD04-E0D9-82FD00F5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Case 2: Find the Successor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9E06E-4ABA-B624-6921-E554FE8E3CA7}"/>
              </a:ext>
            </a:extLst>
          </p:cNvPr>
          <p:cNvSpPr txBox="1"/>
          <p:nvPr/>
        </p:nvSpPr>
        <p:spPr>
          <a:xfrm>
            <a:off x="592823" y="1213603"/>
            <a:ext cx="11159655" cy="16914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When the node to delete has 2 children, there must be a </a:t>
            </a:r>
            <a:r>
              <a:rPr lang="en-US" sz="2400" b="1" dirty="0">
                <a:solidFill>
                  <a:schemeClr val="accent2"/>
                </a:solidFill>
              </a:rPr>
              <a:t>successor node</a:t>
            </a:r>
            <a:r>
              <a:rPr lang="en-US" sz="2400" dirty="0"/>
              <a:t>, </a:t>
            </a:r>
            <a:r>
              <a:rPr lang="en-US" sz="2400" b="1" dirty="0">
                <a:solidFill>
                  <a:schemeClr val="accent2"/>
                </a:solidFill>
              </a:rPr>
              <a:t>the next node</a:t>
            </a:r>
            <a:r>
              <a:rPr lang="en-US" sz="2400" dirty="0"/>
              <a:t> that would be visited by an </a:t>
            </a:r>
            <a:r>
              <a:rPr lang="en-US" sz="2400" b="1" dirty="0">
                <a:solidFill>
                  <a:schemeClr val="accent2"/>
                </a:solidFill>
              </a:rPr>
              <a:t>in-order traversal</a:t>
            </a:r>
          </a:p>
          <a:p>
            <a:pPr marL="10583"/>
            <a:endParaRPr lang="en-US" sz="2400" dirty="0"/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What happens if we place the successor in the node to delete?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3BB480-238D-6DA5-B03F-6AAE7FEEA41F}"/>
              </a:ext>
            </a:extLst>
          </p:cNvPr>
          <p:cNvCxnSpPr>
            <a:cxnSpLocks/>
          </p:cNvCxnSpPr>
          <p:nvPr/>
        </p:nvCxnSpPr>
        <p:spPr>
          <a:xfrm flipV="1">
            <a:off x="1755659" y="4658725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9DCEBBE-93CD-EC6D-2FE6-22998FB06A41}"/>
              </a:ext>
            </a:extLst>
          </p:cNvPr>
          <p:cNvSpPr/>
          <p:nvPr/>
        </p:nvSpPr>
        <p:spPr>
          <a:xfrm>
            <a:off x="1584971" y="528556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D1A0D4-E073-D6D3-2E41-EF9EE4F0C3CE}"/>
              </a:ext>
            </a:extLst>
          </p:cNvPr>
          <p:cNvCxnSpPr>
            <a:cxnSpLocks/>
          </p:cNvCxnSpPr>
          <p:nvPr/>
        </p:nvCxnSpPr>
        <p:spPr>
          <a:xfrm flipV="1">
            <a:off x="3126689" y="3045713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98A76F-80F1-1CA6-DE52-4DE9200A71DC}"/>
              </a:ext>
            </a:extLst>
          </p:cNvPr>
          <p:cNvCxnSpPr>
            <a:cxnSpLocks/>
          </p:cNvCxnSpPr>
          <p:nvPr/>
        </p:nvCxnSpPr>
        <p:spPr>
          <a:xfrm>
            <a:off x="3977930" y="3045713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8C162C-7781-4B85-4A30-A38B4F6A0BAA}"/>
              </a:ext>
            </a:extLst>
          </p:cNvPr>
          <p:cNvCxnSpPr>
            <a:cxnSpLocks/>
          </p:cNvCxnSpPr>
          <p:nvPr/>
        </p:nvCxnSpPr>
        <p:spPr>
          <a:xfrm flipV="1">
            <a:off x="2209336" y="3852220"/>
            <a:ext cx="917353" cy="809005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93A14F-C5A0-1163-6D59-3FAA840371C5}"/>
              </a:ext>
            </a:extLst>
          </p:cNvPr>
          <p:cNvCxnSpPr>
            <a:cxnSpLocks/>
          </p:cNvCxnSpPr>
          <p:nvPr/>
        </p:nvCxnSpPr>
        <p:spPr>
          <a:xfrm flipH="1" flipV="1">
            <a:off x="3126688" y="3852220"/>
            <a:ext cx="814333" cy="8002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99093F-2634-88C3-8D22-88DD8710A99A}"/>
              </a:ext>
            </a:extLst>
          </p:cNvPr>
          <p:cNvCxnSpPr>
            <a:cxnSpLocks/>
          </p:cNvCxnSpPr>
          <p:nvPr/>
        </p:nvCxnSpPr>
        <p:spPr>
          <a:xfrm flipV="1">
            <a:off x="3511083" y="4658725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935A73-C74F-33CE-16B7-B477EFB7DEC7}"/>
              </a:ext>
            </a:extLst>
          </p:cNvPr>
          <p:cNvCxnSpPr>
            <a:cxnSpLocks/>
          </p:cNvCxnSpPr>
          <p:nvPr/>
        </p:nvCxnSpPr>
        <p:spPr>
          <a:xfrm flipH="1" flipV="1">
            <a:off x="3947466" y="4658725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EB7CFE8-5D5D-EB1D-7152-C34417B38EFB}"/>
              </a:ext>
            </a:extLst>
          </p:cNvPr>
          <p:cNvSpPr/>
          <p:nvPr/>
        </p:nvSpPr>
        <p:spPr>
          <a:xfrm>
            <a:off x="3807241" y="287228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4D935A-DA70-100F-8947-99970EE7387E}"/>
              </a:ext>
            </a:extLst>
          </p:cNvPr>
          <p:cNvSpPr/>
          <p:nvPr/>
        </p:nvSpPr>
        <p:spPr>
          <a:xfrm>
            <a:off x="2956000" y="3678789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8CF77F-A6AF-A9C6-2E11-782D33AB35FF}"/>
              </a:ext>
            </a:extLst>
          </p:cNvPr>
          <p:cNvSpPr/>
          <p:nvPr/>
        </p:nvSpPr>
        <p:spPr>
          <a:xfrm>
            <a:off x="4661328" y="367879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65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09F75C-DBB6-6A04-7E28-FAAD8785C163}"/>
              </a:ext>
            </a:extLst>
          </p:cNvPr>
          <p:cNvSpPr/>
          <p:nvPr/>
        </p:nvSpPr>
        <p:spPr>
          <a:xfrm>
            <a:off x="3766676" y="449070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5C2E83-ADB1-A98D-5D33-BDB0D3512C27}"/>
              </a:ext>
            </a:extLst>
          </p:cNvPr>
          <p:cNvSpPr/>
          <p:nvPr/>
        </p:nvSpPr>
        <p:spPr>
          <a:xfrm>
            <a:off x="2021279" y="449070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5D18E1-0158-DA47-D868-A5BC3608756F}"/>
              </a:ext>
            </a:extLst>
          </p:cNvPr>
          <p:cNvSpPr/>
          <p:nvPr/>
        </p:nvSpPr>
        <p:spPr>
          <a:xfrm>
            <a:off x="3340395" y="528556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1F1491-71EE-DF09-E9A1-E48C6B8117A3}"/>
              </a:ext>
            </a:extLst>
          </p:cNvPr>
          <p:cNvSpPr/>
          <p:nvPr/>
        </p:nvSpPr>
        <p:spPr>
          <a:xfrm>
            <a:off x="4209436" y="528556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35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2F36654-7A6C-913C-A491-B368D75F13FE}"/>
              </a:ext>
            </a:extLst>
          </p:cNvPr>
          <p:cNvSpPr/>
          <p:nvPr/>
        </p:nvSpPr>
        <p:spPr>
          <a:xfrm>
            <a:off x="5878028" y="3835385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ECDBD6F-CA46-461E-F524-009BC17F094E}"/>
              </a:ext>
            </a:extLst>
          </p:cNvPr>
          <p:cNvSpPr txBox="1"/>
          <p:nvPr/>
        </p:nvSpPr>
        <p:spPr>
          <a:xfrm>
            <a:off x="3256060" y="5725971"/>
            <a:ext cx="146206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Original tree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DB77124-AF41-8CF3-4414-078A624B57AE}"/>
              </a:ext>
            </a:extLst>
          </p:cNvPr>
          <p:cNvSpPr txBox="1"/>
          <p:nvPr/>
        </p:nvSpPr>
        <p:spPr>
          <a:xfrm>
            <a:off x="9296400" y="2987399"/>
            <a:ext cx="283121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The keys are all in correct order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716D9B-D5AD-D124-F91C-BA840B1A1F3A}"/>
              </a:ext>
            </a:extLst>
          </p:cNvPr>
          <p:cNvSpPr txBox="1"/>
          <p:nvPr/>
        </p:nvSpPr>
        <p:spPr>
          <a:xfrm>
            <a:off x="1641941" y="2987400"/>
            <a:ext cx="103276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Node to</a:t>
            </a:r>
          </a:p>
          <a:p>
            <a:pPr algn="ctr"/>
            <a:r>
              <a:rPr lang="en-US" sz="1867" dirty="0">
                <a:cs typeface="Courier"/>
              </a:rPr>
              <a:t>delete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519F864-C5CC-3A44-C812-F8ED040A5627}"/>
              </a:ext>
            </a:extLst>
          </p:cNvPr>
          <p:cNvSpPr/>
          <p:nvPr/>
        </p:nvSpPr>
        <p:spPr>
          <a:xfrm rot="2467522" flipV="1">
            <a:off x="2595083" y="3389717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Donut 25">
            <a:extLst>
              <a:ext uri="{FF2B5EF4-FFF2-40B4-BE49-F238E27FC236}">
                <a16:creationId xmlns:a16="http://schemas.microsoft.com/office/drawing/2014/main" id="{926EBED6-6859-E020-0A4B-30CB1C07A34B}"/>
              </a:ext>
            </a:extLst>
          </p:cNvPr>
          <p:cNvSpPr/>
          <p:nvPr/>
        </p:nvSpPr>
        <p:spPr>
          <a:xfrm>
            <a:off x="3202325" y="5152841"/>
            <a:ext cx="624000" cy="624000"/>
          </a:xfrm>
          <a:prstGeom prst="donut">
            <a:avLst>
              <a:gd name="adj" fmla="val 9586"/>
            </a:avLst>
          </a:prstGeom>
          <a:solidFill>
            <a:srgbClr val="0070C0">
              <a:alpha val="50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6EB54B-675C-6437-E484-4E1A93D7EAD9}"/>
              </a:ext>
            </a:extLst>
          </p:cNvPr>
          <p:cNvSpPr txBox="1"/>
          <p:nvPr/>
        </p:nvSpPr>
        <p:spPr>
          <a:xfrm>
            <a:off x="2192569" y="5597565"/>
            <a:ext cx="131359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solidFill>
                  <a:srgbClr val="0070C0"/>
                </a:solidFill>
                <a:cs typeface="Courier"/>
              </a:rPr>
              <a:t>Successor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9A76BD5-8824-B7CD-BCD8-401B6B4153F5}"/>
              </a:ext>
            </a:extLst>
          </p:cNvPr>
          <p:cNvCxnSpPr>
            <a:cxnSpLocks/>
          </p:cNvCxnSpPr>
          <p:nvPr/>
        </p:nvCxnSpPr>
        <p:spPr>
          <a:xfrm flipH="1" flipV="1">
            <a:off x="6214554" y="4664324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70D031E8-649C-1D67-C265-3F6EB99E14FD}"/>
              </a:ext>
            </a:extLst>
          </p:cNvPr>
          <p:cNvSpPr/>
          <p:nvPr/>
        </p:nvSpPr>
        <p:spPr>
          <a:xfrm>
            <a:off x="6476524" y="5291163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0C6A1FA-DC60-299D-4CB7-8C7E494CC5EA}"/>
              </a:ext>
            </a:extLst>
          </p:cNvPr>
          <p:cNvCxnSpPr>
            <a:cxnSpLocks/>
          </p:cNvCxnSpPr>
          <p:nvPr/>
        </p:nvCxnSpPr>
        <p:spPr>
          <a:xfrm flipV="1">
            <a:off x="5768145" y="4664712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8D10B284-F6E1-C943-8F9B-C1E0242DE43B}"/>
              </a:ext>
            </a:extLst>
          </p:cNvPr>
          <p:cNvSpPr/>
          <p:nvPr/>
        </p:nvSpPr>
        <p:spPr>
          <a:xfrm>
            <a:off x="5597456" y="529155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9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684E0A-65E4-EA5F-2A24-71C0398968D4}"/>
              </a:ext>
            </a:extLst>
          </p:cNvPr>
          <p:cNvCxnSpPr>
            <a:cxnSpLocks/>
          </p:cNvCxnSpPr>
          <p:nvPr/>
        </p:nvCxnSpPr>
        <p:spPr>
          <a:xfrm flipV="1">
            <a:off x="7139174" y="3051700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A5E544F-E95F-2F0A-1FDC-ECBD55D00999}"/>
              </a:ext>
            </a:extLst>
          </p:cNvPr>
          <p:cNvCxnSpPr>
            <a:cxnSpLocks/>
          </p:cNvCxnSpPr>
          <p:nvPr/>
        </p:nvCxnSpPr>
        <p:spPr>
          <a:xfrm>
            <a:off x="7990415" y="3051700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E59DB54-B765-4A9A-A8AC-5ED1A7C40576}"/>
              </a:ext>
            </a:extLst>
          </p:cNvPr>
          <p:cNvCxnSpPr>
            <a:cxnSpLocks/>
          </p:cNvCxnSpPr>
          <p:nvPr/>
        </p:nvCxnSpPr>
        <p:spPr>
          <a:xfrm flipV="1">
            <a:off x="6221821" y="3858207"/>
            <a:ext cx="917353" cy="809005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F247DD-621B-48FE-331C-02EA18888FC4}"/>
              </a:ext>
            </a:extLst>
          </p:cNvPr>
          <p:cNvCxnSpPr>
            <a:cxnSpLocks/>
          </p:cNvCxnSpPr>
          <p:nvPr/>
        </p:nvCxnSpPr>
        <p:spPr>
          <a:xfrm flipH="1" flipV="1">
            <a:off x="7139174" y="3858207"/>
            <a:ext cx="814333" cy="8002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8601FF4-CC1C-82E5-0F92-910D749D6587}"/>
              </a:ext>
            </a:extLst>
          </p:cNvPr>
          <p:cNvCxnSpPr>
            <a:cxnSpLocks/>
          </p:cNvCxnSpPr>
          <p:nvPr/>
        </p:nvCxnSpPr>
        <p:spPr>
          <a:xfrm flipV="1">
            <a:off x="7523569" y="4664712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D3C54A-B24F-1945-6E79-E02C6682D260}"/>
              </a:ext>
            </a:extLst>
          </p:cNvPr>
          <p:cNvCxnSpPr>
            <a:cxnSpLocks/>
          </p:cNvCxnSpPr>
          <p:nvPr/>
        </p:nvCxnSpPr>
        <p:spPr>
          <a:xfrm flipH="1" flipV="1">
            <a:off x="7959951" y="4664712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5D1C45E9-FB12-D21B-5BB4-8A2B2285DFBC}"/>
              </a:ext>
            </a:extLst>
          </p:cNvPr>
          <p:cNvSpPr/>
          <p:nvPr/>
        </p:nvSpPr>
        <p:spPr>
          <a:xfrm>
            <a:off x="7819727" y="287827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44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930B1E0-228E-6692-A38F-0007B0C6EEA9}"/>
              </a:ext>
            </a:extLst>
          </p:cNvPr>
          <p:cNvSpPr/>
          <p:nvPr/>
        </p:nvSpPr>
        <p:spPr>
          <a:xfrm>
            <a:off x="6968485" y="3684776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28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60DAB4A-779D-B610-3C3B-FC4DDF560845}"/>
              </a:ext>
            </a:extLst>
          </p:cNvPr>
          <p:cNvSpPr/>
          <p:nvPr/>
        </p:nvSpPr>
        <p:spPr>
          <a:xfrm>
            <a:off x="8673813" y="3684779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65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92CDD11-9F72-5964-CDF1-23D64E167EC1}"/>
              </a:ext>
            </a:extLst>
          </p:cNvPr>
          <p:cNvSpPr/>
          <p:nvPr/>
        </p:nvSpPr>
        <p:spPr>
          <a:xfrm>
            <a:off x="7779161" y="4496695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33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CC681AE-096E-9A72-920C-59C6AA36FB74}"/>
              </a:ext>
            </a:extLst>
          </p:cNvPr>
          <p:cNvSpPr/>
          <p:nvPr/>
        </p:nvSpPr>
        <p:spPr>
          <a:xfrm>
            <a:off x="6033764" y="4496695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93C23F0-A17E-5649-8FD2-4C6B373C2280}"/>
              </a:ext>
            </a:extLst>
          </p:cNvPr>
          <p:cNvSpPr/>
          <p:nvPr/>
        </p:nvSpPr>
        <p:spPr>
          <a:xfrm>
            <a:off x="7352880" y="529155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79AF621-F723-3852-C709-9B7CA5305FA7}"/>
              </a:ext>
            </a:extLst>
          </p:cNvPr>
          <p:cNvSpPr/>
          <p:nvPr/>
        </p:nvSpPr>
        <p:spPr>
          <a:xfrm>
            <a:off x="8221921" y="529155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2C079D-8A88-C006-64A0-3400B25B1683}"/>
              </a:ext>
            </a:extLst>
          </p:cNvPr>
          <p:cNvSpPr txBox="1"/>
          <p:nvPr/>
        </p:nvSpPr>
        <p:spPr>
          <a:xfrm>
            <a:off x="6375141" y="5731958"/>
            <a:ext cx="278325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After moving successor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BA2B6A-AF35-5F74-5FC4-B7181A509151}"/>
              </a:ext>
            </a:extLst>
          </p:cNvPr>
          <p:cNvSpPr txBox="1"/>
          <p:nvPr/>
        </p:nvSpPr>
        <p:spPr>
          <a:xfrm>
            <a:off x="3304077" y="5294458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28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E2D6164-B290-4287-6FD8-5A3B2990C84C}"/>
              </a:ext>
            </a:extLst>
          </p:cNvPr>
          <p:cNvSpPr/>
          <p:nvPr/>
        </p:nvSpPr>
        <p:spPr>
          <a:xfrm>
            <a:off x="2958416" y="3677279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E42E28-5267-C4F1-E31C-19EB6C876207}"/>
              </a:ext>
            </a:extLst>
          </p:cNvPr>
          <p:cNvSpPr txBox="1"/>
          <p:nvPr/>
        </p:nvSpPr>
        <p:spPr>
          <a:xfrm>
            <a:off x="9163316" y="4016188"/>
            <a:ext cx="283121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What should be done where the successor was?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BE9A59-E6E1-8292-F3D9-C9E64336F8C1}"/>
              </a:ext>
            </a:extLst>
          </p:cNvPr>
          <p:cNvSpPr txBox="1"/>
          <p:nvPr/>
        </p:nvSpPr>
        <p:spPr>
          <a:xfrm>
            <a:off x="9126445" y="4804950"/>
            <a:ext cx="283121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Just dropping it seems to work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7957F6-F6C7-A80C-939D-D17795FA3D00}"/>
              </a:ext>
            </a:extLst>
          </p:cNvPr>
          <p:cNvSpPr txBox="1"/>
          <p:nvPr/>
        </p:nvSpPr>
        <p:spPr>
          <a:xfrm>
            <a:off x="9163316" y="5638410"/>
            <a:ext cx="283121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What if there was a tree rooted at node 28? </a:t>
            </a:r>
          </a:p>
        </p:txBody>
      </p:sp>
    </p:spTree>
    <p:extLst>
      <p:ext uri="{BB962C8B-B14F-4D97-AF65-F5344CB8AC3E}">
        <p14:creationId xmlns:p14="http://schemas.microsoft.com/office/powerpoint/2010/main" val="418471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3941 -0.02222 L -0.129 0.0459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21" y="33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00154 L -0.0316 -0.2336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5" y="-11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9 0.04599 L -0.00417 0.00278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33" y="-216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15" grpId="0" animBg="1"/>
      <p:bldP spid="82" grpId="0" animBg="1"/>
      <p:bldP spid="82" grpId="1" animBg="1"/>
      <p:bldP spid="82" grpId="2" animBg="1"/>
      <p:bldP spid="125" grpId="0"/>
      <p:bldP spid="26" grpId="0" animBg="1"/>
      <p:bldP spid="27" grpId="0"/>
      <p:bldP spid="29" grpId="0" animBg="1"/>
      <p:bldP spid="31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7" grpId="0"/>
      <p:bldP spid="49" grpId="0" animBg="1"/>
      <p:bldP spid="49" grpId="1" animBg="1"/>
      <p:bldP spid="50" grpId="0"/>
      <p:bldP spid="51" grpId="0"/>
      <p:bldP spid="5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9E0491-45A6-5D0A-3D27-3A60EAC6B1E2}"/>
              </a:ext>
            </a:extLst>
          </p:cNvPr>
          <p:cNvCxnSpPr>
            <a:cxnSpLocks/>
          </p:cNvCxnSpPr>
          <p:nvPr/>
        </p:nvCxnSpPr>
        <p:spPr>
          <a:xfrm flipV="1">
            <a:off x="9821309" y="4279173"/>
            <a:ext cx="436383" cy="806504"/>
          </a:xfrm>
          <a:prstGeom prst="line">
            <a:avLst/>
          </a:prstGeom>
          <a:ln w="28575" cmpd="sng"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676B8C-2383-9EF7-5326-84E084119EB3}"/>
              </a:ext>
            </a:extLst>
          </p:cNvPr>
          <p:cNvCxnSpPr>
            <a:cxnSpLocks/>
          </p:cNvCxnSpPr>
          <p:nvPr/>
        </p:nvCxnSpPr>
        <p:spPr>
          <a:xfrm flipH="1" flipV="1">
            <a:off x="10257691" y="4279173"/>
            <a:ext cx="436383" cy="806504"/>
          </a:xfrm>
          <a:prstGeom prst="line">
            <a:avLst/>
          </a:prstGeom>
          <a:ln w="28575" cmpd="sng"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E4680CA-C528-1A6B-304A-726B66D86283}"/>
              </a:ext>
            </a:extLst>
          </p:cNvPr>
          <p:cNvCxnSpPr>
            <a:cxnSpLocks/>
          </p:cNvCxnSpPr>
          <p:nvPr/>
        </p:nvCxnSpPr>
        <p:spPr>
          <a:xfrm flipH="1" flipV="1">
            <a:off x="8951842" y="34679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2E7AE6A4-B401-80BC-6FEF-CCC055DBC838}"/>
              </a:ext>
            </a:extLst>
          </p:cNvPr>
          <p:cNvSpPr/>
          <p:nvPr/>
        </p:nvSpPr>
        <p:spPr>
          <a:xfrm>
            <a:off x="9213812" y="40947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84A15-E171-FD04-E0D9-82FD00F5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Case 2: More About the Successor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9E06E-4ABA-B624-6921-E554FE8E3CA7}"/>
              </a:ext>
            </a:extLst>
          </p:cNvPr>
          <p:cNvSpPr txBox="1"/>
          <p:nvPr/>
        </p:nvSpPr>
        <p:spPr>
          <a:xfrm>
            <a:off x="592824" y="1511188"/>
            <a:ext cx="7952608" cy="4922737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467772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If the successor is a </a:t>
            </a:r>
            <a:r>
              <a:rPr lang="en-US" sz="2400" b="1" dirty="0">
                <a:solidFill>
                  <a:schemeClr val="accent2"/>
                </a:solidFill>
              </a:rPr>
              <a:t>leaf,</a:t>
            </a:r>
            <a:r>
              <a:rPr lang="en-US" sz="2400" dirty="0"/>
              <a:t> that node can just be </a:t>
            </a:r>
            <a:r>
              <a:rPr lang="en-US" sz="2400" b="1" dirty="0">
                <a:solidFill>
                  <a:schemeClr val="accent2"/>
                </a:solidFill>
              </a:rPr>
              <a:t>dropped to complete</a:t>
            </a:r>
            <a:r>
              <a:rPr lang="en-US" sz="2400" dirty="0"/>
              <a:t> the delete operation</a:t>
            </a:r>
          </a:p>
          <a:p>
            <a:pPr marL="467772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What if the successor is a subtree?</a:t>
            </a:r>
          </a:p>
          <a:p>
            <a:pPr marL="467772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Well, the </a:t>
            </a:r>
            <a:r>
              <a:rPr lang="en-US" sz="2400" b="1" dirty="0">
                <a:solidFill>
                  <a:srgbClr val="2906A8"/>
                </a:solidFill>
              </a:rPr>
              <a:t>successor</a:t>
            </a:r>
            <a:r>
              <a:rPr lang="en-US" sz="2400" dirty="0"/>
              <a:t> can have a </a:t>
            </a:r>
            <a:r>
              <a:rPr lang="en-US" sz="2400" b="1" dirty="0">
                <a:solidFill>
                  <a:srgbClr val="2906A8"/>
                </a:solidFill>
              </a:rPr>
              <a:t>right child</a:t>
            </a:r>
            <a:r>
              <a:rPr lang="en-US" sz="2400" dirty="0"/>
              <a:t>, but it cannot have a </a:t>
            </a:r>
            <a:r>
              <a:rPr lang="en-US" sz="2400" b="1" dirty="0">
                <a:solidFill>
                  <a:srgbClr val="FF0000"/>
                </a:solidFill>
              </a:rPr>
              <a:t>left child</a:t>
            </a:r>
          </a:p>
          <a:p>
            <a:pPr marL="467772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If it had a </a:t>
            </a:r>
            <a:r>
              <a:rPr lang="en-US" sz="2400" b="1" dirty="0">
                <a:solidFill>
                  <a:srgbClr val="FF0000"/>
                </a:solidFill>
              </a:rPr>
              <a:t>left child</a:t>
            </a:r>
            <a:r>
              <a:rPr lang="en-US" sz="2400" dirty="0"/>
              <a:t>, that subtree would contain the </a:t>
            </a:r>
            <a:r>
              <a:rPr lang="en-US" sz="2400" b="1" dirty="0">
                <a:solidFill>
                  <a:srgbClr val="2906A8"/>
                </a:solidFill>
              </a:rPr>
              <a:t>successor</a:t>
            </a:r>
            <a:r>
              <a:rPr lang="en-US" sz="2400" dirty="0"/>
              <a:t>!</a:t>
            </a:r>
          </a:p>
          <a:p>
            <a:pPr marL="467772" indent="-457189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So, the successor node can always be deleted using the rules for </a:t>
            </a:r>
            <a:r>
              <a:rPr lang="en-US" sz="2400" b="1" dirty="0">
                <a:solidFill>
                  <a:srgbClr val="2906A8"/>
                </a:solidFill>
              </a:rPr>
              <a:t>Cases 0 or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3BB480-238D-6DA5-B03F-6AAE7FEEA41F}"/>
              </a:ext>
            </a:extLst>
          </p:cNvPr>
          <p:cNvCxnSpPr>
            <a:cxnSpLocks/>
          </p:cNvCxnSpPr>
          <p:nvPr/>
        </p:nvCxnSpPr>
        <p:spPr>
          <a:xfrm flipV="1">
            <a:off x="8505433" y="3468309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9DCEBBE-93CD-EC6D-2FE6-22998FB06A41}"/>
              </a:ext>
            </a:extLst>
          </p:cNvPr>
          <p:cNvSpPr/>
          <p:nvPr/>
        </p:nvSpPr>
        <p:spPr>
          <a:xfrm>
            <a:off x="8334744" y="409514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D1A0D4-E073-D6D3-2E41-EF9EE4F0C3CE}"/>
              </a:ext>
            </a:extLst>
          </p:cNvPr>
          <p:cNvCxnSpPr>
            <a:cxnSpLocks/>
          </p:cNvCxnSpPr>
          <p:nvPr/>
        </p:nvCxnSpPr>
        <p:spPr>
          <a:xfrm flipV="1">
            <a:off x="9876462" y="1855297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98A76F-80F1-1CA6-DE52-4DE9200A71DC}"/>
              </a:ext>
            </a:extLst>
          </p:cNvPr>
          <p:cNvCxnSpPr>
            <a:cxnSpLocks/>
          </p:cNvCxnSpPr>
          <p:nvPr/>
        </p:nvCxnSpPr>
        <p:spPr>
          <a:xfrm>
            <a:off x="10727703" y="1855297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8C162C-7781-4B85-4A30-A38B4F6A0BAA}"/>
              </a:ext>
            </a:extLst>
          </p:cNvPr>
          <p:cNvCxnSpPr>
            <a:cxnSpLocks/>
          </p:cNvCxnSpPr>
          <p:nvPr/>
        </p:nvCxnSpPr>
        <p:spPr>
          <a:xfrm flipV="1">
            <a:off x="8959109" y="2661804"/>
            <a:ext cx="917353" cy="809005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93A14F-C5A0-1163-6D59-3FAA840371C5}"/>
              </a:ext>
            </a:extLst>
          </p:cNvPr>
          <p:cNvCxnSpPr>
            <a:cxnSpLocks/>
          </p:cNvCxnSpPr>
          <p:nvPr/>
        </p:nvCxnSpPr>
        <p:spPr>
          <a:xfrm flipH="1" flipV="1">
            <a:off x="9876462" y="2661804"/>
            <a:ext cx="814333" cy="8002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99093F-2634-88C3-8D22-88DD8710A99A}"/>
              </a:ext>
            </a:extLst>
          </p:cNvPr>
          <p:cNvCxnSpPr>
            <a:cxnSpLocks/>
          </p:cNvCxnSpPr>
          <p:nvPr/>
        </p:nvCxnSpPr>
        <p:spPr>
          <a:xfrm flipV="1">
            <a:off x="10260857" y="3468309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935A73-C74F-33CE-16B7-B477EFB7DEC7}"/>
              </a:ext>
            </a:extLst>
          </p:cNvPr>
          <p:cNvCxnSpPr>
            <a:cxnSpLocks/>
          </p:cNvCxnSpPr>
          <p:nvPr/>
        </p:nvCxnSpPr>
        <p:spPr>
          <a:xfrm flipH="1" flipV="1">
            <a:off x="10697239" y="3468309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EB7CFE8-5D5D-EB1D-7152-C34417B38EFB}"/>
              </a:ext>
            </a:extLst>
          </p:cNvPr>
          <p:cNvSpPr/>
          <p:nvPr/>
        </p:nvSpPr>
        <p:spPr>
          <a:xfrm>
            <a:off x="10557015" y="168186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4D935A-DA70-100F-8947-99970EE7387E}"/>
              </a:ext>
            </a:extLst>
          </p:cNvPr>
          <p:cNvSpPr/>
          <p:nvPr/>
        </p:nvSpPr>
        <p:spPr>
          <a:xfrm>
            <a:off x="9705773" y="2488373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8CF77F-A6AF-A9C6-2E11-782D33AB35FF}"/>
              </a:ext>
            </a:extLst>
          </p:cNvPr>
          <p:cNvSpPr/>
          <p:nvPr/>
        </p:nvSpPr>
        <p:spPr>
          <a:xfrm>
            <a:off x="11411101" y="2488376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65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09F75C-DBB6-6A04-7E28-FAAD8785C163}"/>
              </a:ext>
            </a:extLst>
          </p:cNvPr>
          <p:cNvSpPr/>
          <p:nvPr/>
        </p:nvSpPr>
        <p:spPr>
          <a:xfrm>
            <a:off x="10516449" y="330029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5C2E83-ADB1-A98D-5D33-BDB0D3512C27}"/>
              </a:ext>
            </a:extLst>
          </p:cNvPr>
          <p:cNvSpPr/>
          <p:nvPr/>
        </p:nvSpPr>
        <p:spPr>
          <a:xfrm>
            <a:off x="8771052" y="330029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5D18E1-0158-DA47-D868-A5BC3608756F}"/>
              </a:ext>
            </a:extLst>
          </p:cNvPr>
          <p:cNvSpPr/>
          <p:nvPr/>
        </p:nvSpPr>
        <p:spPr>
          <a:xfrm>
            <a:off x="10090168" y="409514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1F1491-71EE-DF09-E9A1-E48C6B8117A3}"/>
              </a:ext>
            </a:extLst>
          </p:cNvPr>
          <p:cNvSpPr/>
          <p:nvPr/>
        </p:nvSpPr>
        <p:spPr>
          <a:xfrm>
            <a:off x="10959209" y="409514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716D9B-D5AD-D124-F91C-BA840B1A1F3A}"/>
              </a:ext>
            </a:extLst>
          </p:cNvPr>
          <p:cNvSpPr txBox="1"/>
          <p:nvPr/>
        </p:nvSpPr>
        <p:spPr>
          <a:xfrm>
            <a:off x="8391714" y="1796984"/>
            <a:ext cx="103276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Node to</a:t>
            </a:r>
          </a:p>
          <a:p>
            <a:pPr algn="ctr"/>
            <a:r>
              <a:rPr lang="en-US" sz="1867" dirty="0">
                <a:cs typeface="Courier"/>
              </a:rPr>
              <a:t>delete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519F864-C5CC-3A44-C812-F8ED040A5627}"/>
              </a:ext>
            </a:extLst>
          </p:cNvPr>
          <p:cNvSpPr/>
          <p:nvPr/>
        </p:nvSpPr>
        <p:spPr>
          <a:xfrm rot="2467522" flipV="1">
            <a:off x="9344857" y="2199301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Donut 25">
            <a:extLst>
              <a:ext uri="{FF2B5EF4-FFF2-40B4-BE49-F238E27FC236}">
                <a16:creationId xmlns:a16="http://schemas.microsoft.com/office/drawing/2014/main" id="{926EBED6-6859-E020-0A4B-30CB1C07A34B}"/>
              </a:ext>
            </a:extLst>
          </p:cNvPr>
          <p:cNvSpPr/>
          <p:nvPr/>
        </p:nvSpPr>
        <p:spPr>
          <a:xfrm>
            <a:off x="9952099" y="3962425"/>
            <a:ext cx="624000" cy="624000"/>
          </a:xfrm>
          <a:prstGeom prst="donut">
            <a:avLst>
              <a:gd name="adj" fmla="val 9586"/>
            </a:avLst>
          </a:prstGeom>
          <a:solidFill>
            <a:srgbClr val="0070C0">
              <a:alpha val="50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6EB54B-675C-6437-E484-4E1A93D7EAD9}"/>
              </a:ext>
            </a:extLst>
          </p:cNvPr>
          <p:cNvSpPr txBox="1"/>
          <p:nvPr/>
        </p:nvSpPr>
        <p:spPr>
          <a:xfrm>
            <a:off x="9242125" y="3600882"/>
            <a:ext cx="131359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solidFill>
                  <a:srgbClr val="0070C0"/>
                </a:solidFill>
                <a:cs typeface="Courier"/>
              </a:rPr>
              <a:t>Successor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BA2B6A-AF35-5F74-5FC4-B7181A509151}"/>
              </a:ext>
            </a:extLst>
          </p:cNvPr>
          <p:cNvSpPr txBox="1"/>
          <p:nvPr/>
        </p:nvSpPr>
        <p:spPr>
          <a:xfrm>
            <a:off x="10053851" y="4104042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28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72B59B-66D7-5307-23C9-69B4FA46E5B7}"/>
              </a:ext>
            </a:extLst>
          </p:cNvPr>
          <p:cNvSpPr/>
          <p:nvPr/>
        </p:nvSpPr>
        <p:spPr>
          <a:xfrm>
            <a:off x="10519661" y="490601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99F6E0D-63DF-73AD-6E95-132DF5301B21}"/>
              </a:ext>
            </a:extLst>
          </p:cNvPr>
          <p:cNvSpPr/>
          <p:nvPr/>
        </p:nvSpPr>
        <p:spPr>
          <a:xfrm>
            <a:off x="9654344" y="4898739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4321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26" grpId="0" animBg="1"/>
      <p:bldP spid="27" grpId="0"/>
      <p:bldP spid="21" grpId="0" animBg="1"/>
      <p:bldP spid="23" grpId="0" animBg="1"/>
      <p:bldP spid="23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23C401-003A-20B6-A17C-D89B3BF38F4F}"/>
              </a:ext>
            </a:extLst>
          </p:cNvPr>
          <p:cNvCxnSpPr>
            <a:cxnSpLocks/>
          </p:cNvCxnSpPr>
          <p:nvPr/>
        </p:nvCxnSpPr>
        <p:spPr>
          <a:xfrm flipH="1" flipV="1">
            <a:off x="9829427" y="4566949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9E0491-45A6-5D0A-3D27-3A60EAC6B1E2}"/>
              </a:ext>
            </a:extLst>
          </p:cNvPr>
          <p:cNvCxnSpPr>
            <a:cxnSpLocks/>
          </p:cNvCxnSpPr>
          <p:nvPr/>
        </p:nvCxnSpPr>
        <p:spPr>
          <a:xfrm flipV="1">
            <a:off x="9821309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676B8C-2383-9EF7-5326-84E084119EB3}"/>
              </a:ext>
            </a:extLst>
          </p:cNvPr>
          <p:cNvCxnSpPr>
            <a:cxnSpLocks/>
          </p:cNvCxnSpPr>
          <p:nvPr/>
        </p:nvCxnSpPr>
        <p:spPr>
          <a:xfrm flipH="1" flipV="1">
            <a:off x="10257691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E4680CA-C528-1A6B-304A-726B66D86283}"/>
              </a:ext>
            </a:extLst>
          </p:cNvPr>
          <p:cNvCxnSpPr>
            <a:cxnSpLocks/>
          </p:cNvCxnSpPr>
          <p:nvPr/>
        </p:nvCxnSpPr>
        <p:spPr>
          <a:xfrm flipH="1" flipV="1">
            <a:off x="8951842" y="2947333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2E7AE6A4-B401-80BC-6FEF-CCC055DBC838}"/>
              </a:ext>
            </a:extLst>
          </p:cNvPr>
          <p:cNvSpPr/>
          <p:nvPr/>
        </p:nvSpPr>
        <p:spPr>
          <a:xfrm>
            <a:off x="9213812" y="357417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84A15-E171-FD04-E0D9-82FD00F5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to Find the Successor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9E06E-4ABA-B624-6921-E554FE8E3CA7}"/>
              </a:ext>
            </a:extLst>
          </p:cNvPr>
          <p:cNvSpPr txBox="1"/>
          <p:nvPr/>
        </p:nvSpPr>
        <p:spPr>
          <a:xfrm>
            <a:off x="592824" y="990600"/>
            <a:ext cx="7952608" cy="492273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Once we find the node to delete, how do we find the successor?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Start by setting a pointer, S, to the right child of the node to delete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While node S has a left child</a:t>
            </a:r>
          </a:p>
          <a:p>
            <a:pPr marL="1077357" lvl="1" indent="-457189">
              <a:buFont typeface="Arial" panose="020B0604020202020204" pitchFamily="34" charset="0"/>
              <a:buChar char="•"/>
            </a:pPr>
            <a:r>
              <a:rPr lang="en-US" sz="2400" dirty="0"/>
              <a:t>Move S to its left child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 points to the successor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Deleting Node 27 causes the subtree at Node 33 to move 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3BB480-238D-6DA5-B03F-6AAE7FEEA41F}"/>
              </a:ext>
            </a:extLst>
          </p:cNvPr>
          <p:cNvCxnSpPr>
            <a:cxnSpLocks/>
          </p:cNvCxnSpPr>
          <p:nvPr/>
        </p:nvCxnSpPr>
        <p:spPr>
          <a:xfrm flipV="1">
            <a:off x="8505433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9DCEBBE-93CD-EC6D-2FE6-22998FB06A41}"/>
              </a:ext>
            </a:extLst>
          </p:cNvPr>
          <p:cNvSpPr/>
          <p:nvPr/>
        </p:nvSpPr>
        <p:spPr>
          <a:xfrm>
            <a:off x="8334744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D1A0D4-E073-D6D3-2E41-EF9EE4F0C3CE}"/>
              </a:ext>
            </a:extLst>
          </p:cNvPr>
          <p:cNvCxnSpPr>
            <a:cxnSpLocks/>
          </p:cNvCxnSpPr>
          <p:nvPr/>
        </p:nvCxnSpPr>
        <p:spPr>
          <a:xfrm flipV="1">
            <a:off x="9876462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98A76F-80F1-1CA6-DE52-4DE9200A71DC}"/>
              </a:ext>
            </a:extLst>
          </p:cNvPr>
          <p:cNvCxnSpPr>
            <a:cxnSpLocks/>
          </p:cNvCxnSpPr>
          <p:nvPr/>
        </p:nvCxnSpPr>
        <p:spPr>
          <a:xfrm>
            <a:off x="10727703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8C162C-7781-4B85-4A30-A38B4F6A0BAA}"/>
              </a:ext>
            </a:extLst>
          </p:cNvPr>
          <p:cNvCxnSpPr>
            <a:cxnSpLocks/>
          </p:cNvCxnSpPr>
          <p:nvPr/>
        </p:nvCxnSpPr>
        <p:spPr>
          <a:xfrm flipV="1">
            <a:off x="8959109" y="2141216"/>
            <a:ext cx="917353" cy="809005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93A14F-C5A0-1163-6D59-3FAA840371C5}"/>
              </a:ext>
            </a:extLst>
          </p:cNvPr>
          <p:cNvCxnSpPr>
            <a:cxnSpLocks/>
          </p:cNvCxnSpPr>
          <p:nvPr/>
        </p:nvCxnSpPr>
        <p:spPr>
          <a:xfrm flipH="1" flipV="1">
            <a:off x="9876462" y="2141216"/>
            <a:ext cx="814333" cy="8002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99093F-2634-88C3-8D22-88DD8710A99A}"/>
              </a:ext>
            </a:extLst>
          </p:cNvPr>
          <p:cNvCxnSpPr>
            <a:cxnSpLocks/>
          </p:cNvCxnSpPr>
          <p:nvPr/>
        </p:nvCxnSpPr>
        <p:spPr>
          <a:xfrm flipV="1">
            <a:off x="10260857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935A73-C74F-33CE-16B7-B477EFB7DEC7}"/>
              </a:ext>
            </a:extLst>
          </p:cNvPr>
          <p:cNvCxnSpPr>
            <a:cxnSpLocks/>
          </p:cNvCxnSpPr>
          <p:nvPr/>
        </p:nvCxnSpPr>
        <p:spPr>
          <a:xfrm flipH="1" flipV="1">
            <a:off x="10697239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EB7CFE8-5D5D-EB1D-7152-C34417B38EFB}"/>
              </a:ext>
            </a:extLst>
          </p:cNvPr>
          <p:cNvSpPr/>
          <p:nvPr/>
        </p:nvSpPr>
        <p:spPr>
          <a:xfrm>
            <a:off x="10557015" y="116128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8CF77F-A6AF-A9C6-2E11-782D33AB35FF}"/>
              </a:ext>
            </a:extLst>
          </p:cNvPr>
          <p:cNvSpPr/>
          <p:nvPr/>
        </p:nvSpPr>
        <p:spPr>
          <a:xfrm>
            <a:off x="11411101" y="196778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65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09F75C-DBB6-6A04-7E28-FAAD8785C163}"/>
              </a:ext>
            </a:extLst>
          </p:cNvPr>
          <p:cNvSpPr/>
          <p:nvPr/>
        </p:nvSpPr>
        <p:spPr>
          <a:xfrm>
            <a:off x="10516449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5C2E83-ADB1-A98D-5D33-BDB0D3512C27}"/>
              </a:ext>
            </a:extLst>
          </p:cNvPr>
          <p:cNvSpPr/>
          <p:nvPr/>
        </p:nvSpPr>
        <p:spPr>
          <a:xfrm>
            <a:off x="8771052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5D18E1-0158-DA47-D868-A5BC3608756F}"/>
              </a:ext>
            </a:extLst>
          </p:cNvPr>
          <p:cNvSpPr/>
          <p:nvPr/>
        </p:nvSpPr>
        <p:spPr>
          <a:xfrm>
            <a:off x="10090168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11F1491-71EE-DF09-E9A1-E48C6B8117A3}"/>
              </a:ext>
            </a:extLst>
          </p:cNvPr>
          <p:cNvSpPr/>
          <p:nvPr/>
        </p:nvSpPr>
        <p:spPr>
          <a:xfrm>
            <a:off x="10959209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716D9B-D5AD-D124-F91C-BA840B1A1F3A}"/>
              </a:ext>
            </a:extLst>
          </p:cNvPr>
          <p:cNvSpPr txBox="1"/>
          <p:nvPr/>
        </p:nvSpPr>
        <p:spPr>
          <a:xfrm>
            <a:off x="8391714" y="1276396"/>
            <a:ext cx="103276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Node to</a:t>
            </a:r>
          </a:p>
          <a:p>
            <a:pPr algn="ctr"/>
            <a:r>
              <a:rPr lang="en-US" sz="1867" dirty="0">
                <a:cs typeface="Courier"/>
              </a:rPr>
              <a:t>delete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519F864-C5CC-3A44-C812-F8ED040A5627}"/>
              </a:ext>
            </a:extLst>
          </p:cNvPr>
          <p:cNvSpPr/>
          <p:nvPr/>
        </p:nvSpPr>
        <p:spPr>
          <a:xfrm rot="2467522" flipV="1">
            <a:off x="9344857" y="1678713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Donut 25">
            <a:extLst>
              <a:ext uri="{FF2B5EF4-FFF2-40B4-BE49-F238E27FC236}">
                <a16:creationId xmlns:a16="http://schemas.microsoft.com/office/drawing/2014/main" id="{926EBED6-6859-E020-0A4B-30CB1C07A34B}"/>
              </a:ext>
            </a:extLst>
          </p:cNvPr>
          <p:cNvSpPr/>
          <p:nvPr/>
        </p:nvSpPr>
        <p:spPr>
          <a:xfrm>
            <a:off x="9520515" y="4243560"/>
            <a:ext cx="624000" cy="624000"/>
          </a:xfrm>
          <a:prstGeom prst="donut">
            <a:avLst>
              <a:gd name="adj" fmla="val 9586"/>
            </a:avLst>
          </a:prstGeom>
          <a:solidFill>
            <a:srgbClr val="0070C0">
              <a:alpha val="50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6EB54B-675C-6437-E484-4E1A93D7EAD9}"/>
              </a:ext>
            </a:extLst>
          </p:cNvPr>
          <p:cNvSpPr txBox="1"/>
          <p:nvPr/>
        </p:nvSpPr>
        <p:spPr>
          <a:xfrm>
            <a:off x="8543345" y="4855611"/>
            <a:ext cx="131359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solidFill>
                  <a:srgbClr val="0070C0"/>
                </a:solidFill>
                <a:cs typeface="Courier"/>
              </a:rPr>
              <a:t>Successor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BA2B6A-AF35-5F74-5FC4-B7181A509151}"/>
              </a:ext>
            </a:extLst>
          </p:cNvPr>
          <p:cNvSpPr txBox="1"/>
          <p:nvPr/>
        </p:nvSpPr>
        <p:spPr>
          <a:xfrm>
            <a:off x="10053851" y="3583454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72B59B-66D7-5307-23C9-69B4FA46E5B7}"/>
              </a:ext>
            </a:extLst>
          </p:cNvPr>
          <p:cNvSpPr/>
          <p:nvPr/>
        </p:nvSpPr>
        <p:spPr>
          <a:xfrm>
            <a:off x="10519661" y="438542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39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99F6E0D-63DF-73AD-6E95-132DF5301B21}"/>
              </a:ext>
            </a:extLst>
          </p:cNvPr>
          <p:cNvSpPr/>
          <p:nvPr/>
        </p:nvSpPr>
        <p:spPr>
          <a:xfrm>
            <a:off x="9654344" y="437815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1D6413FE-C5A5-A848-A7F9-27D1275A83F4}"/>
              </a:ext>
            </a:extLst>
          </p:cNvPr>
          <p:cNvSpPr/>
          <p:nvPr/>
        </p:nvSpPr>
        <p:spPr>
          <a:xfrm rot="933531">
            <a:off x="9814224" y="2631386"/>
            <a:ext cx="639516" cy="375773"/>
          </a:xfrm>
          <a:prstGeom prst="rightArrow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05FEC1D-77D7-8D35-A223-3F23C03B21CE}"/>
              </a:ext>
            </a:extLst>
          </p:cNvPr>
          <p:cNvSpPr/>
          <p:nvPr/>
        </p:nvSpPr>
        <p:spPr>
          <a:xfrm>
            <a:off x="9700237" y="1971557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E4D935A-DA70-100F-8947-99970EE7387E}"/>
              </a:ext>
            </a:extLst>
          </p:cNvPr>
          <p:cNvSpPr/>
          <p:nvPr/>
        </p:nvSpPr>
        <p:spPr>
          <a:xfrm>
            <a:off x="9705773" y="1967785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D37883-0F1F-A3EE-BEDB-276BE658C08D}"/>
              </a:ext>
            </a:extLst>
          </p:cNvPr>
          <p:cNvSpPr txBox="1"/>
          <p:nvPr/>
        </p:nvSpPr>
        <p:spPr>
          <a:xfrm>
            <a:off x="9617467" y="4395682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8F1A53-972E-13F6-9B4B-D7CA0BAE04B2}"/>
              </a:ext>
            </a:extLst>
          </p:cNvPr>
          <p:cNvGrpSpPr/>
          <p:nvPr/>
        </p:nvGrpSpPr>
        <p:grpSpPr>
          <a:xfrm>
            <a:off x="9654344" y="5193788"/>
            <a:ext cx="1235275" cy="1143624"/>
            <a:chOff x="7240758" y="4285782"/>
            <a:chExt cx="926456" cy="85771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E5D67E8-CBC1-35DC-714B-3F6C6CD5B2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14704" y="4406513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26DB886-0413-DD30-CB31-868883BC8246}"/>
                </a:ext>
              </a:extLst>
            </p:cNvPr>
            <p:cNvSpPr/>
            <p:nvPr/>
          </p:nvSpPr>
          <p:spPr>
            <a:xfrm>
              <a:off x="7911182" y="487664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1CC0095-E696-4DD1-20BD-C468C1BA7D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5981" y="4418682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779D632-2420-073D-98A9-5BEE659EEA50}"/>
                </a:ext>
              </a:extLst>
            </p:cNvPr>
            <p:cNvSpPr/>
            <p:nvPr/>
          </p:nvSpPr>
          <p:spPr>
            <a:xfrm>
              <a:off x="7568548" y="428578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1945688-36F9-C0A6-3D83-203B42EE17AB}"/>
                </a:ext>
              </a:extLst>
            </p:cNvPr>
            <p:cNvSpPr/>
            <p:nvPr/>
          </p:nvSpPr>
          <p:spPr>
            <a:xfrm>
              <a:off x="7240758" y="4883356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7741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B976-114F-3FD9-9A8A-C0A643CEA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38C17A8-570B-0938-75D0-F2682D6CDFEA}"/>
              </a:ext>
            </a:extLst>
          </p:cNvPr>
          <p:cNvCxnSpPr>
            <a:cxnSpLocks/>
          </p:cNvCxnSpPr>
          <p:nvPr/>
        </p:nvCxnSpPr>
        <p:spPr>
          <a:xfrm flipH="1" flipV="1">
            <a:off x="9829427" y="4566949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AEEBD-11B5-80C8-5C6F-0A96AF55EACB}"/>
              </a:ext>
            </a:extLst>
          </p:cNvPr>
          <p:cNvCxnSpPr>
            <a:cxnSpLocks/>
          </p:cNvCxnSpPr>
          <p:nvPr/>
        </p:nvCxnSpPr>
        <p:spPr>
          <a:xfrm flipV="1">
            <a:off x="9821309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7AC133-787F-4184-B98E-326CB509CE61}"/>
              </a:ext>
            </a:extLst>
          </p:cNvPr>
          <p:cNvCxnSpPr>
            <a:cxnSpLocks/>
          </p:cNvCxnSpPr>
          <p:nvPr/>
        </p:nvCxnSpPr>
        <p:spPr>
          <a:xfrm flipH="1" flipV="1">
            <a:off x="10257691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1B1601-271D-5369-F2F4-2FA9B52ADBEA}"/>
              </a:ext>
            </a:extLst>
          </p:cNvPr>
          <p:cNvCxnSpPr>
            <a:cxnSpLocks/>
          </p:cNvCxnSpPr>
          <p:nvPr/>
        </p:nvCxnSpPr>
        <p:spPr>
          <a:xfrm flipH="1" flipV="1">
            <a:off x="8951842" y="2947333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37C14A18-F20C-BD50-C273-825E683D7970}"/>
              </a:ext>
            </a:extLst>
          </p:cNvPr>
          <p:cNvSpPr/>
          <p:nvPr/>
        </p:nvSpPr>
        <p:spPr>
          <a:xfrm>
            <a:off x="9213812" y="357417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CEE9A-8420-96BC-673F-1E5B1440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to Find the Successor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BF9FF-DE02-03B7-97F0-DE8DB9CF78D4}"/>
              </a:ext>
            </a:extLst>
          </p:cNvPr>
          <p:cNvSpPr txBox="1"/>
          <p:nvPr/>
        </p:nvSpPr>
        <p:spPr>
          <a:xfrm>
            <a:off x="592824" y="990600"/>
            <a:ext cx="7952608" cy="492273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Once we find the node to delete, how do we find the successor?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Start by setting a pointer, S, to the right child of the node to delete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While node S has a left child</a:t>
            </a:r>
          </a:p>
          <a:p>
            <a:pPr marL="1077357" lvl="1" indent="-457189">
              <a:buFont typeface="Arial" panose="020B0604020202020204" pitchFamily="34" charset="0"/>
              <a:buChar char="•"/>
            </a:pPr>
            <a:r>
              <a:rPr lang="en-US" sz="2400" dirty="0"/>
              <a:t>Move S to its left child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 points to the successor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Deleting Node 27 causes the subtree at Node 33 to move 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F26E37-7DC8-8034-9FD1-221A75B2ADBD}"/>
              </a:ext>
            </a:extLst>
          </p:cNvPr>
          <p:cNvCxnSpPr>
            <a:cxnSpLocks/>
          </p:cNvCxnSpPr>
          <p:nvPr/>
        </p:nvCxnSpPr>
        <p:spPr>
          <a:xfrm flipV="1">
            <a:off x="8505433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B25CD41-7053-0E47-69BB-CF64EFC5C465}"/>
              </a:ext>
            </a:extLst>
          </p:cNvPr>
          <p:cNvSpPr/>
          <p:nvPr/>
        </p:nvSpPr>
        <p:spPr>
          <a:xfrm>
            <a:off x="8334744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7C6629-5349-0FCE-B9AF-D0A03A98CBDB}"/>
              </a:ext>
            </a:extLst>
          </p:cNvPr>
          <p:cNvCxnSpPr>
            <a:cxnSpLocks/>
          </p:cNvCxnSpPr>
          <p:nvPr/>
        </p:nvCxnSpPr>
        <p:spPr>
          <a:xfrm flipV="1">
            <a:off x="9876462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5E21E2-59E2-AF58-56F5-19600DC23698}"/>
              </a:ext>
            </a:extLst>
          </p:cNvPr>
          <p:cNvCxnSpPr>
            <a:cxnSpLocks/>
          </p:cNvCxnSpPr>
          <p:nvPr/>
        </p:nvCxnSpPr>
        <p:spPr>
          <a:xfrm>
            <a:off x="10727703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A73BF2-C6F4-22DD-30E0-2A4050EE1167}"/>
              </a:ext>
            </a:extLst>
          </p:cNvPr>
          <p:cNvCxnSpPr>
            <a:cxnSpLocks/>
          </p:cNvCxnSpPr>
          <p:nvPr/>
        </p:nvCxnSpPr>
        <p:spPr>
          <a:xfrm flipV="1">
            <a:off x="8959109" y="2141216"/>
            <a:ext cx="917353" cy="809005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FD4EBB-9AB1-E607-D7F5-537943439E83}"/>
              </a:ext>
            </a:extLst>
          </p:cNvPr>
          <p:cNvCxnSpPr>
            <a:cxnSpLocks/>
          </p:cNvCxnSpPr>
          <p:nvPr/>
        </p:nvCxnSpPr>
        <p:spPr>
          <a:xfrm flipH="1" flipV="1">
            <a:off x="9876462" y="2141216"/>
            <a:ext cx="814333" cy="8002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C12E43-8703-B031-A597-F3211ED50600}"/>
              </a:ext>
            </a:extLst>
          </p:cNvPr>
          <p:cNvCxnSpPr>
            <a:cxnSpLocks/>
          </p:cNvCxnSpPr>
          <p:nvPr/>
        </p:nvCxnSpPr>
        <p:spPr>
          <a:xfrm flipV="1">
            <a:off x="10260857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8990F7-7A31-B2D3-F8F2-5BDAC274BC8A}"/>
              </a:ext>
            </a:extLst>
          </p:cNvPr>
          <p:cNvCxnSpPr>
            <a:cxnSpLocks/>
          </p:cNvCxnSpPr>
          <p:nvPr/>
        </p:nvCxnSpPr>
        <p:spPr>
          <a:xfrm flipH="1" flipV="1">
            <a:off x="10697239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66BA189-F44E-3213-43EE-5E314D341845}"/>
              </a:ext>
            </a:extLst>
          </p:cNvPr>
          <p:cNvSpPr/>
          <p:nvPr/>
        </p:nvSpPr>
        <p:spPr>
          <a:xfrm>
            <a:off x="10557015" y="116128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D17263-D199-FCBF-E714-C7D3F3FEF75B}"/>
              </a:ext>
            </a:extLst>
          </p:cNvPr>
          <p:cNvSpPr/>
          <p:nvPr/>
        </p:nvSpPr>
        <p:spPr>
          <a:xfrm>
            <a:off x="11411101" y="196778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65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140365-600A-CCC7-1AAB-26D81CD29C67}"/>
              </a:ext>
            </a:extLst>
          </p:cNvPr>
          <p:cNvSpPr/>
          <p:nvPr/>
        </p:nvSpPr>
        <p:spPr>
          <a:xfrm>
            <a:off x="10516449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844FA00-C93F-496B-3881-881BA21E27E6}"/>
              </a:ext>
            </a:extLst>
          </p:cNvPr>
          <p:cNvSpPr/>
          <p:nvPr/>
        </p:nvSpPr>
        <p:spPr>
          <a:xfrm>
            <a:off x="8771052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A70BE9B-1EF3-88DE-C4AC-8CBF001974B3}"/>
              </a:ext>
            </a:extLst>
          </p:cNvPr>
          <p:cNvSpPr/>
          <p:nvPr/>
        </p:nvSpPr>
        <p:spPr>
          <a:xfrm>
            <a:off x="10090168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D586D82-E44D-533D-A69B-4CA3FC038CBA}"/>
              </a:ext>
            </a:extLst>
          </p:cNvPr>
          <p:cNvSpPr/>
          <p:nvPr/>
        </p:nvSpPr>
        <p:spPr>
          <a:xfrm>
            <a:off x="10959209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5E721F-43A1-4E07-8524-615D9C8FEC97}"/>
              </a:ext>
            </a:extLst>
          </p:cNvPr>
          <p:cNvSpPr txBox="1"/>
          <p:nvPr/>
        </p:nvSpPr>
        <p:spPr>
          <a:xfrm>
            <a:off x="8391714" y="1276396"/>
            <a:ext cx="103276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Node to</a:t>
            </a:r>
          </a:p>
          <a:p>
            <a:pPr algn="ctr"/>
            <a:r>
              <a:rPr lang="en-US" sz="1867" dirty="0">
                <a:cs typeface="Courier"/>
              </a:rPr>
              <a:t>delete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25BBA980-FDAE-D705-E693-F4B2829F8692}"/>
              </a:ext>
            </a:extLst>
          </p:cNvPr>
          <p:cNvSpPr/>
          <p:nvPr/>
        </p:nvSpPr>
        <p:spPr>
          <a:xfrm rot="2467522" flipV="1">
            <a:off x="9344857" y="1678713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Donut 25">
            <a:extLst>
              <a:ext uri="{FF2B5EF4-FFF2-40B4-BE49-F238E27FC236}">
                <a16:creationId xmlns:a16="http://schemas.microsoft.com/office/drawing/2014/main" id="{AE7C6C84-A066-3836-1B65-C6A8E93A63D8}"/>
              </a:ext>
            </a:extLst>
          </p:cNvPr>
          <p:cNvSpPr/>
          <p:nvPr/>
        </p:nvSpPr>
        <p:spPr>
          <a:xfrm>
            <a:off x="9520515" y="4243560"/>
            <a:ext cx="624000" cy="624000"/>
          </a:xfrm>
          <a:prstGeom prst="donut">
            <a:avLst>
              <a:gd name="adj" fmla="val 9586"/>
            </a:avLst>
          </a:prstGeom>
          <a:solidFill>
            <a:srgbClr val="0070C0">
              <a:alpha val="50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72B40-6F5C-0F29-C6DE-194883FB8936}"/>
              </a:ext>
            </a:extLst>
          </p:cNvPr>
          <p:cNvSpPr txBox="1"/>
          <p:nvPr/>
        </p:nvSpPr>
        <p:spPr>
          <a:xfrm>
            <a:off x="8543345" y="4855611"/>
            <a:ext cx="131359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solidFill>
                  <a:srgbClr val="0070C0"/>
                </a:solidFill>
                <a:cs typeface="Courier"/>
              </a:rPr>
              <a:t>Successor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853E219-6E5C-E213-D612-90E45FB57193}"/>
              </a:ext>
            </a:extLst>
          </p:cNvPr>
          <p:cNvSpPr txBox="1"/>
          <p:nvPr/>
        </p:nvSpPr>
        <p:spPr>
          <a:xfrm>
            <a:off x="10053851" y="3583454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FF62A47-CA55-660F-E85E-09ADE229DB42}"/>
              </a:ext>
            </a:extLst>
          </p:cNvPr>
          <p:cNvSpPr/>
          <p:nvPr/>
        </p:nvSpPr>
        <p:spPr>
          <a:xfrm>
            <a:off x="10519661" y="438542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39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A52CF9-82B0-A37F-EDF3-EF07E6B9862F}"/>
              </a:ext>
            </a:extLst>
          </p:cNvPr>
          <p:cNvSpPr/>
          <p:nvPr/>
        </p:nvSpPr>
        <p:spPr>
          <a:xfrm>
            <a:off x="9654344" y="437815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645D6A10-5268-8A5D-6D9F-B50CD59F9D24}"/>
              </a:ext>
            </a:extLst>
          </p:cNvPr>
          <p:cNvSpPr/>
          <p:nvPr/>
        </p:nvSpPr>
        <p:spPr>
          <a:xfrm rot="933531">
            <a:off x="9515903" y="3327707"/>
            <a:ext cx="639516" cy="375773"/>
          </a:xfrm>
          <a:prstGeom prst="rightArrow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6CF806D-1A3E-3DC0-7875-0E857A821A8C}"/>
              </a:ext>
            </a:extLst>
          </p:cNvPr>
          <p:cNvSpPr/>
          <p:nvPr/>
        </p:nvSpPr>
        <p:spPr>
          <a:xfrm>
            <a:off x="9700237" y="1971557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3988AB-F93E-275B-C69F-E718630F6AA7}"/>
              </a:ext>
            </a:extLst>
          </p:cNvPr>
          <p:cNvSpPr/>
          <p:nvPr/>
        </p:nvSpPr>
        <p:spPr>
          <a:xfrm>
            <a:off x="9705773" y="1967785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C69E1B-5401-BF83-7A5C-8DDD84AF0DDE}"/>
              </a:ext>
            </a:extLst>
          </p:cNvPr>
          <p:cNvSpPr txBox="1"/>
          <p:nvPr/>
        </p:nvSpPr>
        <p:spPr>
          <a:xfrm>
            <a:off x="9617467" y="4395682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FF945C2-C7E8-F34A-49A1-CD878E17994C}"/>
              </a:ext>
            </a:extLst>
          </p:cNvPr>
          <p:cNvGrpSpPr/>
          <p:nvPr/>
        </p:nvGrpSpPr>
        <p:grpSpPr>
          <a:xfrm>
            <a:off x="9654344" y="5193788"/>
            <a:ext cx="1235275" cy="1143624"/>
            <a:chOff x="7240758" y="4285782"/>
            <a:chExt cx="926456" cy="85771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D36DDB6-C6F8-36EB-803F-DF2B10DD4C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14704" y="4406513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B70EC5-311A-A846-3E2C-F04FB4ACD0D2}"/>
                </a:ext>
              </a:extLst>
            </p:cNvPr>
            <p:cNvSpPr/>
            <p:nvPr/>
          </p:nvSpPr>
          <p:spPr>
            <a:xfrm>
              <a:off x="7911182" y="487664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4404939-251A-3E20-D19F-C3C545F4F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5981" y="4418682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FC2ED1C-857B-26DD-1522-157C4F5B16C7}"/>
                </a:ext>
              </a:extLst>
            </p:cNvPr>
            <p:cNvSpPr/>
            <p:nvPr/>
          </p:nvSpPr>
          <p:spPr>
            <a:xfrm>
              <a:off x="7568548" y="428578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9BB2E47-122A-6011-73B8-C53C408CA0CF}"/>
                </a:ext>
              </a:extLst>
            </p:cNvPr>
            <p:cNvSpPr/>
            <p:nvPr/>
          </p:nvSpPr>
          <p:spPr>
            <a:xfrm>
              <a:off x="7240758" y="4883356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89268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5104B-A3BD-34F6-1FAD-AA98110AE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BFD5773-348A-1A73-E1F4-A4EE00E3E20D}"/>
              </a:ext>
            </a:extLst>
          </p:cNvPr>
          <p:cNvCxnSpPr>
            <a:cxnSpLocks/>
          </p:cNvCxnSpPr>
          <p:nvPr/>
        </p:nvCxnSpPr>
        <p:spPr>
          <a:xfrm flipH="1" flipV="1">
            <a:off x="9829427" y="4566949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6CB46A-D5B2-44C3-96CE-4A725F6F2AE1}"/>
              </a:ext>
            </a:extLst>
          </p:cNvPr>
          <p:cNvCxnSpPr>
            <a:cxnSpLocks/>
          </p:cNvCxnSpPr>
          <p:nvPr/>
        </p:nvCxnSpPr>
        <p:spPr>
          <a:xfrm flipV="1">
            <a:off x="9821309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58AA57-86AA-50A5-FE95-CC54875BF302}"/>
              </a:ext>
            </a:extLst>
          </p:cNvPr>
          <p:cNvCxnSpPr>
            <a:cxnSpLocks/>
          </p:cNvCxnSpPr>
          <p:nvPr/>
        </p:nvCxnSpPr>
        <p:spPr>
          <a:xfrm flipH="1" flipV="1">
            <a:off x="10257691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92F53D7-9F2C-A1A6-56A8-6D8735A3A286}"/>
              </a:ext>
            </a:extLst>
          </p:cNvPr>
          <p:cNvCxnSpPr>
            <a:cxnSpLocks/>
          </p:cNvCxnSpPr>
          <p:nvPr/>
        </p:nvCxnSpPr>
        <p:spPr>
          <a:xfrm flipH="1" flipV="1">
            <a:off x="8951842" y="2947333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4C07541D-50CC-7E38-66B3-6041ECCAE186}"/>
              </a:ext>
            </a:extLst>
          </p:cNvPr>
          <p:cNvSpPr/>
          <p:nvPr/>
        </p:nvSpPr>
        <p:spPr>
          <a:xfrm>
            <a:off x="9213812" y="357417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4CC91-CC30-FAD8-264C-9BAD98F9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to Find the Successor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8B498-3101-1D2A-F422-14F6FC156435}"/>
              </a:ext>
            </a:extLst>
          </p:cNvPr>
          <p:cNvSpPr txBox="1"/>
          <p:nvPr/>
        </p:nvSpPr>
        <p:spPr>
          <a:xfrm>
            <a:off x="592824" y="990600"/>
            <a:ext cx="7952608" cy="492273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Once we find the node to delete, how do we find the successor?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Start by setting a pointer, S, to the right child of the node to delete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While node S has a left child</a:t>
            </a:r>
          </a:p>
          <a:p>
            <a:pPr marL="1077357" lvl="1" indent="-457189">
              <a:buFont typeface="Arial" panose="020B0604020202020204" pitchFamily="34" charset="0"/>
              <a:buChar char="•"/>
            </a:pPr>
            <a:r>
              <a:rPr lang="en-US" sz="2400" dirty="0"/>
              <a:t>Move S to its left child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 points to the successor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Deleting Node 27 causes the subtree at Node 33 to move 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0DA311-5A21-18BF-073E-DDA60AC54917}"/>
              </a:ext>
            </a:extLst>
          </p:cNvPr>
          <p:cNvCxnSpPr>
            <a:cxnSpLocks/>
          </p:cNvCxnSpPr>
          <p:nvPr/>
        </p:nvCxnSpPr>
        <p:spPr>
          <a:xfrm flipV="1">
            <a:off x="8505433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8432703-4267-1BFE-CB9A-EBC256339FCD}"/>
              </a:ext>
            </a:extLst>
          </p:cNvPr>
          <p:cNvSpPr/>
          <p:nvPr/>
        </p:nvSpPr>
        <p:spPr>
          <a:xfrm>
            <a:off x="8334744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22AC-98C3-93BD-68C9-6F772833C187}"/>
              </a:ext>
            </a:extLst>
          </p:cNvPr>
          <p:cNvCxnSpPr>
            <a:cxnSpLocks/>
          </p:cNvCxnSpPr>
          <p:nvPr/>
        </p:nvCxnSpPr>
        <p:spPr>
          <a:xfrm flipV="1">
            <a:off x="9876462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42D0DD-42D5-1AAF-6695-B9016E2EDA52}"/>
              </a:ext>
            </a:extLst>
          </p:cNvPr>
          <p:cNvCxnSpPr>
            <a:cxnSpLocks/>
          </p:cNvCxnSpPr>
          <p:nvPr/>
        </p:nvCxnSpPr>
        <p:spPr>
          <a:xfrm>
            <a:off x="10727703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6817B8-B43E-3330-F8C1-41372C605532}"/>
              </a:ext>
            </a:extLst>
          </p:cNvPr>
          <p:cNvCxnSpPr>
            <a:cxnSpLocks/>
          </p:cNvCxnSpPr>
          <p:nvPr/>
        </p:nvCxnSpPr>
        <p:spPr>
          <a:xfrm flipV="1">
            <a:off x="8959109" y="2141216"/>
            <a:ext cx="917353" cy="809005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22F400-AA0D-2C99-9F70-C14BD4047BD0}"/>
              </a:ext>
            </a:extLst>
          </p:cNvPr>
          <p:cNvCxnSpPr>
            <a:cxnSpLocks/>
          </p:cNvCxnSpPr>
          <p:nvPr/>
        </p:nvCxnSpPr>
        <p:spPr>
          <a:xfrm flipH="1" flipV="1">
            <a:off x="9876462" y="2141216"/>
            <a:ext cx="814333" cy="8002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684E51-5B4C-1665-A953-7EE681B7E9BD}"/>
              </a:ext>
            </a:extLst>
          </p:cNvPr>
          <p:cNvCxnSpPr>
            <a:cxnSpLocks/>
          </p:cNvCxnSpPr>
          <p:nvPr/>
        </p:nvCxnSpPr>
        <p:spPr>
          <a:xfrm flipV="1">
            <a:off x="10260857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27C657-6DAF-9B7C-1E80-FF26E7DF3AF4}"/>
              </a:ext>
            </a:extLst>
          </p:cNvPr>
          <p:cNvCxnSpPr>
            <a:cxnSpLocks/>
          </p:cNvCxnSpPr>
          <p:nvPr/>
        </p:nvCxnSpPr>
        <p:spPr>
          <a:xfrm flipH="1" flipV="1">
            <a:off x="10697239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30B2AF5-8AD9-A638-96AD-4DC0FC9BDFC6}"/>
              </a:ext>
            </a:extLst>
          </p:cNvPr>
          <p:cNvSpPr/>
          <p:nvPr/>
        </p:nvSpPr>
        <p:spPr>
          <a:xfrm>
            <a:off x="10557015" y="116128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1E8BD1D-55D8-5E38-026F-7AFBC1791EB1}"/>
              </a:ext>
            </a:extLst>
          </p:cNvPr>
          <p:cNvSpPr/>
          <p:nvPr/>
        </p:nvSpPr>
        <p:spPr>
          <a:xfrm>
            <a:off x="11411101" y="196778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65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57291EB-F467-7FFB-BAFF-49E91AF941D9}"/>
              </a:ext>
            </a:extLst>
          </p:cNvPr>
          <p:cNvSpPr/>
          <p:nvPr/>
        </p:nvSpPr>
        <p:spPr>
          <a:xfrm>
            <a:off x="10516449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A539BA-5ED1-385B-BF1B-53EBB761283B}"/>
              </a:ext>
            </a:extLst>
          </p:cNvPr>
          <p:cNvSpPr/>
          <p:nvPr/>
        </p:nvSpPr>
        <p:spPr>
          <a:xfrm>
            <a:off x="8771052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683283-F431-B605-B38F-2F3D2FA43F78}"/>
              </a:ext>
            </a:extLst>
          </p:cNvPr>
          <p:cNvSpPr/>
          <p:nvPr/>
        </p:nvSpPr>
        <p:spPr>
          <a:xfrm>
            <a:off x="10090168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65E7633-2D6D-29A6-DC26-94C5BB608204}"/>
              </a:ext>
            </a:extLst>
          </p:cNvPr>
          <p:cNvSpPr/>
          <p:nvPr/>
        </p:nvSpPr>
        <p:spPr>
          <a:xfrm>
            <a:off x="10959209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D8495C-8EDA-74F5-20BC-B2326FA51758}"/>
              </a:ext>
            </a:extLst>
          </p:cNvPr>
          <p:cNvSpPr txBox="1"/>
          <p:nvPr/>
        </p:nvSpPr>
        <p:spPr>
          <a:xfrm>
            <a:off x="8391714" y="1276396"/>
            <a:ext cx="103276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Node to</a:t>
            </a:r>
          </a:p>
          <a:p>
            <a:pPr algn="ctr"/>
            <a:r>
              <a:rPr lang="en-US" sz="1867" dirty="0">
                <a:cs typeface="Courier"/>
              </a:rPr>
              <a:t>delete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3EF16DB-79C8-81DF-2B04-0F096AAF3C3C}"/>
              </a:ext>
            </a:extLst>
          </p:cNvPr>
          <p:cNvSpPr/>
          <p:nvPr/>
        </p:nvSpPr>
        <p:spPr>
          <a:xfrm rot="2467522" flipV="1">
            <a:off x="9344857" y="1678713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Donut 25">
            <a:extLst>
              <a:ext uri="{FF2B5EF4-FFF2-40B4-BE49-F238E27FC236}">
                <a16:creationId xmlns:a16="http://schemas.microsoft.com/office/drawing/2014/main" id="{3ABB06AD-065A-1BF4-6C8B-8D3C89BC5F51}"/>
              </a:ext>
            </a:extLst>
          </p:cNvPr>
          <p:cNvSpPr/>
          <p:nvPr/>
        </p:nvSpPr>
        <p:spPr>
          <a:xfrm>
            <a:off x="9520515" y="4243560"/>
            <a:ext cx="624000" cy="624000"/>
          </a:xfrm>
          <a:prstGeom prst="donut">
            <a:avLst>
              <a:gd name="adj" fmla="val 9586"/>
            </a:avLst>
          </a:prstGeom>
          <a:solidFill>
            <a:srgbClr val="0070C0">
              <a:alpha val="50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45BA10-A1FA-D900-6E36-50291F002261}"/>
              </a:ext>
            </a:extLst>
          </p:cNvPr>
          <p:cNvSpPr txBox="1"/>
          <p:nvPr/>
        </p:nvSpPr>
        <p:spPr>
          <a:xfrm>
            <a:off x="8543345" y="4855611"/>
            <a:ext cx="131359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solidFill>
                  <a:srgbClr val="0070C0"/>
                </a:solidFill>
                <a:cs typeface="Courier"/>
              </a:rPr>
              <a:t>Successor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E26347-FF6B-BFFA-DAC5-86CAC3C631F0}"/>
              </a:ext>
            </a:extLst>
          </p:cNvPr>
          <p:cNvSpPr txBox="1"/>
          <p:nvPr/>
        </p:nvSpPr>
        <p:spPr>
          <a:xfrm>
            <a:off x="10053851" y="3583454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B614D4-3843-E64D-32B1-E1E5DFF5B5A4}"/>
              </a:ext>
            </a:extLst>
          </p:cNvPr>
          <p:cNvSpPr/>
          <p:nvPr/>
        </p:nvSpPr>
        <p:spPr>
          <a:xfrm>
            <a:off x="10519661" y="438542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39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285739-EAC4-185C-FB74-0B70740BB8DF}"/>
              </a:ext>
            </a:extLst>
          </p:cNvPr>
          <p:cNvSpPr/>
          <p:nvPr/>
        </p:nvSpPr>
        <p:spPr>
          <a:xfrm>
            <a:off x="9654344" y="437815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8AAAA51A-66A0-C31D-BB7B-EE369F3ED4E0}"/>
              </a:ext>
            </a:extLst>
          </p:cNvPr>
          <p:cNvSpPr/>
          <p:nvPr/>
        </p:nvSpPr>
        <p:spPr>
          <a:xfrm rot="933531">
            <a:off x="8987678" y="4072978"/>
            <a:ext cx="639516" cy="375773"/>
          </a:xfrm>
          <a:prstGeom prst="rightArrow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3B8FCED-2E41-63A3-EDC6-BFC27A81442F}"/>
              </a:ext>
            </a:extLst>
          </p:cNvPr>
          <p:cNvSpPr/>
          <p:nvPr/>
        </p:nvSpPr>
        <p:spPr>
          <a:xfrm>
            <a:off x="9700237" y="1971557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3087F7-2712-591B-C623-3D6DFF85EF37}"/>
              </a:ext>
            </a:extLst>
          </p:cNvPr>
          <p:cNvSpPr/>
          <p:nvPr/>
        </p:nvSpPr>
        <p:spPr>
          <a:xfrm>
            <a:off x="9705773" y="1967785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D7A55D-4DD9-FEFB-EEAD-6CDA312678A4}"/>
              </a:ext>
            </a:extLst>
          </p:cNvPr>
          <p:cNvSpPr txBox="1"/>
          <p:nvPr/>
        </p:nvSpPr>
        <p:spPr>
          <a:xfrm>
            <a:off x="9617467" y="4395682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A2D7DD-834D-6B5F-BD8D-8062EE535B49}"/>
              </a:ext>
            </a:extLst>
          </p:cNvPr>
          <p:cNvGrpSpPr/>
          <p:nvPr/>
        </p:nvGrpSpPr>
        <p:grpSpPr>
          <a:xfrm>
            <a:off x="9654344" y="5193788"/>
            <a:ext cx="1235275" cy="1143624"/>
            <a:chOff x="7240758" y="4285782"/>
            <a:chExt cx="926456" cy="85771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44CC0F5-A595-567B-A7D2-7E8E88C329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14704" y="4406513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52DFCA3-5742-A856-64F0-D709CA32D7D4}"/>
                </a:ext>
              </a:extLst>
            </p:cNvPr>
            <p:cNvSpPr/>
            <p:nvPr/>
          </p:nvSpPr>
          <p:spPr>
            <a:xfrm>
              <a:off x="7911182" y="487664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B1D5328-FC73-868D-AEB8-F536B1ABD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5981" y="4418682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8B2EC4-EE79-3DC4-639C-EDC804AF6AE7}"/>
                </a:ext>
              </a:extLst>
            </p:cNvPr>
            <p:cNvSpPr/>
            <p:nvPr/>
          </p:nvSpPr>
          <p:spPr>
            <a:xfrm>
              <a:off x="7568548" y="428578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D80E84D-F20C-DB42-72F9-60AB886323F4}"/>
                </a:ext>
              </a:extLst>
            </p:cNvPr>
            <p:cNvSpPr/>
            <p:nvPr/>
          </p:nvSpPr>
          <p:spPr>
            <a:xfrm>
              <a:off x="7240758" y="4883356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1487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88BB-4DE1-5DC2-40BF-A318E99B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CCAD94-601F-E5F8-FA56-6D0D92B6240A}"/>
              </a:ext>
            </a:extLst>
          </p:cNvPr>
          <p:cNvCxnSpPr>
            <a:cxnSpLocks/>
          </p:cNvCxnSpPr>
          <p:nvPr/>
        </p:nvCxnSpPr>
        <p:spPr>
          <a:xfrm flipH="1" flipV="1">
            <a:off x="9829427" y="4566949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A6CA44-68CE-8D59-877D-36FE33796687}"/>
              </a:ext>
            </a:extLst>
          </p:cNvPr>
          <p:cNvCxnSpPr>
            <a:cxnSpLocks/>
          </p:cNvCxnSpPr>
          <p:nvPr/>
        </p:nvCxnSpPr>
        <p:spPr>
          <a:xfrm flipV="1">
            <a:off x="9821309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908141-B24C-663C-0352-FB3AC133C830}"/>
              </a:ext>
            </a:extLst>
          </p:cNvPr>
          <p:cNvCxnSpPr>
            <a:cxnSpLocks/>
          </p:cNvCxnSpPr>
          <p:nvPr/>
        </p:nvCxnSpPr>
        <p:spPr>
          <a:xfrm flipH="1" flipV="1">
            <a:off x="10257691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9E0E730-09DF-B81D-D89F-A63C90D83739}"/>
              </a:ext>
            </a:extLst>
          </p:cNvPr>
          <p:cNvCxnSpPr>
            <a:cxnSpLocks/>
          </p:cNvCxnSpPr>
          <p:nvPr/>
        </p:nvCxnSpPr>
        <p:spPr>
          <a:xfrm flipH="1" flipV="1">
            <a:off x="8951842" y="2947333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C5C039A2-E3D5-81AA-AAD8-CC1A8A289BA8}"/>
              </a:ext>
            </a:extLst>
          </p:cNvPr>
          <p:cNvSpPr/>
          <p:nvPr/>
        </p:nvSpPr>
        <p:spPr>
          <a:xfrm>
            <a:off x="9213812" y="357417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8C527-175D-B5EA-0537-8DDD1C8C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to Find the Successor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CBC7ED-EFBE-0669-E2BB-017BFF2BA7DB}"/>
              </a:ext>
            </a:extLst>
          </p:cNvPr>
          <p:cNvSpPr txBox="1"/>
          <p:nvPr/>
        </p:nvSpPr>
        <p:spPr>
          <a:xfrm>
            <a:off x="592824" y="990600"/>
            <a:ext cx="7952608" cy="492273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Once we find the node to delete, how do we find the successor?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Start by setting a pointer, S, to the right child of the node to delete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While node S has a left child</a:t>
            </a:r>
          </a:p>
          <a:p>
            <a:pPr marL="1077357" lvl="1" indent="-457189">
              <a:buFont typeface="Arial" panose="020B0604020202020204" pitchFamily="34" charset="0"/>
              <a:buChar char="•"/>
            </a:pPr>
            <a:r>
              <a:rPr lang="en-US" sz="2400" dirty="0"/>
              <a:t>Move S to its left child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 points to the successor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Deleting Node 27 causes the subtree at Node 33 to move 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AA2DF4-3331-6808-F6BF-81835AA26726}"/>
              </a:ext>
            </a:extLst>
          </p:cNvPr>
          <p:cNvCxnSpPr>
            <a:cxnSpLocks/>
          </p:cNvCxnSpPr>
          <p:nvPr/>
        </p:nvCxnSpPr>
        <p:spPr>
          <a:xfrm flipV="1">
            <a:off x="8505433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698ABD7-5893-8730-EDC7-C96F23B30257}"/>
              </a:ext>
            </a:extLst>
          </p:cNvPr>
          <p:cNvSpPr/>
          <p:nvPr/>
        </p:nvSpPr>
        <p:spPr>
          <a:xfrm>
            <a:off x="8334744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CC4290-0919-414E-4634-246E4AD72542}"/>
              </a:ext>
            </a:extLst>
          </p:cNvPr>
          <p:cNvCxnSpPr>
            <a:cxnSpLocks/>
          </p:cNvCxnSpPr>
          <p:nvPr/>
        </p:nvCxnSpPr>
        <p:spPr>
          <a:xfrm flipV="1">
            <a:off x="9876462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330CA1-3975-2E18-CF0C-E2895E221A8A}"/>
              </a:ext>
            </a:extLst>
          </p:cNvPr>
          <p:cNvCxnSpPr>
            <a:cxnSpLocks/>
          </p:cNvCxnSpPr>
          <p:nvPr/>
        </p:nvCxnSpPr>
        <p:spPr>
          <a:xfrm>
            <a:off x="10727703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26F2181-F0F4-FBCA-D6EE-E49E50718D41}"/>
              </a:ext>
            </a:extLst>
          </p:cNvPr>
          <p:cNvCxnSpPr>
            <a:cxnSpLocks/>
          </p:cNvCxnSpPr>
          <p:nvPr/>
        </p:nvCxnSpPr>
        <p:spPr>
          <a:xfrm flipV="1">
            <a:off x="8959109" y="2141216"/>
            <a:ext cx="917353" cy="809005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AA4D30-8428-9179-070F-549B4A4D1A47}"/>
              </a:ext>
            </a:extLst>
          </p:cNvPr>
          <p:cNvCxnSpPr>
            <a:cxnSpLocks/>
          </p:cNvCxnSpPr>
          <p:nvPr/>
        </p:nvCxnSpPr>
        <p:spPr>
          <a:xfrm flipH="1" flipV="1">
            <a:off x="9876462" y="2141216"/>
            <a:ext cx="814333" cy="8002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37F065-A382-2E7E-8E62-212531F62BA1}"/>
              </a:ext>
            </a:extLst>
          </p:cNvPr>
          <p:cNvCxnSpPr>
            <a:cxnSpLocks/>
          </p:cNvCxnSpPr>
          <p:nvPr/>
        </p:nvCxnSpPr>
        <p:spPr>
          <a:xfrm flipV="1">
            <a:off x="10260857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39D73E-3183-AB16-2125-B98A91A7821C}"/>
              </a:ext>
            </a:extLst>
          </p:cNvPr>
          <p:cNvCxnSpPr>
            <a:cxnSpLocks/>
          </p:cNvCxnSpPr>
          <p:nvPr/>
        </p:nvCxnSpPr>
        <p:spPr>
          <a:xfrm flipH="1" flipV="1">
            <a:off x="10697239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55C562D-3F8A-2EC5-D8A1-AC5392CE90D6}"/>
              </a:ext>
            </a:extLst>
          </p:cNvPr>
          <p:cNvSpPr/>
          <p:nvPr/>
        </p:nvSpPr>
        <p:spPr>
          <a:xfrm>
            <a:off x="10557015" y="116128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551A1FB-41A3-3398-89FD-A9F0AD5AFA90}"/>
              </a:ext>
            </a:extLst>
          </p:cNvPr>
          <p:cNvSpPr/>
          <p:nvPr/>
        </p:nvSpPr>
        <p:spPr>
          <a:xfrm>
            <a:off x="11411101" y="196778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65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80573A-58DB-317D-2F99-DFB71E6163E6}"/>
              </a:ext>
            </a:extLst>
          </p:cNvPr>
          <p:cNvSpPr/>
          <p:nvPr/>
        </p:nvSpPr>
        <p:spPr>
          <a:xfrm>
            <a:off x="10516449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03A20F7-EADA-A329-C303-8E3778817660}"/>
              </a:ext>
            </a:extLst>
          </p:cNvPr>
          <p:cNvSpPr/>
          <p:nvPr/>
        </p:nvSpPr>
        <p:spPr>
          <a:xfrm>
            <a:off x="8771052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AFA26F-7FA6-29EB-2ECD-DF6922EE8F41}"/>
              </a:ext>
            </a:extLst>
          </p:cNvPr>
          <p:cNvSpPr/>
          <p:nvPr/>
        </p:nvSpPr>
        <p:spPr>
          <a:xfrm>
            <a:off x="10090168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CA293B9-611A-0987-63B7-40723595CD57}"/>
              </a:ext>
            </a:extLst>
          </p:cNvPr>
          <p:cNvSpPr/>
          <p:nvPr/>
        </p:nvSpPr>
        <p:spPr>
          <a:xfrm>
            <a:off x="10959209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DB33FB-402A-67BE-CB26-24A4E33EBADF}"/>
              </a:ext>
            </a:extLst>
          </p:cNvPr>
          <p:cNvSpPr txBox="1"/>
          <p:nvPr/>
        </p:nvSpPr>
        <p:spPr>
          <a:xfrm>
            <a:off x="8391714" y="1276396"/>
            <a:ext cx="103276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Node to</a:t>
            </a:r>
          </a:p>
          <a:p>
            <a:pPr algn="ctr"/>
            <a:r>
              <a:rPr lang="en-US" sz="1867" dirty="0">
                <a:cs typeface="Courier"/>
              </a:rPr>
              <a:t>delete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AACA0DE5-22A6-CC5D-D374-4B40491FDF24}"/>
              </a:ext>
            </a:extLst>
          </p:cNvPr>
          <p:cNvSpPr/>
          <p:nvPr/>
        </p:nvSpPr>
        <p:spPr>
          <a:xfrm rot="2467522" flipV="1">
            <a:off x="9344857" y="1678713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6" name="Donut 25">
            <a:extLst>
              <a:ext uri="{FF2B5EF4-FFF2-40B4-BE49-F238E27FC236}">
                <a16:creationId xmlns:a16="http://schemas.microsoft.com/office/drawing/2014/main" id="{18D174D3-8B70-0416-DB0E-23BC5E3C30FE}"/>
              </a:ext>
            </a:extLst>
          </p:cNvPr>
          <p:cNvSpPr/>
          <p:nvPr/>
        </p:nvSpPr>
        <p:spPr>
          <a:xfrm>
            <a:off x="9520515" y="4243560"/>
            <a:ext cx="624000" cy="624000"/>
          </a:xfrm>
          <a:prstGeom prst="donut">
            <a:avLst>
              <a:gd name="adj" fmla="val 9586"/>
            </a:avLst>
          </a:prstGeom>
          <a:solidFill>
            <a:srgbClr val="0070C0">
              <a:alpha val="5098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0ACFB3-20E2-D577-D964-F173E323D1EF}"/>
              </a:ext>
            </a:extLst>
          </p:cNvPr>
          <p:cNvSpPr txBox="1"/>
          <p:nvPr/>
        </p:nvSpPr>
        <p:spPr>
          <a:xfrm>
            <a:off x="10053851" y="3583454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2E16493-2A14-3904-F30C-ED3DB921DB49}"/>
              </a:ext>
            </a:extLst>
          </p:cNvPr>
          <p:cNvSpPr/>
          <p:nvPr/>
        </p:nvSpPr>
        <p:spPr>
          <a:xfrm>
            <a:off x="10519661" y="438542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39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455FEBB-B2D7-3B3C-5848-BE73B86243E2}"/>
              </a:ext>
            </a:extLst>
          </p:cNvPr>
          <p:cNvSpPr/>
          <p:nvPr/>
        </p:nvSpPr>
        <p:spPr>
          <a:xfrm>
            <a:off x="9654344" y="437815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3FEE2A-1ACE-BEDC-B501-F23B6D8E3EAB}"/>
              </a:ext>
            </a:extLst>
          </p:cNvPr>
          <p:cNvSpPr/>
          <p:nvPr/>
        </p:nvSpPr>
        <p:spPr>
          <a:xfrm>
            <a:off x="9700237" y="1971557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67276E-E01D-5618-A1BB-18C8A3C83342}"/>
              </a:ext>
            </a:extLst>
          </p:cNvPr>
          <p:cNvSpPr/>
          <p:nvPr/>
        </p:nvSpPr>
        <p:spPr>
          <a:xfrm>
            <a:off x="9677400" y="4377541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B3E7AA-7557-80D5-14A0-02B7719F03CD}"/>
              </a:ext>
            </a:extLst>
          </p:cNvPr>
          <p:cNvSpPr txBox="1"/>
          <p:nvPr/>
        </p:nvSpPr>
        <p:spPr>
          <a:xfrm>
            <a:off x="9665334" y="1976450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0B82004-7533-F625-41EF-F10841CEFE6F}"/>
              </a:ext>
            </a:extLst>
          </p:cNvPr>
          <p:cNvGrpSpPr/>
          <p:nvPr/>
        </p:nvGrpSpPr>
        <p:grpSpPr>
          <a:xfrm>
            <a:off x="9654344" y="5193788"/>
            <a:ext cx="1235275" cy="1143624"/>
            <a:chOff x="7240758" y="4285782"/>
            <a:chExt cx="926456" cy="85771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BA2A999-7BE0-627E-5C4B-04A3FF6AF3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14704" y="4406513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F01A7C6-6B19-4041-2830-43B83B6CE6BE}"/>
                </a:ext>
              </a:extLst>
            </p:cNvPr>
            <p:cNvSpPr/>
            <p:nvPr/>
          </p:nvSpPr>
          <p:spPr>
            <a:xfrm>
              <a:off x="7911182" y="487664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48D665A-5B0E-69EB-CAF3-38B9C1301D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5981" y="4418682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576D12B-595C-D3F4-738A-33B158C8F776}"/>
                </a:ext>
              </a:extLst>
            </p:cNvPr>
            <p:cNvSpPr/>
            <p:nvPr/>
          </p:nvSpPr>
          <p:spPr>
            <a:xfrm>
              <a:off x="7568548" y="428578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1719ECB-5FC5-A3F7-B9E6-8B455214FAC3}"/>
                </a:ext>
              </a:extLst>
            </p:cNvPr>
            <p:cNvSpPr/>
            <p:nvPr/>
          </p:nvSpPr>
          <p:spPr>
            <a:xfrm>
              <a:off x="7240758" y="4883356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2199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A9A9-B793-761C-9862-8B3DA1A9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9BB227-8F4A-5FC1-DADF-74F5ADCA1F06}"/>
              </a:ext>
            </a:extLst>
          </p:cNvPr>
          <p:cNvCxnSpPr>
            <a:cxnSpLocks/>
          </p:cNvCxnSpPr>
          <p:nvPr/>
        </p:nvCxnSpPr>
        <p:spPr>
          <a:xfrm flipH="1" flipV="1">
            <a:off x="9829427" y="4566949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978BBD-5D0C-BF49-8E40-1C33594618CE}"/>
              </a:ext>
            </a:extLst>
          </p:cNvPr>
          <p:cNvCxnSpPr>
            <a:cxnSpLocks/>
          </p:cNvCxnSpPr>
          <p:nvPr/>
        </p:nvCxnSpPr>
        <p:spPr>
          <a:xfrm flipV="1">
            <a:off x="9821309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0B643C-CB0B-B90D-ACB1-9CAD230F51D1}"/>
              </a:ext>
            </a:extLst>
          </p:cNvPr>
          <p:cNvCxnSpPr>
            <a:cxnSpLocks/>
          </p:cNvCxnSpPr>
          <p:nvPr/>
        </p:nvCxnSpPr>
        <p:spPr>
          <a:xfrm flipH="1" flipV="1">
            <a:off x="10257691" y="3758585"/>
            <a:ext cx="436383" cy="806504"/>
          </a:xfrm>
          <a:prstGeom prst="line">
            <a:avLst/>
          </a:prstGeom>
          <a:ln w="2857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509CC46-A523-A1A9-F281-B1FE1B30A862}"/>
              </a:ext>
            </a:extLst>
          </p:cNvPr>
          <p:cNvCxnSpPr>
            <a:cxnSpLocks/>
          </p:cNvCxnSpPr>
          <p:nvPr/>
        </p:nvCxnSpPr>
        <p:spPr>
          <a:xfrm flipH="1" flipV="1">
            <a:off x="8951842" y="2947333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>
            <a:extLst>
              <a:ext uri="{FF2B5EF4-FFF2-40B4-BE49-F238E27FC236}">
                <a16:creationId xmlns:a16="http://schemas.microsoft.com/office/drawing/2014/main" id="{FC6ED934-505D-4887-9DE6-0243A8401B35}"/>
              </a:ext>
            </a:extLst>
          </p:cNvPr>
          <p:cNvSpPr/>
          <p:nvPr/>
        </p:nvSpPr>
        <p:spPr>
          <a:xfrm>
            <a:off x="9213812" y="3574172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37303-0A70-E6DF-7126-E89AD0A6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to Find the Successor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A36EA-4BE9-2A14-588E-4CED4349FFD1}"/>
              </a:ext>
            </a:extLst>
          </p:cNvPr>
          <p:cNvSpPr txBox="1"/>
          <p:nvPr/>
        </p:nvSpPr>
        <p:spPr>
          <a:xfrm>
            <a:off x="592824" y="990600"/>
            <a:ext cx="7952608" cy="492273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Once we find the node to delete, how do we find the successor?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Start by setting a pointer, S, to the right child of the node to delete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While node S has a left child</a:t>
            </a:r>
          </a:p>
          <a:p>
            <a:pPr marL="1077357" lvl="1" indent="-457189">
              <a:buFont typeface="Arial" panose="020B0604020202020204" pitchFamily="34" charset="0"/>
              <a:buChar char="•"/>
            </a:pPr>
            <a:r>
              <a:rPr lang="en-US" sz="2400" dirty="0"/>
              <a:t>Move S to its left child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S points to the successor</a:t>
            </a:r>
          </a:p>
          <a:p>
            <a:pPr marL="467772" indent="-457189">
              <a:buFont typeface="Arial" panose="020B0604020202020204" pitchFamily="34" charset="0"/>
              <a:buChar char="•"/>
            </a:pPr>
            <a:r>
              <a:rPr lang="en-US" sz="2400" dirty="0"/>
              <a:t>Deleting Node 27 causes the subtree at Node 33 to move 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57315F-A63E-88F2-A3C3-D45D6B9D34A8}"/>
              </a:ext>
            </a:extLst>
          </p:cNvPr>
          <p:cNvCxnSpPr>
            <a:cxnSpLocks/>
          </p:cNvCxnSpPr>
          <p:nvPr/>
        </p:nvCxnSpPr>
        <p:spPr>
          <a:xfrm flipV="1">
            <a:off x="8505433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8CC2140-3DC6-E7DA-D2D7-163B29861AAB}"/>
              </a:ext>
            </a:extLst>
          </p:cNvPr>
          <p:cNvSpPr/>
          <p:nvPr/>
        </p:nvSpPr>
        <p:spPr>
          <a:xfrm>
            <a:off x="8334744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423936-5C89-155F-8191-86F667E8CD9C}"/>
              </a:ext>
            </a:extLst>
          </p:cNvPr>
          <p:cNvCxnSpPr>
            <a:cxnSpLocks/>
          </p:cNvCxnSpPr>
          <p:nvPr/>
        </p:nvCxnSpPr>
        <p:spPr>
          <a:xfrm flipV="1">
            <a:off x="9876462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8D98F-4978-BC43-7EE8-2A9403746D93}"/>
              </a:ext>
            </a:extLst>
          </p:cNvPr>
          <p:cNvCxnSpPr>
            <a:cxnSpLocks/>
          </p:cNvCxnSpPr>
          <p:nvPr/>
        </p:nvCxnSpPr>
        <p:spPr>
          <a:xfrm>
            <a:off x="10727703" y="1334709"/>
            <a:ext cx="861444" cy="80650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48AFBA-0377-6AEE-A232-F20908959D60}"/>
              </a:ext>
            </a:extLst>
          </p:cNvPr>
          <p:cNvCxnSpPr>
            <a:cxnSpLocks/>
          </p:cNvCxnSpPr>
          <p:nvPr/>
        </p:nvCxnSpPr>
        <p:spPr>
          <a:xfrm flipV="1">
            <a:off x="8959109" y="2141216"/>
            <a:ext cx="917353" cy="809005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08D37D-77CB-D341-E08F-3D4190DFB4F4}"/>
              </a:ext>
            </a:extLst>
          </p:cNvPr>
          <p:cNvCxnSpPr>
            <a:cxnSpLocks/>
          </p:cNvCxnSpPr>
          <p:nvPr/>
        </p:nvCxnSpPr>
        <p:spPr>
          <a:xfrm flipH="1" flipV="1">
            <a:off x="9876462" y="2141216"/>
            <a:ext cx="814333" cy="8002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31737E-1711-37B6-5180-D7BE9A802A09}"/>
              </a:ext>
            </a:extLst>
          </p:cNvPr>
          <p:cNvCxnSpPr>
            <a:cxnSpLocks/>
          </p:cNvCxnSpPr>
          <p:nvPr/>
        </p:nvCxnSpPr>
        <p:spPr>
          <a:xfrm flipV="1">
            <a:off x="10260857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56242D-3A1C-EA67-7558-2D44DAF4ECD3}"/>
              </a:ext>
            </a:extLst>
          </p:cNvPr>
          <p:cNvCxnSpPr>
            <a:cxnSpLocks/>
          </p:cNvCxnSpPr>
          <p:nvPr/>
        </p:nvCxnSpPr>
        <p:spPr>
          <a:xfrm flipH="1" flipV="1">
            <a:off x="10697239" y="2947721"/>
            <a:ext cx="436383" cy="806504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27DC335-C445-B7A9-1535-171060F27C01}"/>
              </a:ext>
            </a:extLst>
          </p:cNvPr>
          <p:cNvSpPr/>
          <p:nvPr/>
        </p:nvSpPr>
        <p:spPr>
          <a:xfrm>
            <a:off x="10557015" y="116128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828358-EB06-A4EF-BA43-39CCE76C7A30}"/>
              </a:ext>
            </a:extLst>
          </p:cNvPr>
          <p:cNvSpPr/>
          <p:nvPr/>
        </p:nvSpPr>
        <p:spPr>
          <a:xfrm>
            <a:off x="11411101" y="1967788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65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60C6FE4-69FA-B347-D9DD-3DB9124B56A6}"/>
              </a:ext>
            </a:extLst>
          </p:cNvPr>
          <p:cNvSpPr/>
          <p:nvPr/>
        </p:nvSpPr>
        <p:spPr>
          <a:xfrm>
            <a:off x="10516449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BD33F9-0183-B996-8719-3869EDCF5AB4}"/>
              </a:ext>
            </a:extLst>
          </p:cNvPr>
          <p:cNvSpPr/>
          <p:nvPr/>
        </p:nvSpPr>
        <p:spPr>
          <a:xfrm>
            <a:off x="8771052" y="277970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16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01A1B4-1C08-835F-AB65-2F508E33DB50}"/>
              </a:ext>
            </a:extLst>
          </p:cNvPr>
          <p:cNvSpPr/>
          <p:nvPr/>
        </p:nvSpPr>
        <p:spPr>
          <a:xfrm>
            <a:off x="10090168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F8ACA3D-E320-B379-4103-55EA7F0BDDAF}"/>
              </a:ext>
            </a:extLst>
          </p:cNvPr>
          <p:cNvSpPr/>
          <p:nvPr/>
        </p:nvSpPr>
        <p:spPr>
          <a:xfrm>
            <a:off x="10959209" y="3574560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43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BC8D15-ACCC-BF63-404D-EC04AC1B9DC2}"/>
              </a:ext>
            </a:extLst>
          </p:cNvPr>
          <p:cNvSpPr txBox="1"/>
          <p:nvPr/>
        </p:nvSpPr>
        <p:spPr>
          <a:xfrm>
            <a:off x="8391714" y="1276396"/>
            <a:ext cx="1032761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67" dirty="0">
                <a:cs typeface="Courier"/>
              </a:rPr>
              <a:t>Node to</a:t>
            </a:r>
          </a:p>
          <a:p>
            <a:pPr algn="ctr"/>
            <a:r>
              <a:rPr lang="en-US" sz="1867" dirty="0">
                <a:cs typeface="Courier"/>
              </a:rPr>
              <a:t>delete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E1B30E1-1FE4-B1AF-2461-72687FFAA0C0}"/>
              </a:ext>
            </a:extLst>
          </p:cNvPr>
          <p:cNvSpPr/>
          <p:nvPr/>
        </p:nvSpPr>
        <p:spPr>
          <a:xfrm rot="2467522" flipV="1">
            <a:off x="9344857" y="1678713"/>
            <a:ext cx="544996" cy="108948"/>
          </a:xfrm>
          <a:custGeom>
            <a:avLst/>
            <a:gdLst>
              <a:gd name="connsiteX0" fmla="*/ 2740858 w 2899874"/>
              <a:gd name="connsiteY0" fmla="*/ 0 h 1527953"/>
              <a:gd name="connsiteX1" fmla="*/ 2752096 w 2899874"/>
              <a:gd name="connsiteY1" fmla="*/ 247236 h 1527953"/>
              <a:gd name="connsiteX2" fmla="*/ 1178693 w 2899874"/>
              <a:gd name="connsiteY2" fmla="*/ 651805 h 1527953"/>
              <a:gd name="connsiteX3" fmla="*/ 54834 w 2899874"/>
              <a:gd name="connsiteY3" fmla="*/ 1045135 h 1527953"/>
              <a:gd name="connsiteX4" fmla="*/ 178458 w 2899874"/>
              <a:gd name="connsiteY4" fmla="*/ 1494656 h 1527953"/>
              <a:gd name="connsiteX5" fmla="*/ 212174 w 2899874"/>
              <a:gd name="connsiteY5" fmla="*/ 1494656 h 1527953"/>
              <a:gd name="connsiteX0" fmla="*/ 2740858 w 2767482"/>
              <a:gd name="connsiteY0" fmla="*/ 0 h 1527953"/>
              <a:gd name="connsiteX1" fmla="*/ 2201404 w 2767482"/>
              <a:gd name="connsiteY1" fmla="*/ 404568 h 1527953"/>
              <a:gd name="connsiteX2" fmla="*/ 1178693 w 2767482"/>
              <a:gd name="connsiteY2" fmla="*/ 651805 h 1527953"/>
              <a:gd name="connsiteX3" fmla="*/ 54834 w 2767482"/>
              <a:gd name="connsiteY3" fmla="*/ 1045135 h 1527953"/>
              <a:gd name="connsiteX4" fmla="*/ 178458 w 2767482"/>
              <a:gd name="connsiteY4" fmla="*/ 1494656 h 1527953"/>
              <a:gd name="connsiteX5" fmla="*/ 212174 w 2767482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2137"/>
              <a:gd name="connsiteY0" fmla="*/ 0 h 1527953"/>
              <a:gd name="connsiteX1" fmla="*/ 2201404 w 2742137"/>
              <a:gd name="connsiteY1" fmla="*/ 404568 h 1527953"/>
              <a:gd name="connsiteX2" fmla="*/ 1178693 w 2742137"/>
              <a:gd name="connsiteY2" fmla="*/ 651805 h 1527953"/>
              <a:gd name="connsiteX3" fmla="*/ 54834 w 2742137"/>
              <a:gd name="connsiteY3" fmla="*/ 1045135 h 1527953"/>
              <a:gd name="connsiteX4" fmla="*/ 178458 w 2742137"/>
              <a:gd name="connsiteY4" fmla="*/ 1494656 h 1527953"/>
              <a:gd name="connsiteX5" fmla="*/ 212174 w 2742137"/>
              <a:gd name="connsiteY5" fmla="*/ 1494656 h 1527953"/>
              <a:gd name="connsiteX0" fmla="*/ 2740858 w 2741832"/>
              <a:gd name="connsiteY0" fmla="*/ 0 h 1527953"/>
              <a:gd name="connsiteX1" fmla="*/ 2100257 w 2741832"/>
              <a:gd name="connsiteY1" fmla="*/ 415806 h 1527953"/>
              <a:gd name="connsiteX2" fmla="*/ 1178693 w 2741832"/>
              <a:gd name="connsiteY2" fmla="*/ 651805 h 1527953"/>
              <a:gd name="connsiteX3" fmla="*/ 54834 w 2741832"/>
              <a:gd name="connsiteY3" fmla="*/ 1045135 h 1527953"/>
              <a:gd name="connsiteX4" fmla="*/ 178458 w 2741832"/>
              <a:gd name="connsiteY4" fmla="*/ 1494656 h 1527953"/>
              <a:gd name="connsiteX5" fmla="*/ 212174 w 2741832"/>
              <a:gd name="connsiteY5" fmla="*/ 1494656 h 1527953"/>
              <a:gd name="connsiteX0" fmla="*/ 2740858 w 2742132"/>
              <a:gd name="connsiteY0" fmla="*/ 0 h 1527953"/>
              <a:gd name="connsiteX1" fmla="*/ 2100257 w 2742132"/>
              <a:gd name="connsiteY1" fmla="*/ 415806 h 1527953"/>
              <a:gd name="connsiteX2" fmla="*/ 1178693 w 2742132"/>
              <a:gd name="connsiteY2" fmla="*/ 651805 h 1527953"/>
              <a:gd name="connsiteX3" fmla="*/ 54834 w 2742132"/>
              <a:gd name="connsiteY3" fmla="*/ 1045135 h 1527953"/>
              <a:gd name="connsiteX4" fmla="*/ 178458 w 2742132"/>
              <a:gd name="connsiteY4" fmla="*/ 1494656 h 1527953"/>
              <a:gd name="connsiteX5" fmla="*/ 212174 w 2742132"/>
              <a:gd name="connsiteY5" fmla="*/ 1494656 h 1527953"/>
              <a:gd name="connsiteX0" fmla="*/ 2719624 w 2720734"/>
              <a:gd name="connsiteY0" fmla="*/ 0 h 1527953"/>
              <a:gd name="connsiteX1" fmla="*/ 2079023 w 2720734"/>
              <a:gd name="connsiteY1" fmla="*/ 415806 h 1527953"/>
              <a:gd name="connsiteX2" fmla="*/ 842778 w 2720734"/>
              <a:gd name="connsiteY2" fmla="*/ 730471 h 1527953"/>
              <a:gd name="connsiteX3" fmla="*/ 33600 w 2720734"/>
              <a:gd name="connsiteY3" fmla="*/ 1045135 h 1527953"/>
              <a:gd name="connsiteX4" fmla="*/ 157224 w 2720734"/>
              <a:gd name="connsiteY4" fmla="*/ 1494656 h 1527953"/>
              <a:gd name="connsiteX5" fmla="*/ 190940 w 2720734"/>
              <a:gd name="connsiteY5" fmla="*/ 1494656 h 1527953"/>
              <a:gd name="connsiteX0" fmla="*/ 2729815 w 2730925"/>
              <a:gd name="connsiteY0" fmla="*/ 0 h 1520461"/>
              <a:gd name="connsiteX1" fmla="*/ 2089214 w 2730925"/>
              <a:gd name="connsiteY1" fmla="*/ 415806 h 1520461"/>
              <a:gd name="connsiteX2" fmla="*/ 852969 w 2730925"/>
              <a:gd name="connsiteY2" fmla="*/ 730471 h 1520461"/>
              <a:gd name="connsiteX3" fmla="*/ 32552 w 2730925"/>
              <a:gd name="connsiteY3" fmla="*/ 1146277 h 1520461"/>
              <a:gd name="connsiteX4" fmla="*/ 167415 w 2730925"/>
              <a:gd name="connsiteY4" fmla="*/ 1494656 h 1520461"/>
              <a:gd name="connsiteX5" fmla="*/ 201131 w 2730925"/>
              <a:gd name="connsiteY5" fmla="*/ 1494656 h 1520461"/>
              <a:gd name="connsiteX0" fmla="*/ 2706081 w 2707191"/>
              <a:gd name="connsiteY0" fmla="*/ 0 h 1520461"/>
              <a:gd name="connsiteX1" fmla="*/ 2065480 w 2707191"/>
              <a:gd name="connsiteY1" fmla="*/ 415806 h 1520461"/>
              <a:gd name="connsiteX2" fmla="*/ 829235 w 2707191"/>
              <a:gd name="connsiteY2" fmla="*/ 730471 h 1520461"/>
              <a:gd name="connsiteX3" fmla="*/ 8818 w 2707191"/>
              <a:gd name="connsiteY3" fmla="*/ 1146277 h 1520461"/>
              <a:gd name="connsiteX4" fmla="*/ 143681 w 2707191"/>
              <a:gd name="connsiteY4" fmla="*/ 1494656 h 1520461"/>
              <a:gd name="connsiteX5" fmla="*/ 177397 w 2707191"/>
              <a:gd name="connsiteY5" fmla="*/ 1494656 h 1520461"/>
              <a:gd name="connsiteX0" fmla="*/ 2706609 w 2707719"/>
              <a:gd name="connsiteY0" fmla="*/ 0 h 1498267"/>
              <a:gd name="connsiteX1" fmla="*/ 2066008 w 2707719"/>
              <a:gd name="connsiteY1" fmla="*/ 415806 h 1498267"/>
              <a:gd name="connsiteX2" fmla="*/ 829763 w 2707719"/>
              <a:gd name="connsiteY2" fmla="*/ 730471 h 1498267"/>
              <a:gd name="connsiteX3" fmla="*/ 9346 w 2707719"/>
              <a:gd name="connsiteY3" fmla="*/ 1146277 h 1498267"/>
              <a:gd name="connsiteX4" fmla="*/ 144209 w 2707719"/>
              <a:gd name="connsiteY4" fmla="*/ 1494656 h 1498267"/>
              <a:gd name="connsiteX5" fmla="*/ 245357 w 2707719"/>
              <a:gd name="connsiteY5" fmla="*/ 1337324 h 1498267"/>
              <a:gd name="connsiteX0" fmla="*/ 2717440 w 2718550"/>
              <a:gd name="connsiteY0" fmla="*/ 0 h 1337324"/>
              <a:gd name="connsiteX1" fmla="*/ 2076839 w 2718550"/>
              <a:gd name="connsiteY1" fmla="*/ 415806 h 1337324"/>
              <a:gd name="connsiteX2" fmla="*/ 840594 w 2718550"/>
              <a:gd name="connsiteY2" fmla="*/ 730471 h 1337324"/>
              <a:gd name="connsiteX3" fmla="*/ 20177 w 2718550"/>
              <a:gd name="connsiteY3" fmla="*/ 1146277 h 1337324"/>
              <a:gd name="connsiteX4" fmla="*/ 256188 w 2718550"/>
              <a:gd name="connsiteY4" fmla="*/ 1337324 h 1337324"/>
              <a:gd name="connsiteX0" fmla="*/ 2722971 w 2724081"/>
              <a:gd name="connsiteY0" fmla="*/ 0 h 1550846"/>
              <a:gd name="connsiteX1" fmla="*/ 2082370 w 2724081"/>
              <a:gd name="connsiteY1" fmla="*/ 415806 h 1550846"/>
              <a:gd name="connsiteX2" fmla="*/ 846125 w 2724081"/>
              <a:gd name="connsiteY2" fmla="*/ 730471 h 1550846"/>
              <a:gd name="connsiteX3" fmla="*/ 25708 w 2724081"/>
              <a:gd name="connsiteY3" fmla="*/ 1146277 h 1550846"/>
              <a:gd name="connsiteX4" fmla="*/ 216765 w 2724081"/>
              <a:gd name="connsiteY4" fmla="*/ 1550846 h 1550846"/>
              <a:gd name="connsiteX0" fmla="*/ 2722971 w 2722971"/>
              <a:gd name="connsiteY0" fmla="*/ 0 h 1550846"/>
              <a:gd name="connsiteX1" fmla="*/ 2352100 w 2722971"/>
              <a:gd name="connsiteY1" fmla="*/ 415806 h 1550846"/>
              <a:gd name="connsiteX2" fmla="*/ 2082370 w 2722971"/>
              <a:gd name="connsiteY2" fmla="*/ 415806 h 1550846"/>
              <a:gd name="connsiteX3" fmla="*/ 846125 w 2722971"/>
              <a:gd name="connsiteY3" fmla="*/ 730471 h 1550846"/>
              <a:gd name="connsiteX4" fmla="*/ 25708 w 2722971"/>
              <a:gd name="connsiteY4" fmla="*/ 1146277 h 1550846"/>
              <a:gd name="connsiteX5" fmla="*/ 216765 w 2722971"/>
              <a:gd name="connsiteY5" fmla="*/ 1550846 h 1550846"/>
              <a:gd name="connsiteX0" fmla="*/ 2722971 w 2722971"/>
              <a:gd name="connsiteY0" fmla="*/ 0 h 1550846"/>
              <a:gd name="connsiteX1" fmla="*/ 2082370 w 2722971"/>
              <a:gd name="connsiteY1" fmla="*/ 415806 h 1550846"/>
              <a:gd name="connsiteX2" fmla="*/ 846125 w 2722971"/>
              <a:gd name="connsiteY2" fmla="*/ 730471 h 1550846"/>
              <a:gd name="connsiteX3" fmla="*/ 25708 w 2722971"/>
              <a:gd name="connsiteY3" fmla="*/ 1146277 h 1550846"/>
              <a:gd name="connsiteX4" fmla="*/ 216765 w 2722971"/>
              <a:gd name="connsiteY4" fmla="*/ 1550846 h 1550846"/>
              <a:gd name="connsiteX0" fmla="*/ 2722971 w 2722971"/>
              <a:gd name="connsiteY0" fmla="*/ 0 h 1550846"/>
              <a:gd name="connsiteX1" fmla="*/ 846125 w 2722971"/>
              <a:gd name="connsiteY1" fmla="*/ 730471 h 1550846"/>
              <a:gd name="connsiteX2" fmla="*/ 25708 w 2722971"/>
              <a:gd name="connsiteY2" fmla="*/ 1146277 h 1550846"/>
              <a:gd name="connsiteX3" fmla="*/ 216765 w 2722971"/>
              <a:gd name="connsiteY3" fmla="*/ 1550846 h 1550846"/>
              <a:gd name="connsiteX0" fmla="*/ 2807885 w 2807885"/>
              <a:gd name="connsiteY0" fmla="*/ 0 h 1550846"/>
              <a:gd name="connsiteX1" fmla="*/ 2201000 w 2807885"/>
              <a:gd name="connsiteY1" fmla="*/ 719233 h 1550846"/>
              <a:gd name="connsiteX2" fmla="*/ 110622 w 2807885"/>
              <a:gd name="connsiteY2" fmla="*/ 1146277 h 1550846"/>
              <a:gd name="connsiteX3" fmla="*/ 301679 w 2807885"/>
              <a:gd name="connsiteY3" fmla="*/ 1550846 h 1550846"/>
              <a:gd name="connsiteX0" fmla="*/ 2508564 w 2508564"/>
              <a:gd name="connsiteY0" fmla="*/ 0 h 1550846"/>
              <a:gd name="connsiteX1" fmla="*/ 1901679 w 2508564"/>
              <a:gd name="connsiteY1" fmla="*/ 719233 h 1550846"/>
              <a:gd name="connsiteX2" fmla="*/ 1002592 w 2508564"/>
              <a:gd name="connsiteY2" fmla="*/ 1213705 h 1550846"/>
              <a:gd name="connsiteX3" fmla="*/ 2358 w 2508564"/>
              <a:gd name="connsiteY3" fmla="*/ 1550846 h 1550846"/>
              <a:gd name="connsiteX0" fmla="*/ 1939187 w 1939187"/>
              <a:gd name="connsiteY0" fmla="*/ 0 h 1584560"/>
              <a:gd name="connsiteX1" fmla="*/ 1332302 w 1939187"/>
              <a:gd name="connsiteY1" fmla="*/ 719233 h 1584560"/>
              <a:gd name="connsiteX2" fmla="*/ 433215 w 1939187"/>
              <a:gd name="connsiteY2" fmla="*/ 1213705 h 1584560"/>
              <a:gd name="connsiteX3" fmla="*/ 6149 w 1939187"/>
              <a:gd name="connsiteY3" fmla="*/ 1584560 h 1584560"/>
              <a:gd name="connsiteX0" fmla="*/ 1773120 w 1773120"/>
              <a:gd name="connsiteY0" fmla="*/ 0 h 1584560"/>
              <a:gd name="connsiteX1" fmla="*/ 1166235 w 1773120"/>
              <a:gd name="connsiteY1" fmla="*/ 719233 h 1584560"/>
              <a:gd name="connsiteX2" fmla="*/ 267148 w 1773120"/>
              <a:gd name="connsiteY2" fmla="*/ 1213705 h 1584560"/>
              <a:gd name="connsiteX3" fmla="*/ 11532 w 1773120"/>
              <a:gd name="connsiteY3" fmla="*/ 1584560 h 1584560"/>
              <a:gd name="connsiteX0" fmla="*/ 1761588 w 1761588"/>
              <a:gd name="connsiteY0" fmla="*/ 0 h 1584560"/>
              <a:gd name="connsiteX1" fmla="*/ 1154703 w 1761588"/>
              <a:gd name="connsiteY1" fmla="*/ 719233 h 1584560"/>
              <a:gd name="connsiteX2" fmla="*/ 255616 w 1761588"/>
              <a:gd name="connsiteY2" fmla="*/ 1213705 h 1584560"/>
              <a:gd name="connsiteX3" fmla="*/ 0 w 1761588"/>
              <a:gd name="connsiteY3" fmla="*/ 1584560 h 158456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446116 w 1952088"/>
              <a:gd name="connsiteY2" fmla="*/ 12137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45203 w 1952088"/>
              <a:gd name="connsiteY1" fmla="*/ 71923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2436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1952088 w 1952088"/>
              <a:gd name="connsiteY0" fmla="*/ 0 h 1578210"/>
              <a:gd name="connsiteX1" fmla="*/ 1319803 w 1952088"/>
              <a:gd name="connsiteY1" fmla="*/ 649383 h 1578210"/>
              <a:gd name="connsiteX2" fmla="*/ 604866 w 1952088"/>
              <a:gd name="connsiteY2" fmla="*/ 1124805 h 1578210"/>
              <a:gd name="connsiteX3" fmla="*/ 0 w 1952088"/>
              <a:gd name="connsiteY3" fmla="*/ 1578210 h 1578210"/>
              <a:gd name="connsiteX0" fmla="*/ 483 w 2163405"/>
              <a:gd name="connsiteY0" fmla="*/ 0 h 1286110"/>
              <a:gd name="connsiteX1" fmla="*/ 2117748 w 2163405"/>
              <a:gd name="connsiteY1" fmla="*/ 357283 h 1286110"/>
              <a:gd name="connsiteX2" fmla="*/ 1402811 w 2163405"/>
              <a:gd name="connsiteY2" fmla="*/ 832705 h 1286110"/>
              <a:gd name="connsiteX3" fmla="*/ 797945 w 2163405"/>
              <a:gd name="connsiteY3" fmla="*/ 1286110 h 1286110"/>
              <a:gd name="connsiteX0" fmla="*/ 6 w 2162928"/>
              <a:gd name="connsiteY0" fmla="*/ 0 h 1286110"/>
              <a:gd name="connsiteX1" fmla="*/ 2117271 w 2162928"/>
              <a:gd name="connsiteY1" fmla="*/ 357283 h 1286110"/>
              <a:gd name="connsiteX2" fmla="*/ 1402334 w 2162928"/>
              <a:gd name="connsiteY2" fmla="*/ 832705 h 1286110"/>
              <a:gd name="connsiteX3" fmla="*/ 797468 w 2162928"/>
              <a:gd name="connsiteY3" fmla="*/ 1286110 h 1286110"/>
              <a:gd name="connsiteX0" fmla="*/ 349806 w 1771960"/>
              <a:gd name="connsiteY0" fmla="*/ 0 h 1286110"/>
              <a:gd name="connsiteX1" fmla="*/ 60421 w 1771960"/>
              <a:gd name="connsiteY1" fmla="*/ 236633 h 1286110"/>
              <a:gd name="connsiteX2" fmla="*/ 1752134 w 1771960"/>
              <a:gd name="connsiteY2" fmla="*/ 832705 h 1286110"/>
              <a:gd name="connsiteX3" fmla="*/ 1147268 w 1771960"/>
              <a:gd name="connsiteY3" fmla="*/ 1286110 h 1286110"/>
              <a:gd name="connsiteX0" fmla="*/ 298207 w 1716909"/>
              <a:gd name="connsiteY0" fmla="*/ 0 h 1286110"/>
              <a:gd name="connsiteX1" fmla="*/ 8822 w 1716909"/>
              <a:gd name="connsiteY1" fmla="*/ 236633 h 1286110"/>
              <a:gd name="connsiteX2" fmla="*/ 1700535 w 1716909"/>
              <a:gd name="connsiteY2" fmla="*/ 832705 h 1286110"/>
              <a:gd name="connsiteX3" fmla="*/ 1095669 w 1716909"/>
              <a:gd name="connsiteY3" fmla="*/ 1286110 h 1286110"/>
              <a:gd name="connsiteX0" fmla="*/ 629896 w 1432337"/>
              <a:gd name="connsiteY0" fmla="*/ 0 h 1286110"/>
              <a:gd name="connsiteX1" fmla="*/ 340511 w 1432337"/>
              <a:gd name="connsiteY1" fmla="*/ 236633 h 1286110"/>
              <a:gd name="connsiteX2" fmla="*/ 19274 w 1432337"/>
              <a:gd name="connsiteY2" fmla="*/ 305655 h 1286110"/>
              <a:gd name="connsiteX3" fmla="*/ 1427358 w 1432337"/>
              <a:gd name="connsiteY3" fmla="*/ 1286110 h 128611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560416 w 1171038"/>
              <a:gd name="connsiteY2" fmla="*/ 30565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881653 w 1171038"/>
              <a:gd name="connsiteY1" fmla="*/ 23663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1171038 w 1171038"/>
              <a:gd name="connsiteY0" fmla="*/ 0 h 454260"/>
              <a:gd name="connsiteX1" fmla="*/ 1034053 w 1171038"/>
              <a:gd name="connsiteY1" fmla="*/ 230283 h 454260"/>
              <a:gd name="connsiteX2" fmla="*/ 376266 w 1171038"/>
              <a:gd name="connsiteY2" fmla="*/ 286605 h 454260"/>
              <a:gd name="connsiteX3" fmla="*/ 0 w 1171038"/>
              <a:gd name="connsiteY3" fmla="*/ 454260 h 454260"/>
              <a:gd name="connsiteX0" fmla="*/ 3036645 w 3036645"/>
              <a:gd name="connsiteY0" fmla="*/ 0 h 1072350"/>
              <a:gd name="connsiteX1" fmla="*/ 2899660 w 3036645"/>
              <a:gd name="connsiteY1" fmla="*/ 230283 h 1072350"/>
              <a:gd name="connsiteX2" fmla="*/ 2241873 w 3036645"/>
              <a:gd name="connsiteY2" fmla="*/ 286605 h 1072350"/>
              <a:gd name="connsiteX3" fmla="*/ 0 w 3036645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105468"/>
              <a:gd name="connsiteY0" fmla="*/ 0 h 1072350"/>
              <a:gd name="connsiteX1" fmla="*/ 2899660 w 3105468"/>
              <a:gd name="connsiteY1" fmla="*/ 230283 h 1072350"/>
              <a:gd name="connsiteX2" fmla="*/ 735901 w 3105468"/>
              <a:gd name="connsiteY2" fmla="*/ 646222 h 1072350"/>
              <a:gd name="connsiteX3" fmla="*/ 0 w 3105468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3036645 w 3036645"/>
              <a:gd name="connsiteY0" fmla="*/ 0 h 1072350"/>
              <a:gd name="connsiteX1" fmla="*/ 2090482 w 3036645"/>
              <a:gd name="connsiteY1" fmla="*/ 398853 h 1072350"/>
              <a:gd name="connsiteX2" fmla="*/ 735901 w 3036645"/>
              <a:gd name="connsiteY2" fmla="*/ 646222 h 1072350"/>
              <a:gd name="connsiteX3" fmla="*/ 0 w 3036645"/>
              <a:gd name="connsiteY3" fmla="*/ 1072350 h 1072350"/>
              <a:gd name="connsiteX0" fmla="*/ 1856593 w 2124589"/>
              <a:gd name="connsiteY0" fmla="*/ 0 h 1072350"/>
              <a:gd name="connsiteX1" fmla="*/ 2090482 w 2124589"/>
              <a:gd name="connsiteY1" fmla="*/ 398853 h 1072350"/>
              <a:gd name="connsiteX2" fmla="*/ 735901 w 2124589"/>
              <a:gd name="connsiteY2" fmla="*/ 646222 h 1072350"/>
              <a:gd name="connsiteX3" fmla="*/ 0 w 2124589"/>
              <a:gd name="connsiteY3" fmla="*/ 1072350 h 1072350"/>
              <a:gd name="connsiteX0" fmla="*/ 1856593 w 2136046"/>
              <a:gd name="connsiteY0" fmla="*/ 0 h 1072350"/>
              <a:gd name="connsiteX1" fmla="*/ 2090482 w 2136046"/>
              <a:gd name="connsiteY1" fmla="*/ 398853 h 1072350"/>
              <a:gd name="connsiteX2" fmla="*/ 735901 w 2136046"/>
              <a:gd name="connsiteY2" fmla="*/ 646222 h 1072350"/>
              <a:gd name="connsiteX3" fmla="*/ 0 w 2136046"/>
              <a:gd name="connsiteY3" fmla="*/ 1072350 h 1072350"/>
              <a:gd name="connsiteX0" fmla="*/ 1856593 w 1856593"/>
              <a:gd name="connsiteY0" fmla="*/ 0 h 1072350"/>
              <a:gd name="connsiteX1" fmla="*/ 1461120 w 1856593"/>
              <a:gd name="connsiteY1" fmla="*/ 365139 h 1072350"/>
              <a:gd name="connsiteX2" fmla="*/ 735901 w 1856593"/>
              <a:gd name="connsiteY2" fmla="*/ 646222 h 1072350"/>
              <a:gd name="connsiteX3" fmla="*/ 0 w 1856593"/>
              <a:gd name="connsiteY3" fmla="*/ 1072350 h 1072350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454936 w 1575628"/>
              <a:gd name="connsiteY2" fmla="*/ 646222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1575628 w 1575628"/>
              <a:gd name="connsiteY0" fmla="*/ 0 h 1083588"/>
              <a:gd name="connsiteX1" fmla="*/ 1180155 w 1575628"/>
              <a:gd name="connsiteY1" fmla="*/ 365139 h 1083588"/>
              <a:gd name="connsiteX2" fmla="*/ 556083 w 1575628"/>
              <a:gd name="connsiteY2" fmla="*/ 612508 h 1083588"/>
              <a:gd name="connsiteX3" fmla="*/ 0 w 1575628"/>
              <a:gd name="connsiteY3" fmla="*/ 1083588 h 1083588"/>
              <a:gd name="connsiteX0" fmla="*/ 289753 w 1183697"/>
              <a:gd name="connsiteY0" fmla="*/ 19752 h 722340"/>
              <a:gd name="connsiteX1" fmla="*/ 1180155 w 1183697"/>
              <a:gd name="connsiteY1" fmla="*/ 3891 h 722340"/>
              <a:gd name="connsiteX2" fmla="*/ 556083 w 1183697"/>
              <a:gd name="connsiteY2" fmla="*/ 251260 h 722340"/>
              <a:gd name="connsiteX3" fmla="*/ 0 w 1183697"/>
              <a:gd name="connsiteY3" fmla="*/ 722340 h 722340"/>
              <a:gd name="connsiteX0" fmla="*/ 289753 w 1183697"/>
              <a:gd name="connsiteY0" fmla="*/ 29825 h 732413"/>
              <a:gd name="connsiteX1" fmla="*/ 1180155 w 1183697"/>
              <a:gd name="connsiteY1" fmla="*/ 13964 h 732413"/>
              <a:gd name="connsiteX2" fmla="*/ 556083 w 1183697"/>
              <a:gd name="connsiteY2" fmla="*/ 261333 h 732413"/>
              <a:gd name="connsiteX3" fmla="*/ 0 w 1183697"/>
              <a:gd name="connsiteY3" fmla="*/ 732413 h 732413"/>
              <a:gd name="connsiteX0" fmla="*/ 289753 w 898791"/>
              <a:gd name="connsiteY0" fmla="*/ 87163 h 789751"/>
              <a:gd name="connsiteX1" fmla="*/ 888055 w 898791"/>
              <a:gd name="connsiteY1" fmla="*/ 7802 h 789751"/>
              <a:gd name="connsiteX2" fmla="*/ 556083 w 898791"/>
              <a:gd name="connsiteY2" fmla="*/ 318671 h 789751"/>
              <a:gd name="connsiteX3" fmla="*/ 0 w 898791"/>
              <a:gd name="connsiteY3" fmla="*/ 789751 h 789751"/>
              <a:gd name="connsiteX0" fmla="*/ 289753 w 907883"/>
              <a:gd name="connsiteY0" fmla="*/ 86467 h 789055"/>
              <a:gd name="connsiteX1" fmla="*/ 888055 w 907883"/>
              <a:gd name="connsiteY1" fmla="*/ 7106 h 789055"/>
              <a:gd name="connsiteX2" fmla="*/ 556083 w 907883"/>
              <a:gd name="connsiteY2" fmla="*/ 317975 h 789055"/>
              <a:gd name="connsiteX3" fmla="*/ 0 w 907883"/>
              <a:gd name="connsiteY3" fmla="*/ 789055 h 789055"/>
              <a:gd name="connsiteX0" fmla="*/ 289753 w 1135457"/>
              <a:gd name="connsiteY0" fmla="*/ 225471 h 928059"/>
              <a:gd name="connsiteX1" fmla="*/ 888055 w 1135457"/>
              <a:gd name="connsiteY1" fmla="*/ 146110 h 928059"/>
              <a:gd name="connsiteX2" fmla="*/ 1013283 w 1135457"/>
              <a:gd name="connsiteY2" fmla="*/ 44229 h 928059"/>
              <a:gd name="connsiteX3" fmla="*/ 0 w 1135457"/>
              <a:gd name="connsiteY3" fmla="*/ 928059 h 928059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289753 w 1027075"/>
              <a:gd name="connsiteY0" fmla="*/ 201219 h 903807"/>
              <a:gd name="connsiteX1" fmla="*/ 888055 w 1027075"/>
              <a:gd name="connsiteY1" fmla="*/ 121858 h 903807"/>
              <a:gd name="connsiteX2" fmla="*/ 1013283 w 1027075"/>
              <a:gd name="connsiteY2" fmla="*/ 19977 h 903807"/>
              <a:gd name="connsiteX3" fmla="*/ 0 w 1027075"/>
              <a:gd name="connsiteY3" fmla="*/ 903807 h 903807"/>
              <a:gd name="connsiteX0" fmla="*/ 0 w 825977"/>
              <a:gd name="connsiteY0" fmla="*/ 458375 h 458375"/>
              <a:gd name="connsiteX1" fmla="*/ 598302 w 825977"/>
              <a:gd name="connsiteY1" fmla="*/ 379014 h 458375"/>
              <a:gd name="connsiteX2" fmla="*/ 723530 w 825977"/>
              <a:gd name="connsiteY2" fmla="*/ 277133 h 458375"/>
              <a:gd name="connsiteX3" fmla="*/ 770697 w 825977"/>
              <a:gd name="connsiteY3" fmla="*/ 65588 h 458375"/>
              <a:gd name="connsiteX0" fmla="*/ 0 w 772734"/>
              <a:gd name="connsiteY0" fmla="*/ 392787 h 392787"/>
              <a:gd name="connsiteX1" fmla="*/ 598302 w 772734"/>
              <a:gd name="connsiteY1" fmla="*/ 313426 h 392787"/>
              <a:gd name="connsiteX2" fmla="*/ 723530 w 772734"/>
              <a:gd name="connsiteY2" fmla="*/ 211545 h 392787"/>
              <a:gd name="connsiteX3" fmla="*/ 770697 w 772734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98302 w 770697"/>
              <a:gd name="connsiteY1" fmla="*/ 31342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23530 w 770697"/>
              <a:gd name="connsiteY2" fmla="*/ 211545 h 392787"/>
              <a:gd name="connsiteX3" fmla="*/ 770697 w 770697"/>
              <a:gd name="connsiteY3" fmla="*/ 0 h 392787"/>
              <a:gd name="connsiteX0" fmla="*/ 0 w 770697"/>
              <a:gd name="connsiteY0" fmla="*/ 392787 h 392787"/>
              <a:gd name="connsiteX1" fmla="*/ 534802 w 770697"/>
              <a:gd name="connsiteY1" fmla="*/ 332476 h 392787"/>
              <a:gd name="connsiteX2" fmla="*/ 770697 w 770697"/>
              <a:gd name="connsiteY2" fmla="*/ 0 h 392787"/>
              <a:gd name="connsiteX0" fmla="*/ 0 w 389697"/>
              <a:gd name="connsiteY0" fmla="*/ 244621 h 340415"/>
              <a:gd name="connsiteX1" fmla="*/ 153802 w 389697"/>
              <a:gd name="connsiteY1" fmla="*/ 332476 h 340415"/>
              <a:gd name="connsiteX2" fmla="*/ 389697 w 389697"/>
              <a:gd name="connsiteY2" fmla="*/ 0 h 340415"/>
              <a:gd name="connsiteX0" fmla="*/ 0 w 389697"/>
              <a:gd name="connsiteY0" fmla="*/ 244621 h 244621"/>
              <a:gd name="connsiteX1" fmla="*/ 204602 w 389697"/>
              <a:gd name="connsiteY1" fmla="*/ 192776 h 244621"/>
              <a:gd name="connsiteX2" fmla="*/ 389697 w 389697"/>
              <a:gd name="connsiteY2" fmla="*/ 0 h 244621"/>
              <a:gd name="connsiteX0" fmla="*/ 0 w 389697"/>
              <a:gd name="connsiteY0" fmla="*/ 244621 h 245077"/>
              <a:gd name="connsiteX1" fmla="*/ 204602 w 389697"/>
              <a:gd name="connsiteY1" fmla="*/ 192776 h 245077"/>
              <a:gd name="connsiteX2" fmla="*/ 389697 w 389697"/>
              <a:gd name="connsiteY2" fmla="*/ 0 h 245077"/>
              <a:gd name="connsiteX0" fmla="*/ 0 w 389697"/>
              <a:gd name="connsiteY0" fmla="*/ 244621 h 244994"/>
              <a:gd name="connsiteX1" fmla="*/ 234235 w 389697"/>
              <a:gd name="connsiteY1" fmla="*/ 188543 h 244994"/>
              <a:gd name="connsiteX2" fmla="*/ 389697 w 389697"/>
              <a:gd name="connsiteY2" fmla="*/ 0 h 244994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353599"/>
              <a:gd name="connsiteX1" fmla="*/ 358060 w 513522"/>
              <a:gd name="connsiteY1" fmla="*/ 350322 h 353599"/>
              <a:gd name="connsiteX2" fmla="*/ 513522 w 513522"/>
              <a:gd name="connsiteY2" fmla="*/ 161779 h 353599"/>
              <a:gd name="connsiteX0" fmla="*/ 0 w 513522"/>
              <a:gd name="connsiteY0" fmla="*/ 0 h 187102"/>
              <a:gd name="connsiteX1" fmla="*/ 177085 w 513522"/>
              <a:gd name="connsiteY1" fmla="*/ 112197 h 187102"/>
              <a:gd name="connsiteX2" fmla="*/ 513522 w 513522"/>
              <a:gd name="connsiteY2" fmla="*/ 161779 h 187102"/>
              <a:gd name="connsiteX0" fmla="*/ 0 w 427797"/>
              <a:gd name="connsiteY0" fmla="*/ 0 h 122209"/>
              <a:gd name="connsiteX1" fmla="*/ 177085 w 427797"/>
              <a:gd name="connsiteY1" fmla="*/ 112197 h 122209"/>
              <a:gd name="connsiteX2" fmla="*/ 427797 w 427797"/>
              <a:gd name="connsiteY2" fmla="*/ 69704 h 122209"/>
              <a:gd name="connsiteX0" fmla="*/ 0 w 427797"/>
              <a:gd name="connsiteY0" fmla="*/ 0 h 115851"/>
              <a:gd name="connsiteX1" fmla="*/ 177085 w 427797"/>
              <a:gd name="connsiteY1" fmla="*/ 112197 h 115851"/>
              <a:gd name="connsiteX2" fmla="*/ 427797 w 427797"/>
              <a:gd name="connsiteY2" fmla="*/ 69704 h 115851"/>
              <a:gd name="connsiteX0" fmla="*/ 0 w 427797"/>
              <a:gd name="connsiteY0" fmla="*/ 0 h 110380"/>
              <a:gd name="connsiteX1" fmla="*/ 145335 w 427797"/>
              <a:gd name="connsiteY1" fmla="*/ 105847 h 110380"/>
              <a:gd name="connsiteX2" fmla="*/ 427797 w 427797"/>
              <a:gd name="connsiteY2" fmla="*/ 69704 h 110380"/>
              <a:gd name="connsiteX0" fmla="*/ 0 w 427797"/>
              <a:gd name="connsiteY0" fmla="*/ 0 h 117268"/>
              <a:gd name="connsiteX1" fmla="*/ 145335 w 427797"/>
              <a:gd name="connsiteY1" fmla="*/ 105847 h 117268"/>
              <a:gd name="connsiteX2" fmla="*/ 427797 w 427797"/>
              <a:gd name="connsiteY2" fmla="*/ 69704 h 117268"/>
              <a:gd name="connsiteX0" fmla="*/ 0 w 408747"/>
              <a:gd name="connsiteY0" fmla="*/ 0 h 106418"/>
              <a:gd name="connsiteX1" fmla="*/ 145335 w 408747"/>
              <a:gd name="connsiteY1" fmla="*/ 105847 h 106418"/>
              <a:gd name="connsiteX2" fmla="*/ 408747 w 408747"/>
              <a:gd name="connsiteY2" fmla="*/ 34779 h 106418"/>
              <a:gd name="connsiteX0" fmla="*/ 0 w 408747"/>
              <a:gd name="connsiteY0" fmla="*/ 0 h 81711"/>
              <a:gd name="connsiteX1" fmla="*/ 148510 w 408747"/>
              <a:gd name="connsiteY1" fmla="*/ 80447 h 81711"/>
              <a:gd name="connsiteX2" fmla="*/ 408747 w 408747"/>
              <a:gd name="connsiteY2" fmla="*/ 34779 h 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747" h="81711">
                <a:moveTo>
                  <a:pt x="0" y="0"/>
                </a:moveTo>
                <a:cubicBezTo>
                  <a:pt x="52332" y="50930"/>
                  <a:pt x="80386" y="74651"/>
                  <a:pt x="148510" y="80447"/>
                </a:cubicBezTo>
                <a:cubicBezTo>
                  <a:pt x="216634" y="86243"/>
                  <a:pt x="311977" y="72295"/>
                  <a:pt x="408747" y="34779"/>
                </a:cubicBezTo>
              </a:path>
            </a:pathLst>
          </a:custGeom>
          <a:ln>
            <a:solidFill>
              <a:srgbClr val="FF0000"/>
            </a:solidFill>
            <a:headEnd type="none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7D8825-2595-F5B3-6394-4458F90F2698}"/>
              </a:ext>
            </a:extLst>
          </p:cNvPr>
          <p:cNvSpPr txBox="1"/>
          <p:nvPr/>
        </p:nvSpPr>
        <p:spPr>
          <a:xfrm>
            <a:off x="10053851" y="3583454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38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89C3F4-A98D-2006-1496-7246E7DA6BF9}"/>
              </a:ext>
            </a:extLst>
          </p:cNvPr>
          <p:cNvSpPr/>
          <p:nvPr/>
        </p:nvSpPr>
        <p:spPr>
          <a:xfrm>
            <a:off x="10519661" y="438542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39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F27865-9453-A6FA-DF5A-7C9EF9D2FC4D}"/>
              </a:ext>
            </a:extLst>
          </p:cNvPr>
          <p:cNvSpPr/>
          <p:nvPr/>
        </p:nvSpPr>
        <p:spPr>
          <a:xfrm>
            <a:off x="9700237" y="1971557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endParaRPr lang="en-US" sz="1333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CA82D5A-7080-1739-F9B2-5245E806BC16}"/>
              </a:ext>
            </a:extLst>
          </p:cNvPr>
          <p:cNvSpPr/>
          <p:nvPr/>
        </p:nvSpPr>
        <p:spPr>
          <a:xfrm>
            <a:off x="8851576" y="2133184"/>
            <a:ext cx="341376" cy="346859"/>
          </a:xfrm>
          <a:prstGeom prst="ellipse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333" dirty="0"/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65B1B3-4E3F-0117-BE7C-D70B787A586E}"/>
              </a:ext>
            </a:extLst>
          </p:cNvPr>
          <p:cNvSpPr txBox="1"/>
          <p:nvPr/>
        </p:nvSpPr>
        <p:spPr>
          <a:xfrm>
            <a:off x="9665334" y="1976450"/>
            <a:ext cx="422032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dirty="0">
                <a:cs typeface="Courier"/>
              </a:rPr>
              <a:t>33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05AF016-BC75-4E76-A380-55BE5DE50405}"/>
              </a:ext>
            </a:extLst>
          </p:cNvPr>
          <p:cNvGrpSpPr/>
          <p:nvPr/>
        </p:nvGrpSpPr>
        <p:grpSpPr>
          <a:xfrm>
            <a:off x="9213812" y="4437980"/>
            <a:ext cx="1235275" cy="1143624"/>
            <a:chOff x="7240758" y="4285782"/>
            <a:chExt cx="926456" cy="85771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2CDEE6F-36E2-4EF5-4468-99DDCA9FDE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14704" y="4406513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914B6E6-A0C5-079D-9C58-07E6C54F628C}"/>
                </a:ext>
              </a:extLst>
            </p:cNvPr>
            <p:cNvSpPr/>
            <p:nvPr/>
          </p:nvSpPr>
          <p:spPr>
            <a:xfrm>
              <a:off x="7911182" y="487664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37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D2CD8E8-2985-BF52-CED8-A78EAB195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5981" y="4418682"/>
              <a:ext cx="327287" cy="604878"/>
            </a:xfrm>
            <a:prstGeom prst="line">
              <a:avLst/>
            </a:prstGeom>
            <a:ln w="28575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A4B14C7-854E-A8B8-EAE8-37D372DE5BB0}"/>
                </a:ext>
              </a:extLst>
            </p:cNvPr>
            <p:cNvSpPr/>
            <p:nvPr/>
          </p:nvSpPr>
          <p:spPr>
            <a:xfrm>
              <a:off x="7568548" y="4285782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36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B11F5AA-1039-40CC-C354-AA1F51F6BC33}"/>
                </a:ext>
              </a:extLst>
            </p:cNvPr>
            <p:cNvSpPr/>
            <p:nvPr/>
          </p:nvSpPr>
          <p:spPr>
            <a:xfrm>
              <a:off x="7240758" y="4883356"/>
              <a:ext cx="256032" cy="260144"/>
            </a:xfrm>
            <a:prstGeom prst="ellipse">
              <a:avLst/>
            </a:pr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sz="1333" dirty="0"/>
                <a:t>35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16384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A4C54146-68EE-6B2F-BF99-A5E21404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Deletion Algorithm</a:t>
            </a: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3E9484EB-9980-F31A-C315-AE33D3973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Find the </a:t>
            </a:r>
            <a:r>
              <a:rPr lang="en-US" altLang="en-US" sz="2400" dirty="0">
                <a:latin typeface="Courier" pitchFamily="2" charset="0"/>
              </a:rPr>
              <a:t>node</a:t>
            </a:r>
            <a:r>
              <a:rPr lang="en-US" altLang="en-US" sz="2400" dirty="0"/>
              <a:t> to delete (and its </a:t>
            </a:r>
            <a:r>
              <a:rPr lang="en-US" altLang="en-US" sz="2400" dirty="0">
                <a:latin typeface="Courier" pitchFamily="2" charset="0"/>
              </a:rPr>
              <a:t>parent</a:t>
            </a:r>
            <a:r>
              <a:rPr lang="en-US" altLang="en-US" sz="2400" dirty="0"/>
              <a:t>) and save the item to return later</a:t>
            </a:r>
          </a:p>
          <a:p>
            <a:pPr eaLnBrk="1" hangingPunct="1"/>
            <a:r>
              <a:rPr lang="en-US" altLang="en-US" sz="2400" dirty="0"/>
              <a:t>Branch based on number of children: </a:t>
            </a:r>
          </a:p>
          <a:p>
            <a:pPr lvl="1" eaLnBrk="1" hangingPunct="1"/>
            <a:r>
              <a:rPr lang="en-US" altLang="en-US" sz="2000" dirty="0"/>
              <a:t>Case 0: </a:t>
            </a:r>
            <a:r>
              <a:rPr lang="en-US" altLang="en-US" sz="2000" b="1" dirty="0">
                <a:solidFill>
                  <a:srgbClr val="0070C0"/>
                </a:solidFill>
              </a:rPr>
              <a:t>the node to delete is a leaf and has no children</a:t>
            </a:r>
          </a:p>
          <a:p>
            <a:pPr lvl="2" eaLnBrk="1" hangingPunct="1"/>
            <a:r>
              <a:rPr lang="en-US" altLang="en-US" sz="1800" dirty="0"/>
              <a:t>Set the child link from </a:t>
            </a:r>
            <a:r>
              <a:rPr lang="en-US" altLang="en-US" sz="1800" dirty="0">
                <a:latin typeface="Courier" pitchFamily="2" charset="0"/>
              </a:rPr>
              <a:t>parent</a:t>
            </a:r>
            <a:r>
              <a:rPr lang="en-US" altLang="en-US" sz="1800" dirty="0"/>
              <a:t> to this </a:t>
            </a:r>
            <a:r>
              <a:rPr lang="en-US" altLang="en-US" sz="1800" dirty="0">
                <a:latin typeface="Courier" pitchFamily="2" charset="0"/>
              </a:rPr>
              <a:t>node</a:t>
            </a:r>
            <a:r>
              <a:rPr lang="en-US" altLang="en-US" sz="1800" dirty="0"/>
              <a:t> to </a:t>
            </a:r>
            <a:r>
              <a:rPr lang="en-US" altLang="en-US" sz="1800" dirty="0">
                <a:latin typeface="Courier" pitchFamily="2" charset="0"/>
              </a:rPr>
              <a:t>None</a:t>
            </a:r>
          </a:p>
          <a:p>
            <a:pPr lvl="1" eaLnBrk="1" hangingPunct="1"/>
            <a:r>
              <a:rPr lang="en-US" altLang="en-US" sz="2000" dirty="0"/>
              <a:t>Case 1: </a:t>
            </a:r>
            <a:r>
              <a:rPr lang="en-US" altLang="en-US" sz="2000" b="1" dirty="0">
                <a:solidFill>
                  <a:srgbClr val="0070C0"/>
                </a:solidFill>
              </a:rPr>
              <a:t>the node to delete has a single child</a:t>
            </a:r>
          </a:p>
          <a:p>
            <a:pPr lvl="2" eaLnBrk="1" hangingPunct="1"/>
            <a:r>
              <a:rPr lang="en-US" altLang="en-US" sz="1800" dirty="0"/>
              <a:t>Set the child link from </a:t>
            </a:r>
            <a:r>
              <a:rPr lang="en-US" altLang="en-US" sz="1800" dirty="0">
                <a:latin typeface="Courier" pitchFamily="2" charset="0"/>
              </a:rPr>
              <a:t>parent</a:t>
            </a:r>
            <a:r>
              <a:rPr lang="en-US" altLang="en-US" sz="1800" dirty="0"/>
              <a:t> to this </a:t>
            </a:r>
            <a:r>
              <a:rPr lang="en-US" altLang="en-US" sz="1800" dirty="0">
                <a:latin typeface="Courier" pitchFamily="2" charset="0"/>
              </a:rPr>
              <a:t>node</a:t>
            </a:r>
            <a:r>
              <a:rPr lang="en-US" altLang="en-US" sz="1800" dirty="0"/>
              <a:t> to the </a:t>
            </a:r>
            <a:r>
              <a:rPr lang="en-US" altLang="en-US" sz="1800" dirty="0">
                <a:latin typeface="Courier" pitchFamily="2" charset="0"/>
              </a:rPr>
              <a:t>node</a:t>
            </a:r>
            <a:r>
              <a:rPr lang="en-US" altLang="en-US" sz="1800" dirty="0"/>
              <a:t>’s child</a:t>
            </a:r>
            <a:endParaRPr lang="en-US" altLang="en-US" dirty="0"/>
          </a:p>
          <a:p>
            <a:pPr lvl="1" eaLnBrk="1" hangingPunct="1"/>
            <a:r>
              <a:rPr lang="en-US" altLang="en-US" sz="2000" dirty="0"/>
              <a:t>Case 2: </a:t>
            </a:r>
            <a:r>
              <a:rPr lang="en-US" altLang="en-US" sz="2000" b="1" dirty="0">
                <a:solidFill>
                  <a:srgbClr val="0070C0"/>
                </a:solidFill>
              </a:rPr>
              <a:t>the node to delete has two children</a:t>
            </a:r>
          </a:p>
          <a:p>
            <a:pPr lvl="2" eaLnBrk="1" hangingPunct="1"/>
            <a:r>
              <a:rPr lang="en-US" altLang="en-US" sz="1800" dirty="0"/>
              <a:t>Find the successor node</a:t>
            </a:r>
          </a:p>
          <a:p>
            <a:pPr lvl="2" eaLnBrk="1" hangingPunct="1"/>
            <a:r>
              <a:rPr lang="en-US" altLang="en-US" sz="1800" dirty="0"/>
              <a:t>Copy the item from the successor to </a:t>
            </a:r>
            <a:r>
              <a:rPr lang="en-US" altLang="en-US" sz="1800" dirty="0">
                <a:latin typeface="Courier" pitchFamily="2" charset="0"/>
              </a:rPr>
              <a:t>node</a:t>
            </a:r>
          </a:p>
          <a:p>
            <a:pPr lvl="2" eaLnBrk="1" hangingPunct="1"/>
            <a:r>
              <a:rPr lang="en-US" altLang="en-US" sz="1800" dirty="0"/>
              <a:t>Recursively call the delete routine on the successor node</a:t>
            </a:r>
          </a:p>
          <a:p>
            <a:pPr eaLnBrk="1" hangingPunct="1"/>
            <a:r>
              <a:rPr lang="en-US" altLang="en-US" sz="2400" dirty="0"/>
              <a:t>Return the deleted item, if found</a:t>
            </a:r>
          </a:p>
          <a:p>
            <a:pPr marL="0" indent="0">
              <a:buNone/>
            </a:pPr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  <a:p>
            <a:pPr lvl="1" eaLnBrk="1" hangingPunct="1"/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275459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A05A-00F2-F173-2618-53360E3E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20D6AAB6-173F-66F9-2D11-9EEDF5F5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Summary</a:t>
            </a:r>
            <a:endParaRPr lang="en-US" alt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253B1F-B4C9-6615-7FCC-7117FD9C13E8}"/>
              </a:ext>
            </a:extLst>
          </p:cNvPr>
          <p:cNvSpPr txBox="1">
            <a:spLocks/>
          </p:cNvSpPr>
          <p:nvPr/>
        </p:nvSpPr>
        <p:spPr>
          <a:xfrm>
            <a:off x="2481796" y="1178766"/>
            <a:ext cx="6974399" cy="432249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400" dirty="0">
                <a:ea typeface="Cambria Math" panose="02040503050406030204" pitchFamily="18" charset="0"/>
                <a:cs typeface="Times New Roman" pitchFamily="18" charset="0"/>
              </a:rPr>
              <a:t>Binary Search Trees</a:t>
            </a:r>
          </a:p>
          <a:p>
            <a:pPr lvl="1" algn="just">
              <a:lnSpc>
                <a:spcPct val="100000"/>
              </a:lnSpc>
            </a:pPr>
            <a:r>
              <a:rPr lang="en-SG" sz="2400" b="1" dirty="0">
                <a:solidFill>
                  <a:srgbClr val="F79646"/>
                </a:solidFill>
              </a:rPr>
              <a:t>L &lt; C &lt; R</a:t>
            </a:r>
            <a:r>
              <a:rPr lang="en-SG" sz="2400" dirty="0"/>
              <a:t> rule ensures sorted order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Binary Search Tree: Searching</a:t>
            </a:r>
          </a:p>
          <a:p>
            <a:pPr algn="just">
              <a:lnSpc>
                <a:spcPct val="100000"/>
              </a:lnSpc>
            </a:pPr>
            <a:r>
              <a:rPr lang="en-US" sz="2400" dirty="0"/>
              <a:t>Binary Search Tree: Insertion</a:t>
            </a:r>
            <a:endParaRPr lang="en-US" sz="2400" dirty="0">
              <a:ea typeface="Cambria Math" panose="02040503050406030204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400" dirty="0"/>
              <a:t>Deleting nodes in binary search trees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4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9CDF9C"/>
                </a:solidFill>
                <a:ea typeface="Cambria Math" panose="02040503050406030204" pitchFamily="18" charset="0"/>
                <a:cs typeface="Times New Roman" pitchFamily="18" charset="0"/>
              </a:rPr>
              <a:t>has no children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4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FFC2C2"/>
                </a:solidFill>
                <a:ea typeface="Cambria Math" panose="02040503050406030204" pitchFamily="18" charset="0"/>
                <a:cs typeface="Times New Roman" pitchFamily="18" charset="0"/>
              </a:rPr>
              <a:t>has one child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solidFill>
                  <a:srgbClr val="FF0000"/>
                </a:solidFill>
                <a:ea typeface="Cambria Math" panose="02040503050406030204" pitchFamily="18" charset="0"/>
                <a:cs typeface="Times New Roman" pitchFamily="18" charset="0"/>
              </a:rPr>
              <a:t>X</a:t>
            </a:r>
            <a:r>
              <a:rPr lang="en-US" sz="2400" b="1" dirty="0">
                <a:ea typeface="Cambria Math" panose="02040503050406030204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C2D1FF"/>
                </a:solidFill>
                <a:ea typeface="Cambria Math" panose="02040503050406030204" pitchFamily="18" charset="0"/>
                <a:cs typeface="Times New Roman" pitchFamily="18" charset="0"/>
              </a:rPr>
              <a:t>has two children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en-US" sz="1400" dirty="0"/>
          </a:p>
          <a:p>
            <a:pPr lvl="1">
              <a:lnSpc>
                <a:spcPct val="100000"/>
              </a:lnSpc>
            </a:pPr>
            <a:endParaRPr lang="en-SG" sz="1400" dirty="0"/>
          </a:p>
        </p:txBody>
      </p:sp>
    </p:spTree>
    <p:extLst>
      <p:ext uri="{BB962C8B-B14F-4D97-AF65-F5344CB8AC3E}">
        <p14:creationId xmlns:p14="http://schemas.microsoft.com/office/powerpoint/2010/main" val="2298024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a:spPr>
      <a:bodyPr rtlCol="0">
        <a:normAutofit/>
      </a:bodyPr>
      <a:lstStyle>
        <a:defPPr algn="l" eaLnBrk="1" fontAlgn="auto" hangingPunct="1">
          <a:spcAft>
            <a:spcPts val="0"/>
          </a:spcAft>
          <a:buFont typeface="Arial"/>
          <a:buChar char="•"/>
          <a:defRPr sz="2800" i="1" dirty="0">
            <a:solidFill>
              <a:schemeClr val="tx2"/>
            </a:solidFill>
            <a:latin typeface="Verdana" panose="020B0604030504040204" pitchFamily="34" charset="0"/>
            <a:ea typeface="Verdana" panose="020B0604030504040204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TU 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(Hui) 16S1_CE1007_LD_2.4_Switch statement_V1.0" id="{E370A65C-B71B-9A41-B0DE-A6DBB63ABAB2}" vid="{607BBFC8-5957-2646-80A9-AA80B6B298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3523</TotalTime>
  <Words>4872</Words>
  <Application>Microsoft Office PowerPoint</Application>
  <PresentationFormat>Widescreen</PresentationFormat>
  <Paragraphs>1173</Paragraphs>
  <Slides>48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Courier</vt:lpstr>
      <vt:lpstr>Verdana (Body)</vt:lpstr>
      <vt:lpstr>Arial</vt:lpstr>
      <vt:lpstr>Calibri</vt:lpstr>
      <vt:lpstr>Cambria Math</vt:lpstr>
      <vt:lpstr>Courier New</vt:lpstr>
      <vt:lpstr>Symbol</vt:lpstr>
      <vt:lpstr>Times</vt:lpstr>
      <vt:lpstr>Times New Roman</vt:lpstr>
      <vt:lpstr>Verdana</vt:lpstr>
      <vt:lpstr>Office Theme</vt:lpstr>
      <vt:lpstr>1_Office Theme</vt:lpstr>
      <vt:lpstr>Data Structures &amp; Algorithms in Python: Binary Search Trees  Dr. Owen Noel Newton Fernando </vt:lpstr>
      <vt:lpstr>Pre-order, In-order and Post-order Depth First Traversal</vt:lpstr>
      <vt:lpstr>Summary of Depth First Traversal</vt:lpstr>
      <vt:lpstr>Breath-first Traversal: Level-by-level</vt:lpstr>
      <vt:lpstr>Count Nodes in a Binary Tree (SIZE)</vt:lpstr>
      <vt:lpstr>Find the Kth-level Descendant Nodes</vt:lpstr>
      <vt:lpstr>Height of A Node in A Binary Tree</vt:lpstr>
      <vt:lpstr>Other traversals</vt:lpstr>
      <vt:lpstr>Node Insertion on A Binary Tree</vt:lpstr>
      <vt:lpstr>Binary Search Trees</vt:lpstr>
      <vt:lpstr>Binary Search Tree</vt:lpstr>
      <vt:lpstr>Mapping: tree(In-order)  list</vt:lpstr>
      <vt:lpstr>Features</vt:lpstr>
      <vt:lpstr>Binary Search Trees</vt:lpstr>
      <vt:lpstr>Binary Search Tree: Searching</vt:lpstr>
      <vt:lpstr>Binary Search Tree: Searching</vt:lpstr>
      <vt:lpstr>Binary Search Tree: Searching</vt:lpstr>
      <vt:lpstr>Binary Search Tree: Searching</vt:lpstr>
      <vt:lpstr>Binary Search Tree: Searching</vt:lpstr>
      <vt:lpstr>Binary Search Tree: Searching</vt:lpstr>
      <vt:lpstr>Binary Search Tree: Searching</vt:lpstr>
      <vt:lpstr>Binary Search Tree: Searching</vt:lpstr>
      <vt:lpstr>Binary Search Tree: Insertion</vt:lpstr>
      <vt:lpstr>Binary Search Tree: Insertion</vt:lpstr>
      <vt:lpstr>Binary Search Tree: Insertion</vt:lpstr>
      <vt:lpstr>Binary Search Tree: Insertion</vt:lpstr>
      <vt:lpstr>Binary Search Tree: Insertion</vt:lpstr>
      <vt:lpstr>Binary Search Tree: Insertion</vt:lpstr>
      <vt:lpstr>Binary Search Tree: Insertion</vt:lpstr>
      <vt:lpstr>Binary Search Tree: Insertion</vt:lpstr>
      <vt:lpstr>Binary Search Tree: Insertion</vt:lpstr>
      <vt:lpstr>Deleting nodes in binary search trees</vt:lpstr>
      <vt:lpstr>Deleting nodes in binary search trees</vt:lpstr>
      <vt:lpstr>Deleting nodes in binary search trees</vt:lpstr>
      <vt:lpstr>Binary Search Tree: Deletion</vt:lpstr>
      <vt:lpstr>Binary Search Tree: Deletion</vt:lpstr>
      <vt:lpstr>Binary Search Tree: Deletion</vt:lpstr>
      <vt:lpstr>Deletion Case 0: Node to Delete is a Leaf</vt:lpstr>
      <vt:lpstr>Deletion Case 1: Node to Delete has 1 Child</vt:lpstr>
      <vt:lpstr>Deletion Case 2: Find the Successor</vt:lpstr>
      <vt:lpstr>Deletion Case 2: More About the Successor</vt:lpstr>
      <vt:lpstr>Algorithm to Find the Successor</vt:lpstr>
      <vt:lpstr>Algorithm to Find the Successor</vt:lpstr>
      <vt:lpstr>Algorithm to Find the Successor</vt:lpstr>
      <vt:lpstr>Algorithm to Find the Successor</vt:lpstr>
      <vt:lpstr>Algorithm to Find the Successor</vt:lpstr>
      <vt:lpstr>Deletion Algorithm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&amp; Algorithms in Python  Chapter 01 – Overview  Dr. Owen Noel Newton Fernando</dc:title>
  <dc:creator>Thisura Embuldeniya</dc:creator>
  <cp:lastModifiedBy>Owen Noel Newton Fernando (Dr)</cp:lastModifiedBy>
  <cp:revision>81</cp:revision>
  <dcterms:created xsi:type="dcterms:W3CDTF">2024-09-01T19:11:44Z</dcterms:created>
  <dcterms:modified xsi:type="dcterms:W3CDTF">2026-02-10T06:07:43Z</dcterms:modified>
</cp:coreProperties>
</file>