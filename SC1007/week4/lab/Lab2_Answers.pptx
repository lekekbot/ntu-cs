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7" r:id="rId1"/>
  </p:sldMasterIdLst>
  <p:notesMasterIdLst>
    <p:notesMasterId r:id="rId37"/>
  </p:notesMasterIdLst>
  <p:handoutMasterIdLst>
    <p:handoutMasterId r:id="rId38"/>
  </p:handoutMasterIdLst>
  <p:sldIdLst>
    <p:sldId id="256" r:id="rId2"/>
    <p:sldId id="372" r:id="rId3"/>
    <p:sldId id="370" r:id="rId4"/>
    <p:sldId id="374" r:id="rId5"/>
    <p:sldId id="375" r:id="rId6"/>
    <p:sldId id="376" r:id="rId7"/>
    <p:sldId id="377" r:id="rId8"/>
    <p:sldId id="373" r:id="rId9"/>
    <p:sldId id="378" r:id="rId10"/>
    <p:sldId id="379" r:id="rId11"/>
    <p:sldId id="381" r:id="rId12"/>
    <p:sldId id="382" r:id="rId13"/>
    <p:sldId id="270" r:id="rId14"/>
    <p:sldId id="383" r:id="rId15"/>
    <p:sldId id="390" r:id="rId16"/>
    <p:sldId id="384" r:id="rId17"/>
    <p:sldId id="385" r:id="rId18"/>
    <p:sldId id="392" r:id="rId19"/>
    <p:sldId id="393" r:id="rId20"/>
    <p:sldId id="395" r:id="rId21"/>
    <p:sldId id="396" r:id="rId22"/>
    <p:sldId id="397" r:id="rId23"/>
    <p:sldId id="398" r:id="rId24"/>
    <p:sldId id="399" r:id="rId25"/>
    <p:sldId id="400" r:id="rId26"/>
    <p:sldId id="386" r:id="rId27"/>
    <p:sldId id="387" r:id="rId28"/>
    <p:sldId id="402" r:id="rId29"/>
    <p:sldId id="388" r:id="rId30"/>
    <p:sldId id="389" r:id="rId31"/>
    <p:sldId id="404" r:id="rId32"/>
    <p:sldId id="405" r:id="rId33"/>
    <p:sldId id="406" r:id="rId34"/>
    <p:sldId id="407" r:id="rId35"/>
    <p:sldId id="408" r:id="rId36"/>
  </p:sldIdLst>
  <p:sldSz cx="12192000" cy="6858000"/>
  <p:notesSz cx="6858000" cy="91170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sura Embuldeniya" initials="TE" lastIdx="1" clrIdx="0">
    <p:extLst>
      <p:ext uri="{19B8F6BF-5375-455C-9EA6-DF929625EA0E}">
        <p15:presenceInfo xmlns:p15="http://schemas.microsoft.com/office/powerpoint/2012/main" userId="Thisura Embuldeni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00"/>
    <a:srgbClr val="008101"/>
    <a:srgbClr val="00D500"/>
    <a:srgbClr val="005684"/>
    <a:srgbClr val="00D5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DC71DE-92F6-4CA6-83A7-B7FFED60B6B8}" v="538" dt="2025-09-01T15:11:55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1" autoAdjust="0"/>
    <p:restoredTop sz="95223" autoAdjust="0"/>
  </p:normalViewPr>
  <p:slideViewPr>
    <p:cSldViewPr>
      <p:cViewPr varScale="1">
        <p:scale>
          <a:sx n="105" d="100"/>
          <a:sy n="105" d="100"/>
        </p:scale>
        <p:origin x="108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20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7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ALISTAIR YONG JIA JIN#" userId="a6a417cd-a477-42ba-8767-cb902a623224" providerId="ADAL" clId="{E7DC71DE-92F6-4CA6-83A7-B7FFED60B6B8}"/>
    <pc:docChg chg="undo redo custSel addSld delSld modSld sldOrd modMainMaster">
      <pc:chgData name="#ALISTAIR YONG JIA JIN#" userId="a6a417cd-a477-42ba-8767-cb902a623224" providerId="ADAL" clId="{E7DC71DE-92F6-4CA6-83A7-B7FFED60B6B8}" dt="2025-09-01T15:11:55.947" v="1969"/>
      <pc:docMkLst>
        <pc:docMk/>
      </pc:docMkLst>
      <pc:sldChg chg="modSp mod">
        <pc:chgData name="#ALISTAIR YONG JIA JIN#" userId="a6a417cd-a477-42ba-8767-cb902a623224" providerId="ADAL" clId="{E7DC71DE-92F6-4CA6-83A7-B7FFED60B6B8}" dt="2025-09-01T12:34:01.194" v="86" actId="20577"/>
        <pc:sldMkLst>
          <pc:docMk/>
          <pc:sldMk cId="0" sldId="256"/>
        </pc:sldMkLst>
        <pc:spChg chg="mod">
          <ac:chgData name="#ALISTAIR YONG JIA JIN#" userId="a6a417cd-a477-42ba-8767-cb902a623224" providerId="ADAL" clId="{E7DC71DE-92F6-4CA6-83A7-B7FFED60B6B8}" dt="2025-09-01T12:33:39.534" v="55" actId="20577"/>
          <ac:spMkLst>
            <pc:docMk/>
            <pc:sldMk cId="0" sldId="256"/>
            <ac:spMk id="22" creationId="{1DDACFC5-EB70-4F0D-A5C1-F08AA8632C97}"/>
          </ac:spMkLst>
        </pc:spChg>
        <pc:spChg chg="mod">
          <ac:chgData name="#ALISTAIR YONG JIA JIN#" userId="a6a417cd-a477-42ba-8767-cb902a623224" providerId="ADAL" clId="{E7DC71DE-92F6-4CA6-83A7-B7FFED60B6B8}" dt="2025-09-01T12:34:01.194" v="86" actId="20577"/>
          <ac:spMkLst>
            <pc:docMk/>
            <pc:sldMk cId="0" sldId="256"/>
            <ac:spMk id="23" creationId="{14A57AFD-D505-4500-9697-EDFFEF0B2629}"/>
          </ac:spMkLst>
        </pc:spChg>
      </pc:sldChg>
      <pc:sldChg chg="del">
        <pc:chgData name="#ALISTAIR YONG JIA JIN#" userId="a6a417cd-a477-42ba-8767-cb902a623224" providerId="ADAL" clId="{E7DC71DE-92F6-4CA6-83A7-B7FFED60B6B8}" dt="2025-09-01T13:36:10.597" v="959" actId="47"/>
        <pc:sldMkLst>
          <pc:docMk/>
          <pc:sldMk cId="3537712884" sldId="268"/>
        </pc:sldMkLst>
      </pc:sldChg>
      <pc:sldChg chg="addSp delSp modSp mod">
        <pc:chgData name="#ALISTAIR YONG JIA JIN#" userId="a6a417cd-a477-42ba-8767-cb902a623224" providerId="ADAL" clId="{E7DC71DE-92F6-4CA6-83A7-B7FFED60B6B8}" dt="2025-09-01T13:37:05.004" v="977" actId="20577"/>
        <pc:sldMkLst>
          <pc:docMk/>
          <pc:sldMk cId="263456397" sldId="270"/>
        </pc:sldMkLst>
        <pc:spChg chg="add del mod">
          <ac:chgData name="#ALISTAIR YONG JIA JIN#" userId="a6a417cd-a477-42ba-8767-cb902a623224" providerId="ADAL" clId="{E7DC71DE-92F6-4CA6-83A7-B7FFED60B6B8}" dt="2025-09-01T13:37:05.004" v="977" actId="20577"/>
          <ac:spMkLst>
            <pc:docMk/>
            <pc:sldMk cId="263456397" sldId="270"/>
            <ac:spMk id="4" creationId="{21BD78E2-8F60-4FE9-AB92-C50D665E75DF}"/>
          </ac:spMkLst>
        </pc:spChg>
        <pc:picChg chg="add del mod">
          <ac:chgData name="#ALISTAIR YONG JIA JIN#" userId="a6a417cd-a477-42ba-8767-cb902a623224" providerId="ADAL" clId="{E7DC71DE-92F6-4CA6-83A7-B7FFED60B6B8}" dt="2025-09-01T13:36:47.998" v="966" actId="22"/>
          <ac:picMkLst>
            <pc:docMk/>
            <pc:sldMk cId="263456397" sldId="270"/>
            <ac:picMk id="3" creationId="{276ECA61-879D-007D-3879-E10ACF73E8A0}"/>
          </ac:picMkLst>
        </pc:picChg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090172180" sldId="288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858624579" sldId="293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032738756" sldId="294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575897650" sldId="295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409959240" sldId="296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622058782" sldId="297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858803347" sldId="298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109612811" sldId="299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970463773" sldId="300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447942681" sldId="301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538321381" sldId="302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139789802" sldId="303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99738335" sldId="304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025960488" sldId="305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300424681" sldId="306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786857002" sldId="307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914617479" sldId="308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442691615" sldId="309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078980976" sldId="310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922901352" sldId="311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373590361" sldId="312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014848804" sldId="313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225890668" sldId="314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673932634" sldId="315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473975938" sldId="316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526814045" sldId="317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07403196" sldId="318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335004749" sldId="319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862390449" sldId="320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140940876" sldId="321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4161052536" sldId="322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735990287" sldId="323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944039025" sldId="324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84513586" sldId="325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589853824" sldId="326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946171860" sldId="327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842831048" sldId="328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632933635" sldId="329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591768491" sldId="330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858183510" sldId="331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972007933" sldId="332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81816241" sldId="333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119581340" sldId="334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840375260" sldId="335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80942525" sldId="336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333283503" sldId="337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639091392" sldId="338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715452104" sldId="339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4194029272" sldId="340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4085289155" sldId="341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662548405" sldId="342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054108635" sldId="343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821032285" sldId="344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1618363" sldId="345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263254084" sldId="346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104907377" sldId="347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873088945" sldId="353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162649125" sldId="354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731454533" sldId="355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4071387254" sldId="356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630979538" sldId="357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1077932639" sldId="358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814269227" sldId="359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015042127" sldId="360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358559350" sldId="361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3839911672" sldId="362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257101835" sldId="363"/>
        </pc:sldMkLst>
      </pc:sldChg>
      <pc:sldChg chg="addSp modSp 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274626236" sldId="364"/>
        </pc:sldMkLst>
        <pc:spChg chg="add mod">
          <ac:chgData name="#ALISTAIR YONG JIA JIN#" userId="a6a417cd-a477-42ba-8767-cb902a623224" providerId="ADAL" clId="{E7DC71DE-92F6-4CA6-83A7-B7FFED60B6B8}" dt="2025-09-01T13:06:05.181" v="430"/>
          <ac:spMkLst>
            <pc:docMk/>
            <pc:sldMk cId="2274626236" sldId="364"/>
            <ac:spMk id="4" creationId="{A406B77E-8F2F-3C3C-1278-6A0A3221D32A}"/>
          </ac:spMkLst>
        </pc:spChg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898970678" sldId="367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618766333" sldId="368"/>
        </pc:sldMkLst>
      </pc:sldChg>
      <pc:sldChg chg="del">
        <pc:chgData name="#ALISTAIR YONG JIA JIN#" userId="a6a417cd-a477-42ba-8767-cb902a623224" providerId="ADAL" clId="{E7DC71DE-92F6-4CA6-83A7-B7FFED60B6B8}" dt="2025-09-01T15:01:24.638" v="1852" actId="47"/>
        <pc:sldMkLst>
          <pc:docMk/>
          <pc:sldMk cId="2163924352" sldId="369"/>
        </pc:sldMkLst>
      </pc:sldChg>
      <pc:sldChg chg="addSp delSp modSp new mod ord">
        <pc:chgData name="#ALISTAIR YONG JIA JIN#" userId="a6a417cd-a477-42ba-8767-cb902a623224" providerId="ADAL" clId="{E7DC71DE-92F6-4CA6-83A7-B7FFED60B6B8}" dt="2025-09-01T13:06:50.237" v="461" actId="20577"/>
        <pc:sldMkLst>
          <pc:docMk/>
          <pc:sldMk cId="3054966508" sldId="370"/>
        </pc:sldMkLst>
        <pc:spChg chg="mod">
          <ac:chgData name="#ALISTAIR YONG JIA JIN#" userId="a6a417cd-a477-42ba-8767-cb902a623224" providerId="ADAL" clId="{E7DC71DE-92F6-4CA6-83A7-B7FFED60B6B8}" dt="2025-09-01T12:34:42.823" v="102" actId="20577"/>
          <ac:spMkLst>
            <pc:docMk/>
            <pc:sldMk cId="3054966508" sldId="370"/>
            <ac:spMk id="2" creationId="{46F2FF4B-3736-4078-9F75-F5C5CB8A302B}"/>
          </ac:spMkLst>
        </pc:spChg>
        <pc:spChg chg="del">
          <ac:chgData name="#ALISTAIR YONG JIA JIN#" userId="a6a417cd-a477-42ba-8767-cb902a623224" providerId="ADAL" clId="{E7DC71DE-92F6-4CA6-83A7-B7FFED60B6B8}" dt="2025-09-01T12:35:07.361" v="107" actId="478"/>
          <ac:spMkLst>
            <pc:docMk/>
            <pc:sldMk cId="3054966508" sldId="370"/>
            <ac:spMk id="3" creationId="{E3D4E1E5-4616-7F0A-CD05-7743FF0F65CE}"/>
          </ac:spMkLst>
        </pc:spChg>
        <pc:spChg chg="del">
          <ac:chgData name="#ALISTAIR YONG JIA JIN#" userId="a6a417cd-a477-42ba-8767-cb902a623224" providerId="ADAL" clId="{E7DC71DE-92F6-4CA6-83A7-B7FFED60B6B8}" dt="2025-09-01T12:34:54.534" v="104" actId="478"/>
          <ac:spMkLst>
            <pc:docMk/>
            <pc:sldMk cId="3054966508" sldId="370"/>
            <ac:spMk id="4" creationId="{722A1DA0-DFBF-6057-CF71-4DC7F7E01CE7}"/>
          </ac:spMkLst>
        </pc:spChg>
        <pc:spChg chg="mod topLvl">
          <ac:chgData name="#ALISTAIR YONG JIA JIN#" userId="a6a417cd-a477-42ba-8767-cb902a623224" providerId="ADAL" clId="{E7DC71DE-92F6-4CA6-83A7-B7FFED60B6B8}" dt="2025-09-01T12:43:34.949" v="173" actId="20577"/>
          <ac:spMkLst>
            <pc:docMk/>
            <pc:sldMk cId="3054966508" sldId="370"/>
            <ac:spMk id="7" creationId="{040A7073-8464-1A50-1E83-9609724F9118}"/>
          </ac:spMkLst>
        </pc:spChg>
        <pc:spChg chg="mod topLvl">
          <ac:chgData name="#ALISTAIR YONG JIA JIN#" userId="a6a417cd-a477-42ba-8767-cb902a623224" providerId="ADAL" clId="{E7DC71DE-92F6-4CA6-83A7-B7FFED60B6B8}" dt="2025-09-01T12:42:24.505" v="167" actId="164"/>
          <ac:spMkLst>
            <pc:docMk/>
            <pc:sldMk cId="3054966508" sldId="370"/>
            <ac:spMk id="8" creationId="{813C53EE-9684-8C42-09A5-B24C54DEAF5A}"/>
          </ac:spMkLst>
        </pc:spChg>
        <pc:spChg chg="add mod">
          <ac:chgData name="#ALISTAIR YONG JIA JIN#" userId="a6a417cd-a477-42ba-8767-cb902a623224" providerId="ADAL" clId="{E7DC71DE-92F6-4CA6-83A7-B7FFED60B6B8}" dt="2025-09-01T12:42:24.505" v="167" actId="164"/>
          <ac:spMkLst>
            <pc:docMk/>
            <pc:sldMk cId="3054966508" sldId="370"/>
            <ac:spMk id="9" creationId="{F5D1F4FA-618F-04EA-CAB4-30F1FCF7A251}"/>
          </ac:spMkLst>
        </pc:spChg>
        <pc:spChg chg="add mod">
          <ac:chgData name="#ALISTAIR YONG JIA JIN#" userId="a6a417cd-a477-42ba-8767-cb902a623224" providerId="ADAL" clId="{E7DC71DE-92F6-4CA6-83A7-B7FFED60B6B8}" dt="2025-09-01T12:45:27.453" v="212" actId="164"/>
          <ac:spMkLst>
            <pc:docMk/>
            <pc:sldMk cId="3054966508" sldId="370"/>
            <ac:spMk id="10" creationId="{E670F7D0-8D16-B58D-2084-A3DC413D4C8E}"/>
          </ac:spMkLst>
        </pc:spChg>
        <pc:spChg chg="add del mod">
          <ac:chgData name="#ALISTAIR YONG JIA JIN#" userId="a6a417cd-a477-42ba-8767-cb902a623224" providerId="ADAL" clId="{E7DC71DE-92F6-4CA6-83A7-B7FFED60B6B8}" dt="2025-09-01T12:39:39.965" v="152" actId="478"/>
          <ac:spMkLst>
            <pc:docMk/>
            <pc:sldMk cId="3054966508" sldId="370"/>
            <ac:spMk id="11" creationId="{6B3EAF53-3D3A-72AA-3F77-2A0D05B1F4E4}"/>
          </ac:spMkLst>
        </pc:spChg>
        <pc:spChg chg="add mod">
          <ac:chgData name="#ALISTAIR YONG JIA JIN#" userId="a6a417cd-a477-42ba-8767-cb902a623224" providerId="ADAL" clId="{E7DC71DE-92F6-4CA6-83A7-B7FFED60B6B8}" dt="2025-09-01T13:06:50.237" v="461" actId="20577"/>
          <ac:spMkLst>
            <pc:docMk/>
            <pc:sldMk cId="3054966508" sldId="370"/>
            <ac:spMk id="12" creationId="{29AE9B2B-CA50-819A-8E45-56C4EEE95FF7}"/>
          </ac:spMkLst>
        </pc:spChg>
        <pc:spChg chg="mod topLvl">
          <ac:chgData name="#ALISTAIR YONG JIA JIN#" userId="a6a417cd-a477-42ba-8767-cb902a623224" providerId="ADAL" clId="{E7DC71DE-92F6-4CA6-83A7-B7FFED60B6B8}" dt="2025-09-01T12:44:45.804" v="200" actId="165"/>
          <ac:spMkLst>
            <pc:docMk/>
            <pc:sldMk cId="3054966508" sldId="370"/>
            <ac:spMk id="15" creationId="{B4E9A3CC-4EC8-6DA9-F2E1-221DA8BD9324}"/>
          </ac:spMkLst>
        </pc:spChg>
        <pc:spChg chg="mod topLvl">
          <ac:chgData name="#ALISTAIR YONG JIA JIN#" userId="a6a417cd-a477-42ba-8767-cb902a623224" providerId="ADAL" clId="{E7DC71DE-92F6-4CA6-83A7-B7FFED60B6B8}" dt="2025-09-01T12:44:45.804" v="200" actId="165"/>
          <ac:spMkLst>
            <pc:docMk/>
            <pc:sldMk cId="3054966508" sldId="370"/>
            <ac:spMk id="16" creationId="{C44AC258-2CD4-80FC-3E76-0B9FC8735274}"/>
          </ac:spMkLst>
        </pc:spChg>
        <pc:spChg chg="add del mod topLvl">
          <ac:chgData name="#ALISTAIR YONG JIA JIN#" userId="a6a417cd-a477-42ba-8767-cb902a623224" providerId="ADAL" clId="{E7DC71DE-92F6-4CA6-83A7-B7FFED60B6B8}" dt="2025-09-01T12:44:52.395" v="203" actId="478"/>
          <ac:spMkLst>
            <pc:docMk/>
            <pc:sldMk cId="3054966508" sldId="370"/>
            <ac:spMk id="17" creationId="{C19885C0-2CA9-DE2D-07A0-6C7F3CC0C7DC}"/>
          </ac:spMkLst>
        </pc:spChg>
        <pc:spChg chg="add mod">
          <ac:chgData name="#ALISTAIR YONG JIA JIN#" userId="a6a417cd-a477-42ba-8767-cb902a623224" providerId="ADAL" clId="{E7DC71DE-92F6-4CA6-83A7-B7FFED60B6B8}" dt="2025-09-01T12:43:36.867" v="174"/>
          <ac:spMkLst>
            <pc:docMk/>
            <pc:sldMk cId="3054966508" sldId="370"/>
            <ac:spMk id="18" creationId="{E353E408-467A-A9D8-2A2D-F9A686FD469F}"/>
          </ac:spMkLst>
        </pc:spChg>
        <pc:spChg chg="mod">
          <ac:chgData name="#ALISTAIR YONG JIA JIN#" userId="a6a417cd-a477-42ba-8767-cb902a623224" providerId="ADAL" clId="{E7DC71DE-92F6-4CA6-83A7-B7FFED60B6B8}" dt="2025-09-01T12:43:43.032" v="178" actId="1076"/>
          <ac:spMkLst>
            <pc:docMk/>
            <pc:sldMk cId="3054966508" sldId="370"/>
            <ac:spMk id="20" creationId="{47CDAE39-18CD-2C5C-EA40-AC1D68B8D0D9}"/>
          </ac:spMkLst>
        </pc:spChg>
        <pc:spChg chg="mod">
          <ac:chgData name="#ALISTAIR YONG JIA JIN#" userId="a6a417cd-a477-42ba-8767-cb902a623224" providerId="ADAL" clId="{E7DC71DE-92F6-4CA6-83A7-B7FFED60B6B8}" dt="2025-09-01T12:43:39.843" v="175"/>
          <ac:spMkLst>
            <pc:docMk/>
            <pc:sldMk cId="3054966508" sldId="370"/>
            <ac:spMk id="21" creationId="{76BD8C17-4F2A-5760-5DDF-D3F3CCB609FB}"/>
          </ac:spMkLst>
        </pc:spChg>
        <pc:spChg chg="mod">
          <ac:chgData name="#ALISTAIR YONG JIA JIN#" userId="a6a417cd-a477-42ba-8767-cb902a623224" providerId="ADAL" clId="{E7DC71DE-92F6-4CA6-83A7-B7FFED60B6B8}" dt="2025-09-01T12:43:39.843" v="175"/>
          <ac:spMkLst>
            <pc:docMk/>
            <pc:sldMk cId="3054966508" sldId="370"/>
            <ac:spMk id="22" creationId="{E8E8E09C-FC5A-A266-E6B0-3B03E47E7453}"/>
          </ac:spMkLst>
        </pc:spChg>
        <pc:spChg chg="mod">
          <ac:chgData name="#ALISTAIR YONG JIA JIN#" userId="a6a417cd-a477-42ba-8767-cb902a623224" providerId="ADAL" clId="{E7DC71DE-92F6-4CA6-83A7-B7FFED60B6B8}" dt="2025-09-01T12:43:51.908" v="183" actId="20577"/>
          <ac:spMkLst>
            <pc:docMk/>
            <pc:sldMk cId="3054966508" sldId="370"/>
            <ac:spMk id="24" creationId="{6112F540-4A71-7DCF-1751-6C80C2636EA8}"/>
          </ac:spMkLst>
        </pc:spChg>
        <pc:spChg chg="mod">
          <ac:chgData name="#ALISTAIR YONG JIA JIN#" userId="a6a417cd-a477-42ba-8767-cb902a623224" providerId="ADAL" clId="{E7DC71DE-92F6-4CA6-83A7-B7FFED60B6B8}" dt="2025-09-01T12:43:46.260" v="180"/>
          <ac:spMkLst>
            <pc:docMk/>
            <pc:sldMk cId="3054966508" sldId="370"/>
            <ac:spMk id="25" creationId="{DFC842B2-E642-F6DD-F635-F4BE60A2D7D2}"/>
          </ac:spMkLst>
        </pc:spChg>
        <pc:spChg chg="mod">
          <ac:chgData name="#ALISTAIR YONG JIA JIN#" userId="a6a417cd-a477-42ba-8767-cb902a623224" providerId="ADAL" clId="{E7DC71DE-92F6-4CA6-83A7-B7FFED60B6B8}" dt="2025-09-01T12:43:46.260" v="180"/>
          <ac:spMkLst>
            <pc:docMk/>
            <pc:sldMk cId="3054966508" sldId="370"/>
            <ac:spMk id="26" creationId="{1701AC21-B589-7E11-9BA1-83D6B10892B7}"/>
          </ac:spMkLst>
        </pc:spChg>
        <pc:spChg chg="mod">
          <ac:chgData name="#ALISTAIR YONG JIA JIN#" userId="a6a417cd-a477-42ba-8767-cb902a623224" providerId="ADAL" clId="{E7DC71DE-92F6-4CA6-83A7-B7FFED60B6B8}" dt="2025-09-01T12:43:54.747" v="185" actId="20577"/>
          <ac:spMkLst>
            <pc:docMk/>
            <pc:sldMk cId="3054966508" sldId="370"/>
            <ac:spMk id="28" creationId="{D7EFEAD0-CF9C-D6D7-99C7-C2E0351B0FBA}"/>
          </ac:spMkLst>
        </pc:spChg>
        <pc:spChg chg="mod">
          <ac:chgData name="#ALISTAIR YONG JIA JIN#" userId="a6a417cd-a477-42ba-8767-cb902a623224" providerId="ADAL" clId="{E7DC71DE-92F6-4CA6-83A7-B7FFED60B6B8}" dt="2025-09-01T12:43:46.572" v="181"/>
          <ac:spMkLst>
            <pc:docMk/>
            <pc:sldMk cId="3054966508" sldId="370"/>
            <ac:spMk id="29" creationId="{742C3930-E73C-5FD6-4045-EBDB59A05817}"/>
          </ac:spMkLst>
        </pc:spChg>
        <pc:spChg chg="mod">
          <ac:chgData name="#ALISTAIR YONG JIA JIN#" userId="a6a417cd-a477-42ba-8767-cb902a623224" providerId="ADAL" clId="{E7DC71DE-92F6-4CA6-83A7-B7FFED60B6B8}" dt="2025-09-01T12:43:46.572" v="181"/>
          <ac:spMkLst>
            <pc:docMk/>
            <pc:sldMk cId="3054966508" sldId="370"/>
            <ac:spMk id="30" creationId="{A7650650-CCD2-CF69-6941-C2648C4113C7}"/>
          </ac:spMkLst>
        </pc:spChg>
        <pc:spChg chg="add mod">
          <ac:chgData name="#ALISTAIR YONG JIA JIN#" userId="a6a417cd-a477-42ba-8767-cb902a623224" providerId="ADAL" clId="{E7DC71DE-92F6-4CA6-83A7-B7FFED60B6B8}" dt="2025-09-01T12:44:44.274" v="196" actId="571"/>
          <ac:spMkLst>
            <pc:docMk/>
            <pc:sldMk cId="3054966508" sldId="370"/>
            <ac:spMk id="31" creationId="{16A581FD-E11C-16B3-B390-20A0A7553619}"/>
          </ac:spMkLst>
        </pc:spChg>
        <pc:spChg chg="add mod ord">
          <ac:chgData name="#ALISTAIR YONG JIA JIN#" userId="a6a417cd-a477-42ba-8767-cb902a623224" providerId="ADAL" clId="{E7DC71DE-92F6-4CA6-83A7-B7FFED60B6B8}" dt="2025-09-01T12:59:09.709" v="364" actId="20577"/>
          <ac:spMkLst>
            <pc:docMk/>
            <pc:sldMk cId="3054966508" sldId="370"/>
            <ac:spMk id="35" creationId="{266504F9-75FE-CC7C-4F69-6E94BD8FE174}"/>
          </ac:spMkLst>
        </pc:spChg>
        <pc:spChg chg="add del mod">
          <ac:chgData name="#ALISTAIR YONG JIA JIN#" userId="a6a417cd-a477-42ba-8767-cb902a623224" providerId="ADAL" clId="{E7DC71DE-92F6-4CA6-83A7-B7FFED60B6B8}" dt="2025-09-01T12:48:20.299" v="269" actId="21"/>
          <ac:spMkLst>
            <pc:docMk/>
            <pc:sldMk cId="3054966508" sldId="370"/>
            <ac:spMk id="36" creationId="{3370B08D-EC92-AD1D-3DAF-C26744F0CD66}"/>
          </ac:spMkLst>
        </pc:spChg>
        <pc:grpChg chg="add del mod">
          <ac:chgData name="#ALISTAIR YONG JIA JIN#" userId="a6a417cd-a477-42ba-8767-cb902a623224" providerId="ADAL" clId="{E7DC71DE-92F6-4CA6-83A7-B7FFED60B6B8}" dt="2025-09-01T12:37:40.422" v="112" actId="165"/>
          <ac:grpSpMkLst>
            <pc:docMk/>
            <pc:sldMk cId="3054966508" sldId="370"/>
            <ac:grpSpMk id="6" creationId="{713F1322-0DB7-9AAA-3ED3-E8DDAED3EBF8}"/>
          </ac:grpSpMkLst>
        </pc:grpChg>
        <pc:grpChg chg="add del mod">
          <ac:chgData name="#ALISTAIR YONG JIA JIN#" userId="a6a417cd-a477-42ba-8767-cb902a623224" providerId="ADAL" clId="{E7DC71DE-92F6-4CA6-83A7-B7FFED60B6B8}" dt="2025-09-01T12:47:48.324" v="267" actId="1076"/>
          <ac:grpSpMkLst>
            <pc:docMk/>
            <pc:sldMk cId="3054966508" sldId="370"/>
            <ac:grpSpMk id="13" creationId="{D89A183C-5F3B-CFDC-5CFD-E3DC191E7DE2}"/>
          </ac:grpSpMkLst>
        </pc:grpChg>
        <pc:grpChg chg="add del mod">
          <ac:chgData name="#ALISTAIR YONG JIA JIN#" userId="a6a417cd-a477-42ba-8767-cb902a623224" providerId="ADAL" clId="{E7DC71DE-92F6-4CA6-83A7-B7FFED60B6B8}" dt="2025-09-01T12:47:48.324" v="267" actId="1076"/>
          <ac:grpSpMkLst>
            <pc:docMk/>
            <pc:sldMk cId="3054966508" sldId="370"/>
            <ac:grpSpMk id="14" creationId="{58DF906C-CE68-09F1-4F30-4C2D3E5B9213}"/>
          </ac:grpSpMkLst>
        </pc:grpChg>
        <pc:grpChg chg="add del mod">
          <ac:chgData name="#ALISTAIR YONG JIA JIN#" userId="a6a417cd-a477-42ba-8767-cb902a623224" providerId="ADAL" clId="{E7DC71DE-92F6-4CA6-83A7-B7FFED60B6B8}" dt="2025-09-01T12:47:48.324" v="267" actId="1076"/>
          <ac:grpSpMkLst>
            <pc:docMk/>
            <pc:sldMk cId="3054966508" sldId="370"/>
            <ac:grpSpMk id="19" creationId="{EB870003-73B0-75D5-27B6-963F1CCE951A}"/>
          </ac:grpSpMkLst>
        </pc:grpChg>
        <pc:grpChg chg="add del mod">
          <ac:chgData name="#ALISTAIR YONG JIA JIN#" userId="a6a417cd-a477-42ba-8767-cb902a623224" providerId="ADAL" clId="{E7DC71DE-92F6-4CA6-83A7-B7FFED60B6B8}" dt="2025-09-01T12:47:48.324" v="267" actId="1076"/>
          <ac:grpSpMkLst>
            <pc:docMk/>
            <pc:sldMk cId="3054966508" sldId="370"/>
            <ac:grpSpMk id="23" creationId="{17FEF0DC-186E-4798-1E8D-450A65A8B44E}"/>
          </ac:grpSpMkLst>
        </pc:grpChg>
        <pc:grpChg chg="add del mod">
          <ac:chgData name="#ALISTAIR YONG JIA JIN#" userId="a6a417cd-a477-42ba-8767-cb902a623224" providerId="ADAL" clId="{E7DC71DE-92F6-4CA6-83A7-B7FFED60B6B8}" dt="2025-09-01T12:47:48.324" v="267" actId="1076"/>
          <ac:grpSpMkLst>
            <pc:docMk/>
            <pc:sldMk cId="3054966508" sldId="370"/>
            <ac:grpSpMk id="27" creationId="{552BF31A-08DB-175B-7AE0-8DAA5BCDEE2C}"/>
          </ac:grpSpMkLst>
        </pc:grpChg>
        <pc:grpChg chg="add mod">
          <ac:chgData name="#ALISTAIR YONG JIA JIN#" userId="a6a417cd-a477-42ba-8767-cb902a623224" providerId="ADAL" clId="{E7DC71DE-92F6-4CA6-83A7-B7FFED60B6B8}" dt="2025-09-01T12:47:48.324" v="267" actId="1076"/>
          <ac:grpSpMkLst>
            <pc:docMk/>
            <pc:sldMk cId="3054966508" sldId="370"/>
            <ac:grpSpMk id="32" creationId="{A33BE1B5-C1B5-3894-E31C-56A3C744172D}"/>
          </ac:grpSpMkLst>
        </pc:grpChg>
        <pc:picChg chg="add mod">
          <ac:chgData name="#ALISTAIR YONG JIA JIN#" userId="a6a417cd-a477-42ba-8767-cb902a623224" providerId="ADAL" clId="{E7DC71DE-92F6-4CA6-83A7-B7FFED60B6B8}" dt="2025-09-01T12:35:12.116" v="108" actId="1076"/>
          <ac:picMkLst>
            <pc:docMk/>
            <pc:sldMk cId="3054966508" sldId="370"/>
            <ac:picMk id="5" creationId="{5B39E8AE-5624-1FDA-6EEC-E2269AADF6EA}"/>
          </ac:picMkLst>
        </pc:picChg>
        <pc:cxnChg chg="add mod">
          <ac:chgData name="#ALISTAIR YONG JIA JIN#" userId="a6a417cd-a477-42ba-8767-cb902a623224" providerId="ADAL" clId="{E7DC71DE-92F6-4CA6-83A7-B7FFED60B6B8}" dt="2025-09-01T12:47:48.324" v="267" actId="1076"/>
          <ac:cxnSpMkLst>
            <pc:docMk/>
            <pc:sldMk cId="3054966508" sldId="370"/>
            <ac:cxnSpMk id="34" creationId="{5B9D9DFD-324D-821A-46BE-3EA8598AD260}"/>
          </ac:cxnSpMkLst>
        </pc:cxnChg>
      </pc:sldChg>
      <pc:sldChg chg="delSp new del mod">
        <pc:chgData name="#ALISTAIR YONG JIA JIN#" userId="a6a417cd-a477-42ba-8767-cb902a623224" providerId="ADAL" clId="{E7DC71DE-92F6-4CA6-83A7-B7FFED60B6B8}" dt="2025-09-01T12:47:11.513" v="266" actId="47"/>
        <pc:sldMkLst>
          <pc:docMk/>
          <pc:sldMk cId="611979056" sldId="371"/>
        </pc:sldMkLst>
        <pc:spChg chg="del">
          <ac:chgData name="#ALISTAIR YONG JIA JIN#" userId="a6a417cd-a477-42ba-8767-cb902a623224" providerId="ADAL" clId="{E7DC71DE-92F6-4CA6-83A7-B7FFED60B6B8}" dt="2025-09-01T12:35:00.866" v="106" actId="478"/>
          <ac:spMkLst>
            <pc:docMk/>
            <pc:sldMk cId="611979056" sldId="371"/>
            <ac:spMk id="4" creationId="{2895E397-70CF-CDB2-7BC5-662ACDEAD1D1}"/>
          </ac:spMkLst>
        </pc:spChg>
      </pc:sldChg>
      <pc:sldChg chg="add">
        <pc:chgData name="#ALISTAIR YONG JIA JIN#" userId="a6a417cd-a477-42ba-8767-cb902a623224" providerId="ADAL" clId="{E7DC71DE-92F6-4CA6-83A7-B7FFED60B6B8}" dt="2025-09-01T12:36:28.413" v="109"/>
        <pc:sldMkLst>
          <pc:docMk/>
          <pc:sldMk cId="821443784" sldId="372"/>
        </pc:sldMkLst>
      </pc:sldChg>
      <pc:sldChg chg="addSp delSp modSp add mod">
        <pc:chgData name="#ALISTAIR YONG JIA JIN#" userId="a6a417cd-a477-42ba-8767-cb902a623224" providerId="ADAL" clId="{E7DC71DE-92F6-4CA6-83A7-B7FFED60B6B8}" dt="2025-09-01T13:23:43.694" v="630" actId="1076"/>
        <pc:sldMkLst>
          <pc:docMk/>
          <pc:sldMk cId="1173226722" sldId="373"/>
        </pc:sldMkLst>
        <pc:spChg chg="mod">
          <ac:chgData name="#ALISTAIR YONG JIA JIN#" userId="a6a417cd-a477-42ba-8767-cb902a623224" providerId="ADAL" clId="{E7DC71DE-92F6-4CA6-83A7-B7FFED60B6B8}" dt="2025-09-01T13:15:51.420" v="550" actId="20577"/>
          <ac:spMkLst>
            <pc:docMk/>
            <pc:sldMk cId="1173226722" sldId="373"/>
            <ac:spMk id="2" creationId="{148CFB59-253A-D760-1BA7-127D893F159D}"/>
          </ac:spMkLst>
        </pc:spChg>
        <pc:spChg chg="add del mod">
          <ac:chgData name="#ALISTAIR YONG JIA JIN#" userId="a6a417cd-a477-42ba-8767-cb902a623224" providerId="ADAL" clId="{E7DC71DE-92F6-4CA6-83A7-B7FFED60B6B8}" dt="2025-09-01T12:50:12.812" v="290" actId="478"/>
          <ac:spMkLst>
            <pc:docMk/>
            <pc:sldMk cId="1173226722" sldId="373"/>
            <ac:spMk id="11" creationId="{B3527B24-BC7E-D17C-DFF0-70805E261194}"/>
          </ac:spMkLst>
        </pc:spChg>
        <pc:spChg chg="del">
          <ac:chgData name="#ALISTAIR YONG JIA JIN#" userId="a6a417cd-a477-42ba-8767-cb902a623224" providerId="ADAL" clId="{E7DC71DE-92F6-4CA6-83A7-B7FFED60B6B8}" dt="2025-09-01T12:50:09.499" v="289" actId="478"/>
          <ac:spMkLst>
            <pc:docMk/>
            <pc:sldMk cId="1173226722" sldId="373"/>
            <ac:spMk id="35" creationId="{E6B493FB-2104-8DD0-C51B-279DD043626C}"/>
          </ac:spMkLst>
        </pc:spChg>
        <pc:spChg chg="add del mod">
          <ac:chgData name="#ALISTAIR YONG JIA JIN#" userId="a6a417cd-a477-42ba-8767-cb902a623224" providerId="ADAL" clId="{E7DC71DE-92F6-4CA6-83A7-B7FFED60B6B8}" dt="2025-09-01T12:49:54.753" v="284" actId="478"/>
          <ac:spMkLst>
            <pc:docMk/>
            <pc:sldMk cId="1173226722" sldId="373"/>
            <ac:spMk id="36" creationId="{3370B08D-EC92-AD1D-3DAF-C26744F0CD66}"/>
          </ac:spMkLst>
        </pc:spChg>
        <pc:spChg chg="mod">
          <ac:chgData name="#ALISTAIR YONG JIA JIN#" userId="a6a417cd-a477-42ba-8767-cb902a623224" providerId="ADAL" clId="{E7DC71DE-92F6-4CA6-83A7-B7FFED60B6B8}" dt="2025-09-01T13:20:42.259" v="570"/>
          <ac:spMkLst>
            <pc:docMk/>
            <pc:sldMk cId="1173226722" sldId="373"/>
            <ac:spMk id="40" creationId="{C85CCB4A-0BDA-B86C-F151-3F876A06EFAD}"/>
          </ac:spMkLst>
        </pc:spChg>
        <pc:spChg chg="mod">
          <ac:chgData name="#ALISTAIR YONG JIA JIN#" userId="a6a417cd-a477-42ba-8767-cb902a623224" providerId="ADAL" clId="{E7DC71DE-92F6-4CA6-83A7-B7FFED60B6B8}" dt="2025-09-01T13:20:42.259" v="570"/>
          <ac:spMkLst>
            <pc:docMk/>
            <pc:sldMk cId="1173226722" sldId="373"/>
            <ac:spMk id="41" creationId="{1AD3287C-CE02-DF84-9541-ACFD996C1F98}"/>
          </ac:spMkLst>
        </pc:spChg>
        <pc:spChg chg="mod">
          <ac:chgData name="#ALISTAIR YONG JIA JIN#" userId="a6a417cd-a477-42ba-8767-cb902a623224" providerId="ADAL" clId="{E7DC71DE-92F6-4CA6-83A7-B7FFED60B6B8}" dt="2025-09-01T13:21:01.278" v="572"/>
          <ac:spMkLst>
            <pc:docMk/>
            <pc:sldMk cId="1173226722" sldId="373"/>
            <ac:spMk id="43" creationId="{F13A330D-7031-7414-742F-7FA878D47295}"/>
          </ac:spMkLst>
        </pc:spChg>
        <pc:spChg chg="mod">
          <ac:chgData name="#ALISTAIR YONG JIA JIN#" userId="a6a417cd-a477-42ba-8767-cb902a623224" providerId="ADAL" clId="{E7DC71DE-92F6-4CA6-83A7-B7FFED60B6B8}" dt="2025-09-01T13:22:35.100" v="605" actId="14100"/>
          <ac:spMkLst>
            <pc:docMk/>
            <pc:sldMk cId="1173226722" sldId="373"/>
            <ac:spMk id="44" creationId="{5F08E047-B356-59AC-71E7-8371BC1B6FA3}"/>
          </ac:spMkLst>
        </pc:spChg>
        <pc:spChg chg="add mod">
          <ac:chgData name="#ALISTAIR YONG JIA JIN#" userId="a6a417cd-a477-42ba-8767-cb902a623224" providerId="ADAL" clId="{E7DC71DE-92F6-4CA6-83A7-B7FFED60B6B8}" dt="2025-09-01T13:21:42.838" v="591" actId="20577"/>
          <ac:spMkLst>
            <pc:docMk/>
            <pc:sldMk cId="1173226722" sldId="373"/>
            <ac:spMk id="45" creationId="{077A6ED1-B620-A767-244D-13262B88AF52}"/>
          </ac:spMkLst>
        </pc:spChg>
        <pc:spChg chg="add mod">
          <ac:chgData name="#ALISTAIR YONG JIA JIN#" userId="a6a417cd-a477-42ba-8767-cb902a623224" providerId="ADAL" clId="{E7DC71DE-92F6-4CA6-83A7-B7FFED60B6B8}" dt="2025-09-01T13:23:40.781" v="629" actId="1076"/>
          <ac:spMkLst>
            <pc:docMk/>
            <pc:sldMk cId="1173226722" sldId="373"/>
            <ac:spMk id="48" creationId="{B108FC05-A6BA-FCA2-758B-2F0756B51E5A}"/>
          </ac:spMkLst>
        </pc:spChg>
        <pc:spChg chg="mod">
          <ac:chgData name="#ALISTAIR YONG JIA JIN#" userId="a6a417cd-a477-42ba-8767-cb902a623224" providerId="ADAL" clId="{E7DC71DE-92F6-4CA6-83A7-B7FFED60B6B8}" dt="2025-09-01T13:23:22.860" v="623" actId="20577"/>
          <ac:spMkLst>
            <pc:docMk/>
            <pc:sldMk cId="1173226722" sldId="373"/>
            <ac:spMk id="50" creationId="{53559861-090A-2E24-FA5B-232416445550}"/>
          </ac:spMkLst>
        </pc:spChg>
        <pc:spChg chg="mod">
          <ac:chgData name="#ALISTAIR YONG JIA JIN#" userId="a6a417cd-a477-42ba-8767-cb902a623224" providerId="ADAL" clId="{E7DC71DE-92F6-4CA6-83A7-B7FFED60B6B8}" dt="2025-09-01T13:22:43.754" v="607"/>
          <ac:spMkLst>
            <pc:docMk/>
            <pc:sldMk cId="1173226722" sldId="373"/>
            <ac:spMk id="51" creationId="{2BF14E13-24A4-6BE9-A136-555AA947B036}"/>
          </ac:spMkLst>
        </pc:spChg>
        <pc:spChg chg="add mod">
          <ac:chgData name="#ALISTAIR YONG JIA JIN#" userId="a6a417cd-a477-42ba-8767-cb902a623224" providerId="ADAL" clId="{E7DC71DE-92F6-4CA6-83A7-B7FFED60B6B8}" dt="2025-09-01T13:23:40.781" v="629" actId="1076"/>
          <ac:spMkLst>
            <pc:docMk/>
            <pc:sldMk cId="1173226722" sldId="373"/>
            <ac:spMk id="52" creationId="{D2FC177E-20D6-6F93-E420-6097340939AF}"/>
          </ac:spMkLst>
        </pc:spChg>
        <pc:spChg chg="mod">
          <ac:chgData name="#ALISTAIR YONG JIA JIN#" userId="a6a417cd-a477-42ba-8767-cb902a623224" providerId="ADAL" clId="{E7DC71DE-92F6-4CA6-83A7-B7FFED60B6B8}" dt="2025-09-01T13:22:52.064" v="610"/>
          <ac:spMkLst>
            <pc:docMk/>
            <pc:sldMk cId="1173226722" sldId="373"/>
            <ac:spMk id="54" creationId="{36406307-C145-9ACF-2F02-6824E55CC5AC}"/>
          </ac:spMkLst>
        </pc:spChg>
        <pc:spChg chg="mod">
          <ac:chgData name="#ALISTAIR YONG JIA JIN#" userId="a6a417cd-a477-42ba-8767-cb902a623224" providerId="ADAL" clId="{E7DC71DE-92F6-4CA6-83A7-B7FFED60B6B8}" dt="2025-09-01T13:22:52.064" v="610"/>
          <ac:spMkLst>
            <pc:docMk/>
            <pc:sldMk cId="1173226722" sldId="373"/>
            <ac:spMk id="55" creationId="{8B959611-695E-FC0B-F4FC-E54009533E34}"/>
          </ac:spMkLst>
        </pc:spChg>
        <pc:spChg chg="add mod">
          <ac:chgData name="#ALISTAIR YONG JIA JIN#" userId="a6a417cd-a477-42ba-8767-cb902a623224" providerId="ADAL" clId="{E7DC71DE-92F6-4CA6-83A7-B7FFED60B6B8}" dt="2025-09-01T13:22:52.064" v="610"/>
          <ac:spMkLst>
            <pc:docMk/>
            <pc:sldMk cId="1173226722" sldId="373"/>
            <ac:spMk id="56" creationId="{C3917641-03F5-0F00-2090-BFD3CF6A0FE4}"/>
          </ac:spMkLst>
        </pc:spChg>
        <pc:spChg chg="mod">
          <ac:chgData name="#ALISTAIR YONG JIA JIN#" userId="a6a417cd-a477-42ba-8767-cb902a623224" providerId="ADAL" clId="{E7DC71DE-92F6-4CA6-83A7-B7FFED60B6B8}" dt="2025-09-01T13:23:01.274" v="615"/>
          <ac:spMkLst>
            <pc:docMk/>
            <pc:sldMk cId="1173226722" sldId="373"/>
            <ac:spMk id="58" creationId="{10094CD2-D687-EB53-4F79-736BE4C8D01F}"/>
          </ac:spMkLst>
        </pc:spChg>
        <pc:spChg chg="mod">
          <ac:chgData name="#ALISTAIR YONG JIA JIN#" userId="a6a417cd-a477-42ba-8767-cb902a623224" providerId="ADAL" clId="{E7DC71DE-92F6-4CA6-83A7-B7FFED60B6B8}" dt="2025-09-01T13:23:01.274" v="615"/>
          <ac:spMkLst>
            <pc:docMk/>
            <pc:sldMk cId="1173226722" sldId="373"/>
            <ac:spMk id="59" creationId="{5F7EBE71-5687-615C-17F9-D6216C63C4DA}"/>
          </ac:spMkLst>
        </pc:spChg>
        <pc:spChg chg="add mod">
          <ac:chgData name="#ALISTAIR YONG JIA JIN#" userId="a6a417cd-a477-42ba-8767-cb902a623224" providerId="ADAL" clId="{E7DC71DE-92F6-4CA6-83A7-B7FFED60B6B8}" dt="2025-09-01T13:23:01.274" v="615"/>
          <ac:spMkLst>
            <pc:docMk/>
            <pc:sldMk cId="1173226722" sldId="373"/>
            <ac:spMk id="60" creationId="{BD30D7A8-F91E-47A3-4254-4C230C66F2CF}"/>
          </ac:spMkLst>
        </pc:spChg>
        <pc:spChg chg="mod">
          <ac:chgData name="#ALISTAIR YONG JIA JIN#" userId="a6a417cd-a477-42ba-8767-cb902a623224" providerId="ADAL" clId="{E7DC71DE-92F6-4CA6-83A7-B7FFED60B6B8}" dt="2025-09-01T13:23:23.981" v="624" actId="20577"/>
          <ac:spMkLst>
            <pc:docMk/>
            <pc:sldMk cId="1173226722" sldId="373"/>
            <ac:spMk id="62" creationId="{FC74D088-1BB0-D651-2C69-AFDED40409D7}"/>
          </ac:spMkLst>
        </pc:spChg>
        <pc:spChg chg="mod">
          <ac:chgData name="#ALISTAIR YONG JIA JIN#" userId="a6a417cd-a477-42ba-8767-cb902a623224" providerId="ADAL" clId="{E7DC71DE-92F6-4CA6-83A7-B7FFED60B6B8}" dt="2025-09-01T13:23:06.288" v="619"/>
          <ac:spMkLst>
            <pc:docMk/>
            <pc:sldMk cId="1173226722" sldId="373"/>
            <ac:spMk id="63" creationId="{35B45C72-620C-4A21-E778-3E93CEF0A4B2}"/>
          </ac:spMkLst>
        </pc:spChg>
        <pc:spChg chg="add mod">
          <ac:chgData name="#ALISTAIR YONG JIA JIN#" userId="a6a417cd-a477-42ba-8767-cb902a623224" providerId="ADAL" clId="{E7DC71DE-92F6-4CA6-83A7-B7FFED60B6B8}" dt="2025-09-01T13:23:40.781" v="629" actId="1076"/>
          <ac:spMkLst>
            <pc:docMk/>
            <pc:sldMk cId="1173226722" sldId="373"/>
            <ac:spMk id="64" creationId="{00AC06C9-0680-E689-8B63-417C68CE406E}"/>
          </ac:spMkLst>
        </pc:spChg>
        <pc:spChg chg="mod">
          <ac:chgData name="#ALISTAIR YONG JIA JIN#" userId="a6a417cd-a477-42ba-8767-cb902a623224" providerId="ADAL" clId="{E7DC71DE-92F6-4CA6-83A7-B7FFED60B6B8}" dt="2025-09-01T13:23:25.910" v="626" actId="6549"/>
          <ac:spMkLst>
            <pc:docMk/>
            <pc:sldMk cId="1173226722" sldId="373"/>
            <ac:spMk id="66" creationId="{8415D87A-F332-DA1D-684C-A76A9C156D1D}"/>
          </ac:spMkLst>
        </pc:spChg>
        <pc:spChg chg="mod">
          <ac:chgData name="#ALISTAIR YONG JIA JIN#" userId="a6a417cd-a477-42ba-8767-cb902a623224" providerId="ADAL" clId="{E7DC71DE-92F6-4CA6-83A7-B7FFED60B6B8}" dt="2025-09-01T13:23:18.369" v="621"/>
          <ac:spMkLst>
            <pc:docMk/>
            <pc:sldMk cId="1173226722" sldId="373"/>
            <ac:spMk id="67" creationId="{273D0F68-96D9-DCF3-567D-8556BCDAD1BF}"/>
          </ac:spMkLst>
        </pc:spChg>
        <pc:spChg chg="add mod">
          <ac:chgData name="#ALISTAIR YONG JIA JIN#" userId="a6a417cd-a477-42ba-8767-cb902a623224" providerId="ADAL" clId="{E7DC71DE-92F6-4CA6-83A7-B7FFED60B6B8}" dt="2025-09-01T13:23:40.781" v="629" actId="1076"/>
          <ac:spMkLst>
            <pc:docMk/>
            <pc:sldMk cId="1173226722" sldId="373"/>
            <ac:spMk id="68" creationId="{D5187E0C-87A4-8DE6-2FB9-71903FACB111}"/>
          </ac:spMkLst>
        </pc:spChg>
        <pc:spChg chg="mod">
          <ac:chgData name="#ALISTAIR YONG JIA JIN#" userId="a6a417cd-a477-42ba-8767-cb902a623224" providerId="ADAL" clId="{E7DC71DE-92F6-4CA6-83A7-B7FFED60B6B8}" dt="2025-09-01T13:23:28.935" v="627" actId="20577"/>
          <ac:spMkLst>
            <pc:docMk/>
            <pc:sldMk cId="1173226722" sldId="373"/>
            <ac:spMk id="70" creationId="{4155278E-DFE7-CE87-7177-ADED0F24D26A}"/>
          </ac:spMkLst>
        </pc:spChg>
        <pc:spChg chg="mod">
          <ac:chgData name="#ALISTAIR YONG JIA JIN#" userId="a6a417cd-a477-42ba-8767-cb902a623224" providerId="ADAL" clId="{E7DC71DE-92F6-4CA6-83A7-B7FFED60B6B8}" dt="2025-09-01T13:23:18.910" v="622"/>
          <ac:spMkLst>
            <pc:docMk/>
            <pc:sldMk cId="1173226722" sldId="373"/>
            <ac:spMk id="71" creationId="{C9071056-4A8E-F89B-EB5C-A43987E557AC}"/>
          </ac:spMkLst>
        </pc:spChg>
        <pc:spChg chg="add del mod">
          <ac:chgData name="#ALISTAIR YONG JIA JIN#" userId="a6a417cd-a477-42ba-8767-cb902a623224" providerId="ADAL" clId="{E7DC71DE-92F6-4CA6-83A7-B7FFED60B6B8}" dt="2025-09-01T13:23:30.602" v="628" actId="478"/>
          <ac:spMkLst>
            <pc:docMk/>
            <pc:sldMk cId="1173226722" sldId="373"/>
            <ac:spMk id="72" creationId="{7039F263-10F8-5471-67E5-8B89274F56F6}"/>
          </ac:spMkLst>
        </pc:spChg>
        <pc:grpChg chg="del">
          <ac:chgData name="#ALISTAIR YONG JIA JIN#" userId="a6a417cd-a477-42ba-8767-cb902a623224" providerId="ADAL" clId="{E7DC71DE-92F6-4CA6-83A7-B7FFED60B6B8}" dt="2025-09-01T12:50:28.251" v="291" actId="478"/>
          <ac:grpSpMkLst>
            <pc:docMk/>
            <pc:sldMk cId="1173226722" sldId="373"/>
            <ac:grpSpMk id="13" creationId="{5DD93A6B-F9FA-AE4A-27AF-869E4A0E8CC3}"/>
          </ac:grpSpMkLst>
        </pc:grpChg>
        <pc:grpChg chg="del">
          <ac:chgData name="#ALISTAIR YONG JIA JIN#" userId="a6a417cd-a477-42ba-8767-cb902a623224" providerId="ADAL" clId="{E7DC71DE-92F6-4CA6-83A7-B7FFED60B6B8}" dt="2025-09-01T12:50:28.251" v="291" actId="478"/>
          <ac:grpSpMkLst>
            <pc:docMk/>
            <pc:sldMk cId="1173226722" sldId="373"/>
            <ac:grpSpMk id="14" creationId="{E6722B3F-F10A-6748-AB5B-E4F7D74E59AE}"/>
          </ac:grpSpMkLst>
        </pc:grpChg>
        <pc:grpChg chg="del">
          <ac:chgData name="#ALISTAIR YONG JIA JIN#" userId="a6a417cd-a477-42ba-8767-cb902a623224" providerId="ADAL" clId="{E7DC71DE-92F6-4CA6-83A7-B7FFED60B6B8}" dt="2025-09-01T12:50:28.251" v="291" actId="478"/>
          <ac:grpSpMkLst>
            <pc:docMk/>
            <pc:sldMk cId="1173226722" sldId="373"/>
            <ac:grpSpMk id="19" creationId="{0D8A1B7D-5165-4B42-3047-4E1739C16207}"/>
          </ac:grpSpMkLst>
        </pc:grpChg>
        <pc:grpChg chg="del">
          <ac:chgData name="#ALISTAIR YONG JIA JIN#" userId="a6a417cd-a477-42ba-8767-cb902a623224" providerId="ADAL" clId="{E7DC71DE-92F6-4CA6-83A7-B7FFED60B6B8}" dt="2025-09-01T12:50:28.251" v="291" actId="478"/>
          <ac:grpSpMkLst>
            <pc:docMk/>
            <pc:sldMk cId="1173226722" sldId="373"/>
            <ac:grpSpMk id="23" creationId="{A8FCFDA3-BE47-F916-978D-D74E1F833586}"/>
          </ac:grpSpMkLst>
        </pc:grpChg>
        <pc:grpChg chg="del">
          <ac:chgData name="#ALISTAIR YONG JIA JIN#" userId="a6a417cd-a477-42ba-8767-cb902a623224" providerId="ADAL" clId="{E7DC71DE-92F6-4CA6-83A7-B7FFED60B6B8}" dt="2025-09-01T12:50:28.251" v="291" actId="478"/>
          <ac:grpSpMkLst>
            <pc:docMk/>
            <pc:sldMk cId="1173226722" sldId="373"/>
            <ac:grpSpMk id="27" creationId="{B4289AC5-F214-397E-599B-66302E26CA08}"/>
          </ac:grpSpMkLst>
        </pc:grpChg>
        <pc:grpChg chg="del">
          <ac:chgData name="#ALISTAIR YONG JIA JIN#" userId="a6a417cd-a477-42ba-8767-cb902a623224" providerId="ADAL" clId="{E7DC71DE-92F6-4CA6-83A7-B7FFED60B6B8}" dt="2025-09-01T12:56:32.091" v="302" actId="478"/>
          <ac:grpSpMkLst>
            <pc:docMk/>
            <pc:sldMk cId="1173226722" sldId="373"/>
            <ac:grpSpMk id="32" creationId="{06095EF3-8CE7-40A9-43E7-18289E1DA7BA}"/>
          </ac:grpSpMkLst>
        </pc:grpChg>
        <pc:grpChg chg="add mod">
          <ac:chgData name="#ALISTAIR YONG JIA JIN#" userId="a6a417cd-a477-42ba-8767-cb902a623224" providerId="ADAL" clId="{E7DC71DE-92F6-4CA6-83A7-B7FFED60B6B8}" dt="2025-09-01T13:23:40.781" v="629" actId="1076"/>
          <ac:grpSpMkLst>
            <pc:docMk/>
            <pc:sldMk cId="1173226722" sldId="373"/>
            <ac:grpSpMk id="39" creationId="{25663AD1-7F0F-5C21-2A29-DEC1669A3A84}"/>
          </ac:grpSpMkLst>
        </pc:grpChg>
        <pc:grpChg chg="add mod">
          <ac:chgData name="#ALISTAIR YONG JIA JIN#" userId="a6a417cd-a477-42ba-8767-cb902a623224" providerId="ADAL" clId="{E7DC71DE-92F6-4CA6-83A7-B7FFED60B6B8}" dt="2025-09-01T13:23:40.781" v="629" actId="1076"/>
          <ac:grpSpMkLst>
            <pc:docMk/>
            <pc:sldMk cId="1173226722" sldId="373"/>
            <ac:grpSpMk id="42" creationId="{58BDA6B1-5A62-7D5C-1E42-D684B9E538C1}"/>
          </ac:grpSpMkLst>
        </pc:grpChg>
        <pc:grpChg chg="add mod">
          <ac:chgData name="#ALISTAIR YONG JIA JIN#" userId="a6a417cd-a477-42ba-8767-cb902a623224" providerId="ADAL" clId="{E7DC71DE-92F6-4CA6-83A7-B7FFED60B6B8}" dt="2025-09-01T13:23:40.781" v="629" actId="1076"/>
          <ac:grpSpMkLst>
            <pc:docMk/>
            <pc:sldMk cId="1173226722" sldId="373"/>
            <ac:grpSpMk id="49" creationId="{0E0C4CE2-CC45-F8FC-AE76-DEC32629289A}"/>
          </ac:grpSpMkLst>
        </pc:grpChg>
        <pc:grpChg chg="add mod">
          <ac:chgData name="#ALISTAIR YONG JIA JIN#" userId="a6a417cd-a477-42ba-8767-cb902a623224" providerId="ADAL" clId="{E7DC71DE-92F6-4CA6-83A7-B7FFED60B6B8}" dt="2025-09-01T13:22:52.064" v="610"/>
          <ac:grpSpMkLst>
            <pc:docMk/>
            <pc:sldMk cId="1173226722" sldId="373"/>
            <ac:grpSpMk id="53" creationId="{97DC0442-A63C-D674-FA39-95640D2B0B89}"/>
          </ac:grpSpMkLst>
        </pc:grpChg>
        <pc:grpChg chg="add mod">
          <ac:chgData name="#ALISTAIR YONG JIA JIN#" userId="a6a417cd-a477-42ba-8767-cb902a623224" providerId="ADAL" clId="{E7DC71DE-92F6-4CA6-83A7-B7FFED60B6B8}" dt="2025-09-01T13:23:01.274" v="615"/>
          <ac:grpSpMkLst>
            <pc:docMk/>
            <pc:sldMk cId="1173226722" sldId="373"/>
            <ac:grpSpMk id="57" creationId="{280CFB60-60CA-9518-FE49-058205A12C33}"/>
          </ac:grpSpMkLst>
        </pc:grpChg>
        <pc:grpChg chg="add mod">
          <ac:chgData name="#ALISTAIR YONG JIA JIN#" userId="a6a417cd-a477-42ba-8767-cb902a623224" providerId="ADAL" clId="{E7DC71DE-92F6-4CA6-83A7-B7FFED60B6B8}" dt="2025-09-01T13:23:40.781" v="629" actId="1076"/>
          <ac:grpSpMkLst>
            <pc:docMk/>
            <pc:sldMk cId="1173226722" sldId="373"/>
            <ac:grpSpMk id="61" creationId="{DC5B31E2-17F8-3334-C206-EEC786B2ADC2}"/>
          </ac:grpSpMkLst>
        </pc:grpChg>
        <pc:grpChg chg="add mod">
          <ac:chgData name="#ALISTAIR YONG JIA JIN#" userId="a6a417cd-a477-42ba-8767-cb902a623224" providerId="ADAL" clId="{E7DC71DE-92F6-4CA6-83A7-B7FFED60B6B8}" dt="2025-09-01T13:23:40.781" v="629" actId="1076"/>
          <ac:grpSpMkLst>
            <pc:docMk/>
            <pc:sldMk cId="1173226722" sldId="373"/>
            <ac:grpSpMk id="65" creationId="{EB1EA80A-64E5-FC1D-B333-3CD985980266}"/>
          </ac:grpSpMkLst>
        </pc:grpChg>
        <pc:grpChg chg="add mod">
          <ac:chgData name="#ALISTAIR YONG JIA JIN#" userId="a6a417cd-a477-42ba-8767-cb902a623224" providerId="ADAL" clId="{E7DC71DE-92F6-4CA6-83A7-B7FFED60B6B8}" dt="2025-09-01T13:23:40.781" v="629" actId="1076"/>
          <ac:grpSpMkLst>
            <pc:docMk/>
            <pc:sldMk cId="1173226722" sldId="373"/>
            <ac:grpSpMk id="69" creationId="{4FDE6159-9083-B465-E86B-0A537D9C21E6}"/>
          </ac:grpSpMkLst>
        </pc:grpChg>
        <pc:picChg chg="add del mod">
          <ac:chgData name="#ALISTAIR YONG JIA JIN#" userId="a6a417cd-a477-42ba-8767-cb902a623224" providerId="ADAL" clId="{E7DC71DE-92F6-4CA6-83A7-B7FFED60B6B8}" dt="2025-09-01T12:51:01.358" v="293" actId="478"/>
          <ac:picMkLst>
            <pc:docMk/>
            <pc:sldMk cId="1173226722" sldId="373"/>
            <ac:picMk id="4" creationId="{114AF910-8BE3-9481-41C5-26DA0480D9B2}"/>
          </ac:picMkLst>
        </pc:picChg>
        <pc:picChg chg="del">
          <ac:chgData name="#ALISTAIR YONG JIA JIN#" userId="a6a417cd-a477-42ba-8767-cb902a623224" providerId="ADAL" clId="{E7DC71DE-92F6-4CA6-83A7-B7FFED60B6B8}" dt="2025-09-01T12:49:59.283" v="287" actId="478"/>
          <ac:picMkLst>
            <pc:docMk/>
            <pc:sldMk cId="1173226722" sldId="373"/>
            <ac:picMk id="5" creationId="{E247191A-037C-7A52-2DFA-5F31FF099911}"/>
          </ac:picMkLst>
        </pc:picChg>
        <pc:picChg chg="add del mod">
          <ac:chgData name="#ALISTAIR YONG JIA JIN#" userId="a6a417cd-a477-42ba-8767-cb902a623224" providerId="ADAL" clId="{E7DC71DE-92F6-4CA6-83A7-B7FFED60B6B8}" dt="2025-09-01T12:57:04.720" v="304" actId="21"/>
          <ac:picMkLst>
            <pc:docMk/>
            <pc:sldMk cId="1173226722" sldId="373"/>
            <ac:picMk id="18" creationId="{4743C511-DFE7-199C-3BAB-D96687EC6AD0}"/>
          </ac:picMkLst>
        </pc:picChg>
        <pc:picChg chg="add del mod">
          <ac:chgData name="#ALISTAIR YONG JIA JIN#" userId="a6a417cd-a477-42ba-8767-cb902a623224" providerId="ADAL" clId="{E7DC71DE-92F6-4CA6-83A7-B7FFED60B6B8}" dt="2025-09-01T12:57:04.720" v="304" actId="21"/>
          <ac:picMkLst>
            <pc:docMk/>
            <pc:sldMk cId="1173226722" sldId="373"/>
            <ac:picMk id="33" creationId="{AE7C7517-62D0-93E3-D208-860313EF4604}"/>
          </ac:picMkLst>
        </pc:picChg>
        <pc:picChg chg="add mod">
          <ac:chgData name="#ALISTAIR YONG JIA JIN#" userId="a6a417cd-a477-42ba-8767-cb902a623224" providerId="ADAL" clId="{E7DC71DE-92F6-4CA6-83A7-B7FFED60B6B8}" dt="2025-09-01T13:23:43.694" v="630" actId="1076"/>
          <ac:picMkLst>
            <pc:docMk/>
            <pc:sldMk cId="1173226722" sldId="373"/>
            <ac:picMk id="38" creationId="{A308A49F-CCD5-5FFA-D088-996CF056D9F4}"/>
          </ac:picMkLst>
        </pc:picChg>
        <pc:cxnChg chg="del mod">
          <ac:chgData name="#ALISTAIR YONG JIA JIN#" userId="a6a417cd-a477-42ba-8767-cb902a623224" providerId="ADAL" clId="{E7DC71DE-92F6-4CA6-83A7-B7FFED60B6B8}" dt="2025-09-01T12:50:37.713" v="292" actId="478"/>
          <ac:cxnSpMkLst>
            <pc:docMk/>
            <pc:sldMk cId="1173226722" sldId="373"/>
            <ac:cxnSpMk id="34" creationId="{6C9B3B68-EBF7-B6A2-AB3E-7D1B7BB6F2BF}"/>
          </ac:cxnSpMkLst>
        </pc:cxnChg>
        <pc:cxnChg chg="add mod">
          <ac:chgData name="#ALISTAIR YONG JIA JIN#" userId="a6a417cd-a477-42ba-8767-cb902a623224" providerId="ADAL" clId="{E7DC71DE-92F6-4CA6-83A7-B7FFED60B6B8}" dt="2025-09-01T13:22:12.845" v="600" actId="13822"/>
          <ac:cxnSpMkLst>
            <pc:docMk/>
            <pc:sldMk cId="1173226722" sldId="373"/>
            <ac:cxnSpMk id="47" creationId="{C75C4D5C-0D29-D299-9C9A-ADABE70B9CF4}"/>
          </ac:cxnSpMkLst>
        </pc:cxnChg>
      </pc:sldChg>
      <pc:sldChg chg="addSp delSp modSp add mod">
        <pc:chgData name="#ALISTAIR YONG JIA JIN#" userId="a6a417cd-a477-42ba-8767-cb902a623224" providerId="ADAL" clId="{E7DC71DE-92F6-4CA6-83A7-B7FFED60B6B8}" dt="2025-09-01T13:12:08.387" v="498" actId="478"/>
        <pc:sldMkLst>
          <pc:docMk/>
          <pc:sldMk cId="3251904607" sldId="374"/>
        </pc:sldMkLst>
        <pc:spChg chg="add del mod">
          <ac:chgData name="#ALISTAIR YONG JIA JIN#" userId="a6a417cd-a477-42ba-8767-cb902a623224" providerId="ADAL" clId="{E7DC71DE-92F6-4CA6-83A7-B7FFED60B6B8}" dt="2025-09-01T12:57:14.685" v="309" actId="478"/>
          <ac:spMkLst>
            <pc:docMk/>
            <pc:sldMk cId="3251904607" sldId="374"/>
            <ac:spMk id="4" creationId="{94F3C389-37FD-9543-2B67-E7053C873D95}"/>
          </ac:spMkLst>
        </pc:spChg>
        <pc:spChg chg="mod">
          <ac:chgData name="#ALISTAIR YONG JIA JIN#" userId="a6a417cd-a477-42ba-8767-cb902a623224" providerId="ADAL" clId="{E7DC71DE-92F6-4CA6-83A7-B7FFED60B6B8}" dt="2025-09-01T13:06:47.547" v="460" actId="20577"/>
          <ac:spMkLst>
            <pc:docMk/>
            <pc:sldMk cId="3251904607" sldId="374"/>
            <ac:spMk id="12" creationId="{03162D1E-AD5C-F3A4-BDCE-FD4E83313F03}"/>
          </ac:spMkLst>
        </pc:spChg>
        <pc:spChg chg="del">
          <ac:chgData name="#ALISTAIR YONG JIA JIN#" userId="a6a417cd-a477-42ba-8767-cb902a623224" providerId="ADAL" clId="{E7DC71DE-92F6-4CA6-83A7-B7FFED60B6B8}" dt="2025-09-01T12:57:13.202" v="308" actId="478"/>
          <ac:spMkLst>
            <pc:docMk/>
            <pc:sldMk cId="3251904607" sldId="374"/>
            <ac:spMk id="35" creationId="{B9130DA8-AB1D-D2BA-5F7A-505AAFF2D64B}"/>
          </ac:spMkLst>
        </pc:spChg>
        <pc:grpChg chg="mod">
          <ac:chgData name="#ALISTAIR YONG JIA JIN#" userId="a6a417cd-a477-42ba-8767-cb902a623224" providerId="ADAL" clId="{E7DC71DE-92F6-4CA6-83A7-B7FFED60B6B8}" dt="2025-09-01T12:58:24.964" v="315" actId="1076"/>
          <ac:grpSpMkLst>
            <pc:docMk/>
            <pc:sldMk cId="3251904607" sldId="374"/>
            <ac:grpSpMk id="13" creationId="{422B0667-A446-6997-5EB5-07EBE62435DD}"/>
          </ac:grpSpMkLst>
        </pc:grpChg>
        <pc:grpChg chg="mod">
          <ac:chgData name="#ALISTAIR YONG JIA JIN#" userId="a6a417cd-a477-42ba-8767-cb902a623224" providerId="ADAL" clId="{E7DC71DE-92F6-4CA6-83A7-B7FFED60B6B8}" dt="2025-09-01T12:58:24.964" v="315" actId="1076"/>
          <ac:grpSpMkLst>
            <pc:docMk/>
            <pc:sldMk cId="3251904607" sldId="374"/>
            <ac:grpSpMk id="14" creationId="{464A3BAE-3072-8EF1-A7C9-3E66E1CE6647}"/>
          </ac:grpSpMkLst>
        </pc:grpChg>
        <pc:grpChg chg="mod">
          <ac:chgData name="#ALISTAIR YONG JIA JIN#" userId="a6a417cd-a477-42ba-8767-cb902a623224" providerId="ADAL" clId="{E7DC71DE-92F6-4CA6-83A7-B7FFED60B6B8}" dt="2025-09-01T12:58:24.964" v="315" actId="1076"/>
          <ac:grpSpMkLst>
            <pc:docMk/>
            <pc:sldMk cId="3251904607" sldId="374"/>
            <ac:grpSpMk id="19" creationId="{55ABCCF9-7F61-E8B9-E2ED-589750244C55}"/>
          </ac:grpSpMkLst>
        </pc:grpChg>
        <pc:grpChg chg="mod">
          <ac:chgData name="#ALISTAIR YONG JIA JIN#" userId="a6a417cd-a477-42ba-8767-cb902a623224" providerId="ADAL" clId="{E7DC71DE-92F6-4CA6-83A7-B7FFED60B6B8}" dt="2025-09-01T12:58:24.964" v="315" actId="1076"/>
          <ac:grpSpMkLst>
            <pc:docMk/>
            <pc:sldMk cId="3251904607" sldId="374"/>
            <ac:grpSpMk id="23" creationId="{E4EF0242-E2AA-F751-1921-2DA90C750B41}"/>
          </ac:grpSpMkLst>
        </pc:grpChg>
        <pc:grpChg chg="mod">
          <ac:chgData name="#ALISTAIR YONG JIA JIN#" userId="a6a417cd-a477-42ba-8767-cb902a623224" providerId="ADAL" clId="{E7DC71DE-92F6-4CA6-83A7-B7FFED60B6B8}" dt="2025-09-01T12:58:24.964" v="315" actId="1076"/>
          <ac:grpSpMkLst>
            <pc:docMk/>
            <pc:sldMk cId="3251904607" sldId="374"/>
            <ac:grpSpMk id="27" creationId="{00EDCA7F-5CE3-0DA5-09BA-B0E4F03AF1F3}"/>
          </ac:grpSpMkLst>
        </pc:grpChg>
        <pc:grpChg chg="add del mod">
          <ac:chgData name="#ALISTAIR YONG JIA JIN#" userId="a6a417cd-a477-42ba-8767-cb902a623224" providerId="ADAL" clId="{E7DC71DE-92F6-4CA6-83A7-B7FFED60B6B8}" dt="2025-09-01T13:12:08.387" v="498" actId="478"/>
          <ac:grpSpMkLst>
            <pc:docMk/>
            <pc:sldMk cId="3251904607" sldId="374"/>
            <ac:grpSpMk id="32" creationId="{1AF23288-E4D8-5547-7201-82037E0EBA3E}"/>
          </ac:grpSpMkLst>
        </pc:grpChg>
        <pc:picChg chg="add mod">
          <ac:chgData name="#ALISTAIR YONG JIA JIN#" userId="a6a417cd-a477-42ba-8767-cb902a623224" providerId="ADAL" clId="{E7DC71DE-92F6-4CA6-83A7-B7FFED60B6B8}" dt="2025-09-01T13:00:23.976" v="380" actId="1076"/>
          <ac:picMkLst>
            <pc:docMk/>
            <pc:sldMk cId="3251904607" sldId="374"/>
            <ac:picMk id="18" creationId="{4743C511-DFE7-199C-3BAB-D96687EC6AD0}"/>
          </ac:picMkLst>
        </pc:picChg>
        <pc:picChg chg="add mod">
          <ac:chgData name="#ALISTAIR YONG JIA JIN#" userId="a6a417cd-a477-42ba-8767-cb902a623224" providerId="ADAL" clId="{E7DC71DE-92F6-4CA6-83A7-B7FFED60B6B8}" dt="2025-09-01T13:10:26.932" v="487" actId="1076"/>
          <ac:picMkLst>
            <pc:docMk/>
            <pc:sldMk cId="3251904607" sldId="374"/>
            <ac:picMk id="33" creationId="{AE7C7517-62D0-93E3-D208-860313EF4604}"/>
          </ac:picMkLst>
        </pc:picChg>
        <pc:cxnChg chg="add del mod">
          <ac:chgData name="#ALISTAIR YONG JIA JIN#" userId="a6a417cd-a477-42ba-8767-cb902a623224" providerId="ADAL" clId="{E7DC71DE-92F6-4CA6-83A7-B7FFED60B6B8}" dt="2025-09-01T13:12:08.387" v="498" actId="478"/>
          <ac:cxnSpMkLst>
            <pc:docMk/>
            <pc:sldMk cId="3251904607" sldId="374"/>
            <ac:cxnSpMk id="34" creationId="{BEADA5C5-5A49-1AAF-B69D-41E220321838}"/>
          </ac:cxnSpMkLst>
        </pc:cxnChg>
      </pc:sldChg>
      <pc:sldChg chg="addSp delSp modSp add mod delAnim modAnim">
        <pc:chgData name="#ALISTAIR YONG JIA JIN#" userId="a6a417cd-a477-42ba-8767-cb902a623224" providerId="ADAL" clId="{E7DC71DE-92F6-4CA6-83A7-B7FFED60B6B8}" dt="2025-09-01T13:16:43.266" v="556"/>
        <pc:sldMkLst>
          <pc:docMk/>
          <pc:sldMk cId="685886429" sldId="375"/>
        </pc:sldMkLst>
        <pc:spChg chg="mod">
          <ac:chgData name="#ALISTAIR YONG JIA JIN#" userId="a6a417cd-a477-42ba-8767-cb902a623224" providerId="ADAL" clId="{E7DC71DE-92F6-4CA6-83A7-B7FFED60B6B8}" dt="2025-09-01T12:59:48.841" v="372" actId="20577"/>
          <ac:spMkLst>
            <pc:docMk/>
            <pc:sldMk cId="685886429" sldId="375"/>
            <ac:spMk id="11" creationId="{73AAEBF9-9E28-4A6F-DF04-70A2A547472B}"/>
          </ac:spMkLst>
        </pc:spChg>
        <pc:spChg chg="mod">
          <ac:chgData name="#ALISTAIR YONG JIA JIN#" userId="a6a417cd-a477-42ba-8767-cb902a623224" providerId="ADAL" clId="{E7DC71DE-92F6-4CA6-83A7-B7FFED60B6B8}" dt="2025-09-01T12:59:43.469" v="370"/>
          <ac:spMkLst>
            <pc:docMk/>
            <pc:sldMk cId="685886429" sldId="375"/>
            <ac:spMk id="17" creationId="{5EBDD73E-A101-D912-3AB6-B323B7E4699B}"/>
          </ac:spMkLst>
        </pc:spChg>
        <pc:spChg chg="mod">
          <ac:chgData name="#ALISTAIR YONG JIA JIN#" userId="a6a417cd-a477-42ba-8767-cb902a623224" providerId="ADAL" clId="{E7DC71DE-92F6-4CA6-83A7-B7FFED60B6B8}" dt="2025-09-01T12:59:43.469" v="370"/>
          <ac:spMkLst>
            <pc:docMk/>
            <pc:sldMk cId="685886429" sldId="375"/>
            <ac:spMk id="31" creationId="{2DF54C7F-6BF9-212E-8B1F-F93DA046EE3D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38" creationId="{EDA64745-20B0-C1FE-B35C-13C3181ECD41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39" creationId="{93A97C98-ABA4-B7FE-3A9B-D5F616D780B5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41" creationId="{78EFA413-5956-4C48-AF87-158FA1CA8DE8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45" creationId="{2930DC0F-60B8-7432-798D-9A538119E4DC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51" creationId="{3BAC0063-47A5-F924-BD2D-69A280EAAEAE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52" creationId="{2EF3ECB5-0CFD-635A-727C-83FCB9191998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53" creationId="{CCF6E519-CB75-6843-E375-9850F31765A9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55" creationId="{273F7853-F9BA-7EFC-20D6-60DEAB83CE1C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56" creationId="{AE631C00-6FEE-98AC-AB3C-EC053018C278}"/>
          </ac:spMkLst>
        </pc:spChg>
        <pc:spChg chg="mod">
          <ac:chgData name="#ALISTAIR YONG JIA JIN#" userId="a6a417cd-a477-42ba-8767-cb902a623224" providerId="ADAL" clId="{E7DC71DE-92F6-4CA6-83A7-B7FFED60B6B8}" dt="2025-09-01T13:00:38.165" v="381"/>
          <ac:spMkLst>
            <pc:docMk/>
            <pc:sldMk cId="685886429" sldId="375"/>
            <ac:spMk id="57" creationId="{55CFF5CD-4594-85F8-44EB-C21042A02BA3}"/>
          </ac:spMkLst>
        </pc:spChg>
        <pc:spChg chg="mod">
          <ac:chgData name="#ALISTAIR YONG JIA JIN#" userId="a6a417cd-a477-42ba-8767-cb902a623224" providerId="ADAL" clId="{E7DC71DE-92F6-4CA6-83A7-B7FFED60B6B8}" dt="2025-09-01T13:01:06.959" v="383"/>
          <ac:spMkLst>
            <pc:docMk/>
            <pc:sldMk cId="685886429" sldId="375"/>
            <ac:spMk id="60" creationId="{40FF29CB-0FDB-8A7A-96C7-6497E9C42115}"/>
          </ac:spMkLst>
        </pc:spChg>
        <pc:spChg chg="mod">
          <ac:chgData name="#ALISTAIR YONG JIA JIN#" userId="a6a417cd-a477-42ba-8767-cb902a623224" providerId="ADAL" clId="{E7DC71DE-92F6-4CA6-83A7-B7FFED60B6B8}" dt="2025-09-01T13:01:06.959" v="383"/>
          <ac:spMkLst>
            <pc:docMk/>
            <pc:sldMk cId="685886429" sldId="375"/>
            <ac:spMk id="61" creationId="{66CBE8A9-D20D-6E1C-4D1B-49898A445FEF}"/>
          </ac:spMkLst>
        </pc:spChg>
        <pc:spChg chg="mod">
          <ac:chgData name="#ALISTAIR YONG JIA JIN#" userId="a6a417cd-a477-42ba-8767-cb902a623224" providerId="ADAL" clId="{E7DC71DE-92F6-4CA6-83A7-B7FFED60B6B8}" dt="2025-09-01T13:01:06.959" v="383"/>
          <ac:spMkLst>
            <pc:docMk/>
            <pc:sldMk cId="685886429" sldId="375"/>
            <ac:spMk id="63" creationId="{463D57DB-2A67-A43C-FCD4-654256920E98}"/>
          </ac:spMkLst>
        </pc:spChg>
        <pc:spChg chg="mod">
          <ac:chgData name="#ALISTAIR YONG JIA JIN#" userId="a6a417cd-a477-42ba-8767-cb902a623224" providerId="ADAL" clId="{E7DC71DE-92F6-4CA6-83A7-B7FFED60B6B8}" dt="2025-09-01T13:01:06.959" v="383"/>
          <ac:spMkLst>
            <pc:docMk/>
            <pc:sldMk cId="685886429" sldId="375"/>
            <ac:spMk id="64" creationId="{E9D439FA-96B1-2F5B-A490-798F4D09A78A}"/>
          </ac:spMkLst>
        </pc:spChg>
        <pc:spChg chg="mod">
          <ac:chgData name="#ALISTAIR YONG JIA JIN#" userId="a6a417cd-a477-42ba-8767-cb902a623224" providerId="ADAL" clId="{E7DC71DE-92F6-4CA6-83A7-B7FFED60B6B8}" dt="2025-09-01T13:01:06.959" v="383"/>
          <ac:spMkLst>
            <pc:docMk/>
            <pc:sldMk cId="685886429" sldId="375"/>
            <ac:spMk id="65" creationId="{0A8535EA-C7A7-5670-60CF-60A9FE42A1CB}"/>
          </ac:spMkLst>
        </pc:spChg>
        <pc:spChg chg="mod">
          <ac:chgData name="#ALISTAIR YONG JIA JIN#" userId="a6a417cd-a477-42ba-8767-cb902a623224" providerId="ADAL" clId="{E7DC71DE-92F6-4CA6-83A7-B7FFED60B6B8}" dt="2025-09-01T13:01:50.928" v="391"/>
          <ac:spMkLst>
            <pc:docMk/>
            <pc:sldMk cId="685886429" sldId="375"/>
            <ac:spMk id="73" creationId="{463D57DB-2A67-A43C-FCD4-654256920E98}"/>
          </ac:spMkLst>
        </pc:spChg>
        <pc:spChg chg="mod">
          <ac:chgData name="#ALISTAIR YONG JIA JIN#" userId="a6a417cd-a477-42ba-8767-cb902a623224" providerId="ADAL" clId="{E7DC71DE-92F6-4CA6-83A7-B7FFED60B6B8}" dt="2025-09-01T13:01:50.928" v="391"/>
          <ac:spMkLst>
            <pc:docMk/>
            <pc:sldMk cId="685886429" sldId="375"/>
            <ac:spMk id="74" creationId="{E9D439FA-96B1-2F5B-A490-798F4D09A78A}"/>
          </ac:spMkLst>
        </pc:spChg>
        <pc:spChg chg="mod">
          <ac:chgData name="#ALISTAIR YONG JIA JIN#" userId="a6a417cd-a477-42ba-8767-cb902a623224" providerId="ADAL" clId="{E7DC71DE-92F6-4CA6-83A7-B7FFED60B6B8}" dt="2025-09-01T13:01:50.928" v="391"/>
          <ac:spMkLst>
            <pc:docMk/>
            <pc:sldMk cId="685886429" sldId="375"/>
            <ac:spMk id="75" creationId="{0A8535EA-C7A7-5670-60CF-60A9FE42A1CB}"/>
          </ac:spMkLst>
        </pc:spChg>
        <pc:spChg chg="mod">
          <ac:chgData name="#ALISTAIR YONG JIA JIN#" userId="a6a417cd-a477-42ba-8767-cb902a623224" providerId="ADAL" clId="{E7DC71DE-92F6-4CA6-83A7-B7FFED60B6B8}" dt="2025-09-01T13:01:50.928" v="391"/>
          <ac:spMkLst>
            <pc:docMk/>
            <pc:sldMk cId="685886429" sldId="375"/>
            <ac:spMk id="76" creationId="{40FF29CB-0FDB-8A7A-96C7-6497E9C42115}"/>
          </ac:spMkLst>
        </pc:spChg>
        <pc:spChg chg="mod">
          <ac:chgData name="#ALISTAIR YONG JIA JIN#" userId="a6a417cd-a477-42ba-8767-cb902a623224" providerId="ADAL" clId="{E7DC71DE-92F6-4CA6-83A7-B7FFED60B6B8}" dt="2025-09-01T13:01:50.928" v="391"/>
          <ac:spMkLst>
            <pc:docMk/>
            <pc:sldMk cId="685886429" sldId="375"/>
            <ac:spMk id="77" creationId="{66CBE8A9-D20D-6E1C-4D1B-49898A445FEF}"/>
          </ac:spMkLst>
        </pc:spChg>
        <pc:spChg chg="mod">
          <ac:chgData name="#ALISTAIR YONG JIA JIN#" userId="a6a417cd-a477-42ba-8767-cb902a623224" providerId="ADAL" clId="{E7DC71DE-92F6-4CA6-83A7-B7FFED60B6B8}" dt="2025-09-01T13:02:57.395" v="398"/>
          <ac:spMkLst>
            <pc:docMk/>
            <pc:sldMk cId="685886429" sldId="375"/>
            <ac:spMk id="79" creationId="{9AB2AB86-DDCA-03BB-5FC8-54D571C9FDC5}"/>
          </ac:spMkLst>
        </pc:spChg>
        <pc:spChg chg="mod">
          <ac:chgData name="#ALISTAIR YONG JIA JIN#" userId="a6a417cd-a477-42ba-8767-cb902a623224" providerId="ADAL" clId="{E7DC71DE-92F6-4CA6-83A7-B7FFED60B6B8}" dt="2025-09-01T13:06:45.691" v="459" actId="20577"/>
          <ac:spMkLst>
            <pc:docMk/>
            <pc:sldMk cId="685886429" sldId="375"/>
            <ac:spMk id="80" creationId="{B943B132-578C-F05D-C57B-2E17CF796A72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83" creationId="{AA23B020-03CA-0FAB-CF6A-1723B4C7FB08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84" creationId="{6978CE7E-56DB-CC06-F69B-125D6FE38D8E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85" creationId="{173F54A8-6BBC-5F3A-8789-F974721D6155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87" creationId="{18363D91-18EB-3BB7-0B55-AD34607BF60B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94" creationId="{07C7867C-A6B9-AC4E-9FC4-C2EEA5C578C0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95" creationId="{D0B26C1F-95C5-18AF-C6D6-F1F263DFE137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98" creationId="{21EF5CA5-A732-5B38-1B90-10C2F84C7EB3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100" creationId="{FEC512DB-153E-E64B-D7C8-2E9A62F10DFB}"/>
          </ac:spMkLst>
        </pc:spChg>
        <pc:spChg chg="mod">
          <ac:chgData name="#ALISTAIR YONG JIA JIN#" userId="a6a417cd-a477-42ba-8767-cb902a623224" providerId="ADAL" clId="{E7DC71DE-92F6-4CA6-83A7-B7FFED60B6B8}" dt="2025-09-01T13:03:51.835" v="404"/>
          <ac:spMkLst>
            <pc:docMk/>
            <pc:sldMk cId="685886429" sldId="375"/>
            <ac:spMk id="102" creationId="{D79BB079-3F37-8648-6614-B7FFA4BD2F30}"/>
          </ac:spMkLst>
        </pc:spChg>
        <pc:spChg chg="mod">
          <ac:chgData name="#ALISTAIR YONG JIA JIN#" userId="a6a417cd-a477-42ba-8767-cb902a623224" providerId="ADAL" clId="{E7DC71DE-92F6-4CA6-83A7-B7FFED60B6B8}" dt="2025-09-01T13:06:44.526" v="458" actId="20577"/>
          <ac:spMkLst>
            <pc:docMk/>
            <pc:sldMk cId="685886429" sldId="375"/>
            <ac:spMk id="103" creationId="{5D814CF5-8CD5-AF94-CFD3-DB0DE02FBB40}"/>
          </ac:spMkLst>
        </pc:spChg>
        <pc:spChg chg="mod">
          <ac:chgData name="#ALISTAIR YONG JIA JIN#" userId="a6a417cd-a477-42ba-8767-cb902a623224" providerId="ADAL" clId="{E7DC71DE-92F6-4CA6-83A7-B7FFED60B6B8}" dt="2025-09-01T13:04:41.406" v="417" actId="20577"/>
          <ac:spMkLst>
            <pc:docMk/>
            <pc:sldMk cId="685886429" sldId="375"/>
            <ac:spMk id="106" creationId="{C84FB6B2-0961-FA2B-9623-B1139AA5D304}"/>
          </ac:spMkLst>
        </pc:spChg>
        <pc:spChg chg="mod">
          <ac:chgData name="#ALISTAIR YONG JIA JIN#" userId="a6a417cd-a477-42ba-8767-cb902a623224" providerId="ADAL" clId="{E7DC71DE-92F6-4CA6-83A7-B7FFED60B6B8}" dt="2025-09-01T13:04:02.971" v="407"/>
          <ac:spMkLst>
            <pc:docMk/>
            <pc:sldMk cId="685886429" sldId="375"/>
            <ac:spMk id="107" creationId="{3289739A-AFCA-CF3B-0A80-8822458E8620}"/>
          </ac:spMkLst>
        </pc:spChg>
        <pc:spChg chg="mod">
          <ac:chgData name="#ALISTAIR YONG JIA JIN#" userId="a6a417cd-a477-42ba-8767-cb902a623224" providerId="ADAL" clId="{E7DC71DE-92F6-4CA6-83A7-B7FFED60B6B8}" dt="2025-09-01T13:04:02.971" v="407"/>
          <ac:spMkLst>
            <pc:docMk/>
            <pc:sldMk cId="685886429" sldId="375"/>
            <ac:spMk id="108" creationId="{CBE983C9-DE42-18AE-E9F8-52D150237465}"/>
          </ac:spMkLst>
        </pc:spChg>
        <pc:spChg chg="add del mod">
          <ac:chgData name="#ALISTAIR YONG JIA JIN#" userId="a6a417cd-a477-42ba-8767-cb902a623224" providerId="ADAL" clId="{E7DC71DE-92F6-4CA6-83A7-B7FFED60B6B8}" dt="2025-09-01T13:12:17.364" v="501" actId="478"/>
          <ac:spMkLst>
            <pc:docMk/>
            <pc:sldMk cId="685886429" sldId="375"/>
            <ac:spMk id="110" creationId="{73A3BB19-801B-3DB8-6E21-5386C028F77D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12" creationId="{7DC232FB-AD58-6946-5A43-DA96DD6ABC35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13" creationId="{8714A5CA-422E-B354-3967-3D637A5F7A15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14" creationId="{44FAC757-4E76-196F-CD3B-51A56DF0F36D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16" creationId="{640A6EB7-D0F7-8E97-CD09-396F635812CB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19" creationId="{84EB572A-78E4-397F-E8FC-F0EE4F8BB12A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20" creationId="{45E1478F-5E0E-5BBA-EFF7-BB5BDF455990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21" creationId="{0D92014C-533C-E075-6CBF-9132ECB38AA9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23" creationId="{A7398C13-AC49-EA01-E8C4-7F8CD9F3D2A2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24" creationId="{49B324E0-AF2B-BAC0-BE68-0C5F7E2A54D7}"/>
          </ac:spMkLst>
        </pc:spChg>
        <pc:spChg chg="mod">
          <ac:chgData name="#ALISTAIR YONG JIA JIN#" userId="a6a417cd-a477-42ba-8767-cb902a623224" providerId="ADAL" clId="{E7DC71DE-92F6-4CA6-83A7-B7FFED60B6B8}" dt="2025-09-01T13:12:21.838" v="502"/>
          <ac:spMkLst>
            <pc:docMk/>
            <pc:sldMk cId="685886429" sldId="375"/>
            <ac:spMk id="125" creationId="{7C4CCD5D-AFF2-7B4C-6F62-A97255CBAE49}"/>
          </ac:spMkLst>
        </pc:spChg>
        <pc:spChg chg="mod">
          <ac:chgData name="#ALISTAIR YONG JIA JIN#" userId="a6a417cd-a477-42ba-8767-cb902a623224" providerId="ADAL" clId="{E7DC71DE-92F6-4CA6-83A7-B7FFED60B6B8}" dt="2025-09-01T13:13:00.530" v="507" actId="20577"/>
          <ac:spMkLst>
            <pc:docMk/>
            <pc:sldMk cId="685886429" sldId="375"/>
            <ac:spMk id="131" creationId="{BBA66A21-FC8B-49EB-EED0-BBF30FBCD0E0}"/>
          </ac:spMkLst>
        </pc:spChg>
        <pc:spChg chg="mod">
          <ac:chgData name="#ALISTAIR YONG JIA JIN#" userId="a6a417cd-a477-42ba-8767-cb902a623224" providerId="ADAL" clId="{E7DC71DE-92F6-4CA6-83A7-B7FFED60B6B8}" dt="2025-09-01T13:12:23.998" v="503"/>
          <ac:spMkLst>
            <pc:docMk/>
            <pc:sldMk cId="685886429" sldId="375"/>
            <ac:spMk id="132" creationId="{C6E2428B-980F-CBC6-10F8-D9DB2E818CE1}"/>
          </ac:spMkLst>
        </pc:spChg>
        <pc:spChg chg="mod">
          <ac:chgData name="#ALISTAIR YONG JIA JIN#" userId="a6a417cd-a477-42ba-8767-cb902a623224" providerId="ADAL" clId="{E7DC71DE-92F6-4CA6-83A7-B7FFED60B6B8}" dt="2025-09-01T13:12:23.998" v="503"/>
          <ac:spMkLst>
            <pc:docMk/>
            <pc:sldMk cId="685886429" sldId="375"/>
            <ac:spMk id="133" creationId="{B7C43F3D-64EA-D09D-9477-65B558D7283C}"/>
          </ac:spMkLst>
        </pc:spChg>
        <pc:grpChg chg="add mod">
          <ac:chgData name="#ALISTAIR YONG JIA JIN#" userId="a6a417cd-a477-42ba-8767-cb902a623224" providerId="ADAL" clId="{E7DC71DE-92F6-4CA6-83A7-B7FFED60B6B8}" dt="2025-09-01T13:01:50.049" v="390" actId="164"/>
          <ac:grpSpMkLst>
            <pc:docMk/>
            <pc:sldMk cId="685886429" sldId="375"/>
            <ac:grpSpMk id="6" creationId="{F7ED66F8-4CDC-C4EF-6677-DB2AE81F5A47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13" creationId="{F234C408-6817-12E2-D413-4797F3AAAA0C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14" creationId="{224FDB59-49C3-D8AC-46D8-1CC3865E378E}"/>
          </ac:grpSpMkLst>
        </pc:grpChg>
        <pc:grpChg chg="mod">
          <ac:chgData name="#ALISTAIR YONG JIA JIN#" userId="a6a417cd-a477-42ba-8767-cb902a623224" providerId="ADAL" clId="{E7DC71DE-92F6-4CA6-83A7-B7FFED60B6B8}" dt="2025-09-01T13:04:32.922" v="416" actId="1037"/>
          <ac:grpSpMkLst>
            <pc:docMk/>
            <pc:sldMk cId="685886429" sldId="375"/>
            <ac:grpSpMk id="19" creationId="{DBFB7811-F945-773C-7C5B-EF75DDF2A7B0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23" creationId="{B5A11EFF-A9E7-51EF-35C3-C111E2BB1EBF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27" creationId="{9A153E7D-DBB4-FCEF-56F8-B3171874F942}"/>
          </ac:grpSpMkLst>
        </pc:grpChg>
        <pc:grpChg chg="mod">
          <ac:chgData name="#ALISTAIR YONG JIA JIN#" userId="a6a417cd-a477-42ba-8767-cb902a623224" providerId="ADAL" clId="{E7DC71DE-92F6-4CA6-83A7-B7FFED60B6B8}" dt="2025-09-01T13:01:50.049" v="390" actId="164"/>
          <ac:grpSpMkLst>
            <pc:docMk/>
            <pc:sldMk cId="685886429" sldId="375"/>
            <ac:grpSpMk id="32" creationId="{DBBB0FC0-5B30-A536-5453-58BD523ED701}"/>
          </ac:grpSpMkLst>
        </pc:grpChg>
        <pc:grpChg chg="add mod">
          <ac:chgData name="#ALISTAIR YONG JIA JIN#" userId="a6a417cd-a477-42ba-8767-cb902a623224" providerId="ADAL" clId="{E7DC71DE-92F6-4CA6-83A7-B7FFED60B6B8}" dt="2025-09-01T13:01:20.270" v="386" actId="164"/>
          <ac:grpSpMkLst>
            <pc:docMk/>
            <pc:sldMk cId="685886429" sldId="375"/>
            <ac:grpSpMk id="59" creationId="{4C035090-4A9F-F5FD-3BE9-6053D0FB2B92}"/>
          </ac:grpSpMkLst>
        </pc:grpChg>
        <pc:grpChg chg="add mod">
          <ac:chgData name="#ALISTAIR YONG JIA JIN#" userId="a6a417cd-a477-42ba-8767-cb902a623224" providerId="ADAL" clId="{E7DC71DE-92F6-4CA6-83A7-B7FFED60B6B8}" dt="2025-09-01T13:01:20.270" v="386" actId="164"/>
          <ac:grpSpMkLst>
            <pc:docMk/>
            <pc:sldMk cId="685886429" sldId="375"/>
            <ac:grpSpMk id="62" creationId="{8AAE666D-9B29-35A2-F47D-332A81A8B02F}"/>
          </ac:grpSpMkLst>
        </pc:grpChg>
        <pc:grpChg chg="add del mod">
          <ac:chgData name="#ALISTAIR YONG JIA JIN#" userId="a6a417cd-a477-42ba-8767-cb902a623224" providerId="ADAL" clId="{E7DC71DE-92F6-4CA6-83A7-B7FFED60B6B8}" dt="2025-09-01T13:01:44.916" v="389" actId="21"/>
          <ac:grpSpMkLst>
            <pc:docMk/>
            <pc:sldMk cId="685886429" sldId="375"/>
            <ac:grpSpMk id="67" creationId="{55B2DFA0-72A8-AB51-113A-B87C02D21AC4}"/>
          </ac:grpSpMkLst>
        </pc:grpChg>
        <pc:grpChg chg="add del mod">
          <ac:chgData name="#ALISTAIR YONG JIA JIN#" userId="a6a417cd-a477-42ba-8767-cb902a623224" providerId="ADAL" clId="{E7DC71DE-92F6-4CA6-83A7-B7FFED60B6B8}" dt="2025-09-01T13:02:45.664" v="396" actId="478"/>
          <ac:grpSpMkLst>
            <pc:docMk/>
            <pc:sldMk cId="685886429" sldId="375"/>
            <ac:grpSpMk id="68" creationId="{8250D80E-4735-FE86-1990-B4C5615D2122}"/>
          </ac:grpSpMkLst>
        </pc:grpChg>
        <pc:grpChg chg="add del mod">
          <ac:chgData name="#ALISTAIR YONG JIA JIN#" userId="a6a417cd-a477-42ba-8767-cb902a623224" providerId="ADAL" clId="{E7DC71DE-92F6-4CA6-83A7-B7FFED60B6B8}" dt="2025-09-01T13:02:48.762" v="397" actId="478"/>
          <ac:grpSpMkLst>
            <pc:docMk/>
            <pc:sldMk cId="685886429" sldId="375"/>
            <ac:grpSpMk id="69" creationId="{55B2DFA0-72A8-AB51-113A-B87C02D21AC4}"/>
          </ac:grpSpMkLst>
        </pc:grpChg>
        <pc:grpChg chg="mod">
          <ac:chgData name="#ALISTAIR YONG JIA JIN#" userId="a6a417cd-a477-42ba-8767-cb902a623224" providerId="ADAL" clId="{E7DC71DE-92F6-4CA6-83A7-B7FFED60B6B8}" dt="2025-09-01T13:01:50.928" v="391"/>
          <ac:grpSpMkLst>
            <pc:docMk/>
            <pc:sldMk cId="685886429" sldId="375"/>
            <ac:grpSpMk id="70" creationId="{4C035090-4A9F-F5FD-3BE9-6053D0FB2B92}"/>
          </ac:grpSpMkLst>
        </pc:grpChg>
        <pc:grpChg chg="mod">
          <ac:chgData name="#ALISTAIR YONG JIA JIN#" userId="a6a417cd-a477-42ba-8767-cb902a623224" providerId="ADAL" clId="{E7DC71DE-92F6-4CA6-83A7-B7FFED60B6B8}" dt="2025-09-01T13:01:50.928" v="391"/>
          <ac:grpSpMkLst>
            <pc:docMk/>
            <pc:sldMk cId="685886429" sldId="375"/>
            <ac:grpSpMk id="71" creationId="{8AAE666D-9B29-35A2-F47D-332A81A8B02F}"/>
          </ac:grpSpMkLst>
        </pc:grpChg>
        <pc:grpChg chg="add del mod">
          <ac:chgData name="#ALISTAIR YONG JIA JIN#" userId="a6a417cd-a477-42ba-8767-cb902a623224" providerId="ADAL" clId="{E7DC71DE-92F6-4CA6-83A7-B7FFED60B6B8}" dt="2025-09-01T13:12:12.391" v="499" actId="478"/>
          <ac:grpSpMkLst>
            <pc:docMk/>
            <pc:sldMk cId="685886429" sldId="375"/>
            <ac:grpSpMk id="78" creationId="{BDE47FFF-7FE8-862D-8239-CE00B94F7C92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82" creationId="{77BDD92E-A3AB-3253-BB99-66B0A5C997CB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86" creationId="{E923A266-74B0-A6C3-F627-7A929C92CB32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89" creationId="{D80EF5DB-0E53-1A79-E72C-395468C77395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93" creationId="{0826E143-33DF-89AE-8A66-C54C0100F78C}"/>
          </ac:grpSpMkLst>
        </pc:grpChg>
        <pc:grpChg chg="del mod">
          <ac:chgData name="#ALISTAIR YONG JIA JIN#" userId="a6a417cd-a477-42ba-8767-cb902a623224" providerId="ADAL" clId="{E7DC71DE-92F6-4CA6-83A7-B7FFED60B6B8}" dt="2025-09-01T13:12:17.364" v="501" actId="478"/>
          <ac:grpSpMkLst>
            <pc:docMk/>
            <pc:sldMk cId="685886429" sldId="375"/>
            <ac:grpSpMk id="97" creationId="{FDC9DBCF-E491-EE6A-41F7-C2A4991112E4}"/>
          </ac:grpSpMkLst>
        </pc:grpChg>
        <pc:grpChg chg="del mod">
          <ac:chgData name="#ALISTAIR YONG JIA JIN#" userId="a6a417cd-a477-42ba-8767-cb902a623224" providerId="ADAL" clId="{E7DC71DE-92F6-4CA6-83A7-B7FFED60B6B8}" dt="2025-09-01T13:12:13.975" v="500" actId="478"/>
          <ac:grpSpMkLst>
            <pc:docMk/>
            <pc:sldMk cId="685886429" sldId="375"/>
            <ac:grpSpMk id="101" creationId="{D910330D-6490-3862-FC24-87FD67DAFAE1}"/>
          </ac:grpSpMkLst>
        </pc:grpChg>
        <pc:grpChg chg="add mod">
          <ac:chgData name="#ALISTAIR YONG JIA JIN#" userId="a6a417cd-a477-42ba-8767-cb902a623224" providerId="ADAL" clId="{E7DC71DE-92F6-4CA6-83A7-B7FFED60B6B8}" dt="2025-09-01T13:04:12.577" v="408" actId="1076"/>
          <ac:grpSpMkLst>
            <pc:docMk/>
            <pc:sldMk cId="685886429" sldId="375"/>
            <ac:grpSpMk id="105" creationId="{01C5ABF2-D9BD-29F3-468E-10C01DD3BAEE}"/>
          </ac:grpSpMkLst>
        </pc:grpChg>
        <pc:grpChg chg="add mod">
          <ac:chgData name="#ALISTAIR YONG JIA JIN#" userId="a6a417cd-a477-42ba-8767-cb902a623224" providerId="ADAL" clId="{E7DC71DE-92F6-4CA6-83A7-B7FFED60B6B8}" dt="2025-09-01T13:12:31.705" v="504" actId="1076"/>
          <ac:grpSpMkLst>
            <pc:docMk/>
            <pc:sldMk cId="685886429" sldId="375"/>
            <ac:grpSpMk id="130" creationId="{44E30B8B-1EC5-7476-9C13-7FE760BA48FA}"/>
          </ac:grpSpMkLst>
        </pc:grpChg>
        <pc:picChg chg="add mod">
          <ac:chgData name="#ALISTAIR YONG JIA JIN#" userId="a6a417cd-a477-42ba-8767-cb902a623224" providerId="ADAL" clId="{E7DC71DE-92F6-4CA6-83A7-B7FFED60B6B8}" dt="2025-09-01T13:04:24.574" v="411" actId="1076"/>
          <ac:picMkLst>
            <pc:docMk/>
            <pc:sldMk cId="685886429" sldId="375"/>
            <ac:picMk id="4" creationId="{30DF7043-4430-98FC-40A8-764A712378BC}"/>
          </ac:picMkLst>
        </pc:picChg>
        <pc:picChg chg="del">
          <ac:chgData name="#ALISTAIR YONG JIA JIN#" userId="a6a417cd-a477-42ba-8767-cb902a623224" providerId="ADAL" clId="{E7DC71DE-92F6-4CA6-83A7-B7FFED60B6B8}" dt="2025-09-01T12:59:25.243" v="366" actId="478"/>
          <ac:picMkLst>
            <pc:docMk/>
            <pc:sldMk cId="685886429" sldId="375"/>
            <ac:picMk id="18" creationId="{63310FE1-BA93-C5D0-17A9-BB206708C767}"/>
          </ac:picMkLst>
        </pc:picChg>
        <pc:picChg chg="del">
          <ac:chgData name="#ALISTAIR YONG JIA JIN#" userId="a6a417cd-a477-42ba-8767-cb902a623224" providerId="ADAL" clId="{E7DC71DE-92F6-4CA6-83A7-B7FFED60B6B8}" dt="2025-09-01T12:59:25.243" v="366" actId="478"/>
          <ac:picMkLst>
            <pc:docMk/>
            <pc:sldMk cId="685886429" sldId="375"/>
            <ac:picMk id="33" creationId="{56A8A559-8F19-E02D-A0FE-7D9062828FBE}"/>
          </ac:picMkLst>
        </pc:picChg>
        <pc:cxnChg chg="mod">
          <ac:chgData name="#ALISTAIR YONG JIA JIN#" userId="a6a417cd-a477-42ba-8767-cb902a623224" providerId="ADAL" clId="{E7DC71DE-92F6-4CA6-83A7-B7FFED60B6B8}" dt="2025-09-01T13:02:45.664" v="396" actId="478"/>
          <ac:cxnSpMkLst>
            <pc:docMk/>
            <pc:sldMk cId="685886429" sldId="375"/>
            <ac:cxnSpMk id="34" creationId="{F5F25546-A4E0-7235-B133-E8EF31A0C6BF}"/>
          </ac:cxnSpMkLst>
        </pc:cxnChg>
        <pc:cxnChg chg="add mod">
          <ac:chgData name="#ALISTAIR YONG JIA JIN#" userId="a6a417cd-a477-42ba-8767-cb902a623224" providerId="ADAL" clId="{E7DC71DE-92F6-4CA6-83A7-B7FFED60B6B8}" dt="2025-09-01T13:01:44.916" v="389" actId="21"/>
          <ac:cxnSpMkLst>
            <pc:docMk/>
            <pc:sldMk cId="685886429" sldId="375"/>
            <ac:cxnSpMk id="66" creationId="{AF896A34-94E0-A556-3962-22E28C0F94C3}"/>
          </ac:cxnSpMkLst>
        </pc:cxnChg>
        <pc:cxnChg chg="mod">
          <ac:chgData name="#ALISTAIR YONG JIA JIN#" userId="a6a417cd-a477-42ba-8767-cb902a623224" providerId="ADAL" clId="{E7DC71DE-92F6-4CA6-83A7-B7FFED60B6B8}" dt="2025-09-01T13:02:48.762" v="397" actId="478"/>
          <ac:cxnSpMkLst>
            <pc:docMk/>
            <pc:sldMk cId="685886429" sldId="375"/>
            <ac:cxnSpMk id="72" creationId="{AF896A34-94E0-A556-3962-22E28C0F94C3}"/>
          </ac:cxnSpMkLst>
        </pc:cxnChg>
        <pc:cxnChg chg="add del mod">
          <ac:chgData name="#ALISTAIR YONG JIA JIN#" userId="a6a417cd-a477-42ba-8767-cb902a623224" providerId="ADAL" clId="{E7DC71DE-92F6-4CA6-83A7-B7FFED60B6B8}" dt="2025-09-01T13:12:12.391" v="499" actId="478"/>
          <ac:cxnSpMkLst>
            <pc:docMk/>
            <pc:sldMk cId="685886429" sldId="375"/>
            <ac:cxnSpMk id="81" creationId="{42C591CF-D949-B5B1-76A7-36B61A668E81}"/>
          </ac:cxnSpMkLst>
        </pc:cxnChg>
        <pc:cxnChg chg="del mod">
          <ac:chgData name="#ALISTAIR YONG JIA JIN#" userId="a6a417cd-a477-42ba-8767-cb902a623224" providerId="ADAL" clId="{E7DC71DE-92F6-4CA6-83A7-B7FFED60B6B8}" dt="2025-09-01T13:12:13.975" v="500" actId="478"/>
          <ac:cxnSpMkLst>
            <pc:docMk/>
            <pc:sldMk cId="685886429" sldId="375"/>
            <ac:cxnSpMk id="104" creationId="{C6A20411-9B50-D924-2F21-4CCCD2AF38E0}"/>
          </ac:cxnSpMkLst>
        </pc:cxnChg>
      </pc:sldChg>
      <pc:sldChg chg="addSp delSp modSp add mod addAnim delAnim modAnim">
        <pc:chgData name="#ALISTAIR YONG JIA JIN#" userId="a6a417cd-a477-42ba-8767-cb902a623224" providerId="ADAL" clId="{E7DC71DE-92F6-4CA6-83A7-B7FFED60B6B8}" dt="2025-09-01T13:17:00.303" v="560"/>
        <pc:sldMkLst>
          <pc:docMk/>
          <pc:sldMk cId="1863137228" sldId="376"/>
        </pc:sldMkLst>
        <pc:spChg chg="add del mod">
          <ac:chgData name="#ALISTAIR YONG JIA JIN#" userId="a6a417cd-a477-42ba-8767-cb902a623224" providerId="ADAL" clId="{E7DC71DE-92F6-4CA6-83A7-B7FFED60B6B8}" dt="2025-09-01T13:13:05.386" v="508" actId="478"/>
          <ac:spMkLst>
            <pc:docMk/>
            <pc:sldMk cId="1863137228" sldId="376"/>
            <ac:spMk id="18" creationId="{E04E166A-F5F6-76BA-17FD-B8562DBBCFC2}"/>
          </ac:spMkLst>
        </pc:spChg>
        <pc:spChg chg="add del mod">
          <ac:chgData name="#ALISTAIR YONG JIA JIN#" userId="a6a417cd-a477-42ba-8767-cb902a623224" providerId="ADAL" clId="{E7DC71DE-92F6-4CA6-83A7-B7FFED60B6B8}" dt="2025-09-01T13:13:06.217" v="509" actId="478"/>
          <ac:spMkLst>
            <pc:docMk/>
            <pc:sldMk cId="1863137228" sldId="376"/>
            <ac:spMk id="31" creationId="{39D6C9F6-A135-C5E5-FD89-82E7CBAFC53D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37" creationId="{D7B4C9AF-6094-4A2E-EBFD-5635CAEE5129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38" creationId="{184BF139-4D75-4764-0F5E-9E99661C484B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41" creationId="{8CB48ACC-1540-2E97-2FDC-DDE818AB1438}"/>
          </ac:spMkLst>
        </pc:spChg>
        <pc:spChg chg="mod">
          <ac:chgData name="#ALISTAIR YONG JIA JIN#" userId="a6a417cd-a477-42ba-8767-cb902a623224" providerId="ADAL" clId="{E7DC71DE-92F6-4CA6-83A7-B7FFED60B6B8}" dt="2025-09-01T13:13:42.475" v="516" actId="14100"/>
          <ac:spMkLst>
            <pc:docMk/>
            <pc:sldMk cId="1863137228" sldId="376"/>
            <ac:spMk id="42" creationId="{9E2C66CA-5EE8-2A05-4E04-C30815321916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45" creationId="{C2A6A7F4-B48F-3CFA-9CC5-877D33F23F70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48" creationId="{EF0C226F-AADC-BD1F-AC3E-EFB5BD2922B2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49" creationId="{05338915-8E77-E09B-44B5-7E96B0BC862C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52" creationId="{DD07C9BB-FA5A-E44C-2C17-DF2C7BC91127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53" creationId="{747C5072-C8F8-FB26-4948-6E43F238B499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54" creationId="{86EFE2A3-2ED8-CEF0-FBD8-7BE4CCC8E62A}"/>
          </ac:spMkLst>
        </pc:spChg>
        <pc:spChg chg="mod">
          <ac:chgData name="#ALISTAIR YONG JIA JIN#" userId="a6a417cd-a477-42ba-8767-cb902a623224" providerId="ADAL" clId="{E7DC71DE-92F6-4CA6-83A7-B7FFED60B6B8}" dt="2025-09-01T13:13:10.084" v="510"/>
          <ac:spMkLst>
            <pc:docMk/>
            <pc:sldMk cId="1863137228" sldId="376"/>
            <ac:spMk id="56" creationId="{DF1F6FB8-3E73-D933-EF5D-2B48A1650D0E}"/>
          </ac:spMkLst>
        </pc:spChg>
        <pc:spChg chg="mod">
          <ac:chgData name="#ALISTAIR YONG JIA JIN#" userId="a6a417cd-a477-42ba-8767-cb902a623224" providerId="ADAL" clId="{E7DC71DE-92F6-4CA6-83A7-B7FFED60B6B8}" dt="2025-09-01T13:06:42.120" v="457" actId="20577"/>
          <ac:spMkLst>
            <pc:docMk/>
            <pc:sldMk cId="1863137228" sldId="376"/>
            <ac:spMk id="103" creationId="{BCA46FFD-6536-C1A8-CBF6-A966B87CEDC6}"/>
          </ac:spMkLst>
        </pc:spChg>
        <pc:spChg chg="del">
          <ac:chgData name="#ALISTAIR YONG JIA JIN#" userId="a6a417cd-a477-42ba-8767-cb902a623224" providerId="ADAL" clId="{E7DC71DE-92F6-4CA6-83A7-B7FFED60B6B8}" dt="2025-09-01T13:05:31.781" v="426" actId="478"/>
          <ac:spMkLst>
            <pc:docMk/>
            <pc:sldMk cId="1863137228" sldId="376"/>
            <ac:spMk id="110" creationId="{D4566CB9-D7D4-915B-9CFA-49642EB30210}"/>
          </ac:spMkLst>
        </pc:spChg>
        <pc:grpChg chg="del">
          <ac:chgData name="#ALISTAIR YONG JIA JIN#" userId="a6a417cd-a477-42ba-8767-cb902a623224" providerId="ADAL" clId="{E7DC71DE-92F6-4CA6-83A7-B7FFED60B6B8}" dt="2025-09-01T13:05:31.781" v="426" actId="478"/>
          <ac:grpSpMkLst>
            <pc:docMk/>
            <pc:sldMk cId="1863137228" sldId="376"/>
            <ac:grpSpMk id="13" creationId="{C10A2275-CE3F-AAEE-9823-1289ADEEB9A6}"/>
          </ac:grpSpMkLst>
        </pc:grpChg>
        <pc:grpChg chg="del">
          <ac:chgData name="#ALISTAIR YONG JIA JIN#" userId="a6a417cd-a477-42ba-8767-cb902a623224" providerId="ADAL" clId="{E7DC71DE-92F6-4CA6-83A7-B7FFED60B6B8}" dt="2025-09-01T13:05:31.781" v="426" actId="478"/>
          <ac:grpSpMkLst>
            <pc:docMk/>
            <pc:sldMk cId="1863137228" sldId="376"/>
            <ac:grpSpMk id="14" creationId="{BF5CD1D0-9A2B-5BB4-25AB-EC60040F1041}"/>
          </ac:grpSpMkLst>
        </pc:grpChg>
        <pc:grpChg chg="del">
          <ac:chgData name="#ALISTAIR YONG JIA JIN#" userId="a6a417cd-a477-42ba-8767-cb902a623224" providerId="ADAL" clId="{E7DC71DE-92F6-4CA6-83A7-B7FFED60B6B8}" dt="2025-09-01T13:05:31.781" v="426" actId="478"/>
          <ac:grpSpMkLst>
            <pc:docMk/>
            <pc:sldMk cId="1863137228" sldId="376"/>
            <ac:grpSpMk id="19" creationId="{F0721C55-6E8E-0B75-A1E7-2C4D3A3604AD}"/>
          </ac:grpSpMkLst>
        </pc:grpChg>
        <pc:grpChg chg="del">
          <ac:chgData name="#ALISTAIR YONG JIA JIN#" userId="a6a417cd-a477-42ba-8767-cb902a623224" providerId="ADAL" clId="{E7DC71DE-92F6-4CA6-83A7-B7FFED60B6B8}" dt="2025-09-01T13:05:31.781" v="426" actId="478"/>
          <ac:grpSpMkLst>
            <pc:docMk/>
            <pc:sldMk cId="1863137228" sldId="376"/>
            <ac:grpSpMk id="23" creationId="{40CF2D40-D4ED-7356-420B-79879E40E765}"/>
          </ac:grpSpMkLst>
        </pc:grpChg>
        <pc:grpChg chg="del">
          <ac:chgData name="#ALISTAIR YONG JIA JIN#" userId="a6a417cd-a477-42ba-8767-cb902a623224" providerId="ADAL" clId="{E7DC71DE-92F6-4CA6-83A7-B7FFED60B6B8}" dt="2025-09-01T13:05:31.781" v="426" actId="478"/>
          <ac:grpSpMkLst>
            <pc:docMk/>
            <pc:sldMk cId="1863137228" sldId="376"/>
            <ac:grpSpMk id="27" creationId="{CE770A42-6535-DA9C-6C75-84804EB0DF69}"/>
          </ac:grpSpMkLst>
        </pc:grpChg>
        <pc:grpChg chg="del">
          <ac:chgData name="#ALISTAIR YONG JIA JIN#" userId="a6a417cd-a477-42ba-8767-cb902a623224" providerId="ADAL" clId="{E7DC71DE-92F6-4CA6-83A7-B7FFED60B6B8}" dt="2025-09-01T13:05:31.781" v="426" actId="478"/>
          <ac:grpSpMkLst>
            <pc:docMk/>
            <pc:sldMk cId="1863137228" sldId="376"/>
            <ac:grpSpMk id="78" creationId="{BC26D0E4-D5CB-4543-1978-A5733530D3A7}"/>
          </ac:grpSpMkLst>
        </pc:grpChg>
        <pc:grpChg chg="del mod">
          <ac:chgData name="#ALISTAIR YONG JIA JIN#" userId="a6a417cd-a477-42ba-8767-cb902a623224" providerId="ADAL" clId="{E7DC71DE-92F6-4CA6-83A7-B7FFED60B6B8}" dt="2025-09-01T13:13:05.386" v="508" actId="478"/>
          <ac:grpSpMkLst>
            <pc:docMk/>
            <pc:sldMk cId="1863137228" sldId="376"/>
            <ac:grpSpMk id="82" creationId="{2722B54B-1DD7-5486-766D-8B1EAE27664A}"/>
          </ac:grpSpMkLst>
        </pc:grpChg>
        <pc:grpChg chg="del mod">
          <ac:chgData name="#ALISTAIR YONG JIA JIN#" userId="a6a417cd-a477-42ba-8767-cb902a623224" providerId="ADAL" clId="{E7DC71DE-92F6-4CA6-83A7-B7FFED60B6B8}" dt="2025-09-01T13:13:05.386" v="508" actId="478"/>
          <ac:grpSpMkLst>
            <pc:docMk/>
            <pc:sldMk cId="1863137228" sldId="376"/>
            <ac:grpSpMk id="86" creationId="{B296C6C1-F919-C802-66AF-6FB9E13D56B2}"/>
          </ac:grpSpMkLst>
        </pc:grpChg>
        <pc:grpChg chg="del mod">
          <ac:chgData name="#ALISTAIR YONG JIA JIN#" userId="a6a417cd-a477-42ba-8767-cb902a623224" providerId="ADAL" clId="{E7DC71DE-92F6-4CA6-83A7-B7FFED60B6B8}" dt="2025-09-01T13:13:05.386" v="508" actId="478"/>
          <ac:grpSpMkLst>
            <pc:docMk/>
            <pc:sldMk cId="1863137228" sldId="376"/>
            <ac:grpSpMk id="89" creationId="{7CE50980-27C3-40DD-9D9C-6EB370265D6E}"/>
          </ac:grpSpMkLst>
        </pc:grpChg>
        <pc:grpChg chg="del mod">
          <ac:chgData name="#ALISTAIR YONG JIA JIN#" userId="a6a417cd-a477-42ba-8767-cb902a623224" providerId="ADAL" clId="{E7DC71DE-92F6-4CA6-83A7-B7FFED60B6B8}" dt="2025-09-01T13:13:05.386" v="508" actId="478"/>
          <ac:grpSpMkLst>
            <pc:docMk/>
            <pc:sldMk cId="1863137228" sldId="376"/>
            <ac:grpSpMk id="93" creationId="{158CF20B-E022-9BE9-4FC2-8BF50229A6BA}"/>
          </ac:grpSpMkLst>
        </pc:grpChg>
        <pc:grpChg chg="del mod">
          <ac:chgData name="#ALISTAIR YONG JIA JIN#" userId="a6a417cd-a477-42ba-8767-cb902a623224" providerId="ADAL" clId="{E7DC71DE-92F6-4CA6-83A7-B7FFED60B6B8}" dt="2025-09-01T13:13:05.386" v="508" actId="478"/>
          <ac:grpSpMkLst>
            <pc:docMk/>
            <pc:sldMk cId="1863137228" sldId="376"/>
            <ac:grpSpMk id="97" creationId="{B54DCF37-BC22-D891-6663-427A0DED52B1}"/>
          </ac:grpSpMkLst>
        </pc:grpChg>
        <pc:grpChg chg="add del mod">
          <ac:chgData name="#ALISTAIR YONG JIA JIN#" userId="a6a417cd-a477-42ba-8767-cb902a623224" providerId="ADAL" clId="{E7DC71DE-92F6-4CA6-83A7-B7FFED60B6B8}" dt="2025-09-01T13:13:05.386" v="508" actId="478"/>
          <ac:grpSpMkLst>
            <pc:docMk/>
            <pc:sldMk cId="1863137228" sldId="376"/>
            <ac:grpSpMk id="101" creationId="{E1043B8F-E297-90F4-5B54-1937E0CE8F28}"/>
          </ac:grpSpMkLst>
        </pc:grpChg>
        <pc:grpChg chg="del mod">
          <ac:chgData name="#ALISTAIR YONG JIA JIN#" userId="a6a417cd-a477-42ba-8767-cb902a623224" providerId="ADAL" clId="{E7DC71DE-92F6-4CA6-83A7-B7FFED60B6B8}" dt="2025-09-01T13:13:05.386" v="508" actId="478"/>
          <ac:grpSpMkLst>
            <pc:docMk/>
            <pc:sldMk cId="1863137228" sldId="376"/>
            <ac:grpSpMk id="105" creationId="{2FB7851E-06EE-64C8-5F39-CB539653FC35}"/>
          </ac:grpSpMkLst>
        </pc:grpChg>
        <pc:picChg chg="del">
          <ac:chgData name="#ALISTAIR YONG JIA JIN#" userId="a6a417cd-a477-42ba-8767-cb902a623224" providerId="ADAL" clId="{E7DC71DE-92F6-4CA6-83A7-B7FFED60B6B8}" dt="2025-09-01T13:05:22.169" v="421" actId="478"/>
          <ac:picMkLst>
            <pc:docMk/>
            <pc:sldMk cId="1863137228" sldId="376"/>
            <ac:picMk id="4" creationId="{96E60C6E-1500-993E-949B-0CEB01E263F9}"/>
          </ac:picMkLst>
        </pc:picChg>
        <pc:picChg chg="add del">
          <ac:chgData name="#ALISTAIR YONG JIA JIN#" userId="a6a417cd-a477-42ba-8767-cb902a623224" providerId="ADAL" clId="{E7DC71DE-92F6-4CA6-83A7-B7FFED60B6B8}" dt="2025-09-01T13:05:23.313" v="423" actId="22"/>
          <ac:picMkLst>
            <pc:docMk/>
            <pc:sldMk cId="1863137228" sldId="376"/>
            <ac:picMk id="6" creationId="{C165BA64-7E20-A967-B105-6146F18B4DD4}"/>
          </ac:picMkLst>
        </pc:picChg>
        <pc:picChg chg="add mod">
          <ac:chgData name="#ALISTAIR YONG JIA JIN#" userId="a6a417cd-a477-42ba-8767-cb902a623224" providerId="ADAL" clId="{E7DC71DE-92F6-4CA6-83A7-B7FFED60B6B8}" dt="2025-09-01T13:05:27.736" v="425" actId="1076"/>
          <ac:picMkLst>
            <pc:docMk/>
            <pc:sldMk cId="1863137228" sldId="376"/>
            <ac:picMk id="11" creationId="{344FC3BA-F807-9C24-3D1D-363106D8457B}"/>
          </ac:picMkLst>
        </pc:picChg>
        <pc:picChg chg="add del">
          <ac:chgData name="#ALISTAIR YONG JIA JIN#" userId="a6a417cd-a477-42ba-8767-cb902a623224" providerId="ADAL" clId="{E7DC71DE-92F6-4CA6-83A7-B7FFED60B6B8}" dt="2025-09-01T13:05:57.475" v="429" actId="22"/>
          <ac:picMkLst>
            <pc:docMk/>
            <pc:sldMk cId="1863137228" sldId="376"/>
            <ac:picMk id="17" creationId="{C3285657-BB8F-3214-6369-BF79F1569DAB}"/>
          </ac:picMkLst>
        </pc:picChg>
        <pc:picChg chg="add mod">
          <ac:chgData name="#ALISTAIR YONG JIA JIN#" userId="a6a417cd-a477-42ba-8767-cb902a623224" providerId="ADAL" clId="{E7DC71DE-92F6-4CA6-83A7-B7FFED60B6B8}" dt="2025-09-01T13:11:22.765" v="490" actId="1076"/>
          <ac:picMkLst>
            <pc:docMk/>
            <pc:sldMk cId="1863137228" sldId="376"/>
            <ac:picMk id="35" creationId="{6DE68759-4E0A-A37F-E37C-72A9C560BBA5}"/>
          </ac:picMkLst>
        </pc:picChg>
        <pc:cxnChg chg="add del mod">
          <ac:chgData name="#ALISTAIR YONG JIA JIN#" userId="a6a417cd-a477-42ba-8767-cb902a623224" providerId="ADAL" clId="{E7DC71DE-92F6-4CA6-83A7-B7FFED60B6B8}" dt="2025-09-01T13:13:05.386" v="508" actId="478"/>
          <ac:cxnSpMkLst>
            <pc:docMk/>
            <pc:sldMk cId="1863137228" sldId="376"/>
            <ac:cxnSpMk id="33" creationId="{84E0654C-4493-156B-3AD2-B843756B823B}"/>
          </ac:cxnSpMkLst>
        </pc:cxnChg>
        <pc:cxnChg chg="del mod">
          <ac:chgData name="#ALISTAIR YONG JIA JIN#" userId="a6a417cd-a477-42ba-8767-cb902a623224" providerId="ADAL" clId="{E7DC71DE-92F6-4CA6-83A7-B7FFED60B6B8}" dt="2025-09-01T13:05:31.781" v="426" actId="478"/>
          <ac:cxnSpMkLst>
            <pc:docMk/>
            <pc:sldMk cId="1863137228" sldId="376"/>
            <ac:cxnSpMk id="81" creationId="{15FEE426-65C6-9364-23DA-68196FBE2D9A}"/>
          </ac:cxnSpMkLst>
        </pc:cxnChg>
        <pc:cxnChg chg="add del mod">
          <ac:chgData name="#ALISTAIR YONG JIA JIN#" userId="a6a417cd-a477-42ba-8767-cb902a623224" providerId="ADAL" clId="{E7DC71DE-92F6-4CA6-83A7-B7FFED60B6B8}" dt="2025-09-01T13:13:05.386" v="508" actId="478"/>
          <ac:cxnSpMkLst>
            <pc:docMk/>
            <pc:sldMk cId="1863137228" sldId="376"/>
            <ac:cxnSpMk id="104" creationId="{2FD1EAE0-4A41-046E-7F2D-B7A0D1A34667}"/>
          </ac:cxnSpMkLst>
        </pc:cxnChg>
      </pc:sldChg>
      <pc:sldChg chg="addSp delSp modSp add mod addAnim delAnim modAnim">
        <pc:chgData name="#ALISTAIR YONG JIA JIN#" userId="a6a417cd-a477-42ba-8767-cb902a623224" providerId="ADAL" clId="{E7DC71DE-92F6-4CA6-83A7-B7FFED60B6B8}" dt="2025-09-01T13:15:38.945" v="536"/>
        <pc:sldMkLst>
          <pc:docMk/>
          <pc:sldMk cId="3524667242" sldId="377"/>
        </pc:sldMkLst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7" creationId="{89B9587C-116E-846D-BC26-E4BFC19063F6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12" creationId="{DFAF1D44-2D37-B010-920D-183110E8986D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13" creationId="{163DF36C-13AA-DC32-ED14-916D348211A4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16" creationId="{D887AE82-7FC7-4702-138A-68D1C43B76DA}"/>
          </ac:spMkLst>
        </pc:spChg>
        <pc:spChg chg="add del">
          <ac:chgData name="#ALISTAIR YONG JIA JIN#" userId="a6a417cd-a477-42ba-8767-cb902a623224" providerId="ADAL" clId="{E7DC71DE-92F6-4CA6-83A7-B7FFED60B6B8}" dt="2025-09-01T13:10:13.872" v="486" actId="478"/>
          <ac:spMkLst>
            <pc:docMk/>
            <pc:sldMk cId="3524667242" sldId="377"/>
            <ac:spMk id="18" creationId="{A35F5D12-E7EB-1824-33AC-5EEFB6B722A5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19" creationId="{80AEA287-7E45-F653-3461-96189249C991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20" creationId="{5E08BFEF-1ECD-E213-2837-23A25B3B36EF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21" creationId="{D18F21B6-2E19-7E23-D07D-0EAA0831BD19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23" creationId="{7AC94841-AF03-57EA-C52E-D7647AF2A30D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25" creationId="{40EBBEB4-2CE4-14DF-849D-151A85C61727}"/>
          </ac:spMkLst>
        </pc:spChg>
        <pc:spChg chg="mod">
          <ac:chgData name="#ALISTAIR YONG JIA JIN#" userId="a6a417cd-a477-42ba-8767-cb902a623224" providerId="ADAL" clId="{E7DC71DE-92F6-4CA6-83A7-B7FFED60B6B8}" dt="2025-09-01T13:13:55.835" v="517"/>
          <ac:spMkLst>
            <pc:docMk/>
            <pc:sldMk cId="3524667242" sldId="377"/>
            <ac:spMk id="27" creationId="{6F890B5B-4D0A-C800-A72B-079EAB4A246C}"/>
          </ac:spMkLst>
        </pc:spChg>
        <pc:spChg chg="add del">
          <ac:chgData name="#ALISTAIR YONG JIA JIN#" userId="a6a417cd-a477-42ba-8767-cb902a623224" providerId="ADAL" clId="{E7DC71DE-92F6-4CA6-83A7-B7FFED60B6B8}" dt="2025-09-01T13:10:13.872" v="486" actId="478"/>
          <ac:spMkLst>
            <pc:docMk/>
            <pc:sldMk cId="3524667242" sldId="377"/>
            <ac:spMk id="31" creationId="{24C5202B-77CA-7D98-0B86-A3731AF7F360}"/>
          </ac:spMkLst>
        </pc:spChg>
        <pc:spChg chg="add del">
          <ac:chgData name="#ALISTAIR YONG JIA JIN#" userId="a6a417cd-a477-42ba-8767-cb902a623224" providerId="ADAL" clId="{E7DC71DE-92F6-4CA6-83A7-B7FFED60B6B8}" dt="2025-09-01T13:14:14.543" v="519" actId="11529"/>
          <ac:spMkLst>
            <pc:docMk/>
            <pc:sldMk cId="3524667242" sldId="377"/>
            <ac:spMk id="32" creationId="{F7DD2017-3B14-FE39-4BB6-1B9D0D71DF7C}"/>
          </ac:spMkLst>
        </pc:spChg>
        <pc:spChg chg="add del mod">
          <ac:chgData name="#ALISTAIR YONG JIA JIN#" userId="a6a417cd-a477-42ba-8767-cb902a623224" providerId="ADAL" clId="{E7DC71DE-92F6-4CA6-83A7-B7FFED60B6B8}" dt="2025-09-01T13:15:36.249" v="535" actId="164"/>
          <ac:spMkLst>
            <pc:docMk/>
            <pc:sldMk cId="3524667242" sldId="377"/>
            <ac:spMk id="34" creationId="{D6669479-E0C0-A8F0-23DB-15A66E2A1D53}"/>
          </ac:spMkLst>
        </pc:spChg>
        <pc:spChg chg="add mod">
          <ac:chgData name="#ALISTAIR YONG JIA JIN#" userId="a6a417cd-a477-42ba-8767-cb902a623224" providerId="ADAL" clId="{E7DC71DE-92F6-4CA6-83A7-B7FFED60B6B8}" dt="2025-09-01T13:15:36.249" v="535" actId="164"/>
          <ac:spMkLst>
            <pc:docMk/>
            <pc:sldMk cId="3524667242" sldId="377"/>
            <ac:spMk id="35" creationId="{862E6E39-6AB7-91CC-0764-EEA8ADA1F47B}"/>
          </ac:spMkLst>
        </pc:spChg>
        <pc:grpChg chg="add mod">
          <ac:chgData name="#ALISTAIR YONG JIA JIN#" userId="a6a417cd-a477-42ba-8767-cb902a623224" providerId="ADAL" clId="{E7DC71DE-92F6-4CA6-83A7-B7FFED60B6B8}" dt="2025-09-01T13:15:36.249" v="535" actId="164"/>
          <ac:grpSpMkLst>
            <pc:docMk/>
            <pc:sldMk cId="3524667242" sldId="377"/>
            <ac:grpSpMk id="36" creationId="{8D0F34FD-7383-9AB7-BFB4-0240B8D317CD}"/>
          </ac:grpSpMkLst>
        </pc:grpChg>
        <pc:grpChg chg="del">
          <ac:chgData name="#ALISTAIR YONG JIA JIN#" userId="a6a417cd-a477-42ba-8767-cb902a623224" providerId="ADAL" clId="{E7DC71DE-92F6-4CA6-83A7-B7FFED60B6B8}" dt="2025-09-01T13:13:30.803" v="514" actId="478"/>
          <ac:grpSpMkLst>
            <pc:docMk/>
            <pc:sldMk cId="3524667242" sldId="377"/>
            <ac:grpSpMk id="82" creationId="{7B03AA26-5F0F-648F-8DFD-99D90620CDFE}"/>
          </ac:grpSpMkLst>
        </pc:grpChg>
        <pc:grpChg chg="del">
          <ac:chgData name="#ALISTAIR YONG JIA JIN#" userId="a6a417cd-a477-42ba-8767-cb902a623224" providerId="ADAL" clId="{E7DC71DE-92F6-4CA6-83A7-B7FFED60B6B8}" dt="2025-09-01T13:13:30.803" v="514" actId="478"/>
          <ac:grpSpMkLst>
            <pc:docMk/>
            <pc:sldMk cId="3524667242" sldId="377"/>
            <ac:grpSpMk id="86" creationId="{677F6C59-DC37-ABF4-9AC1-3A774A95EC58}"/>
          </ac:grpSpMkLst>
        </pc:grpChg>
        <pc:grpChg chg="del">
          <ac:chgData name="#ALISTAIR YONG JIA JIN#" userId="a6a417cd-a477-42ba-8767-cb902a623224" providerId="ADAL" clId="{E7DC71DE-92F6-4CA6-83A7-B7FFED60B6B8}" dt="2025-09-01T13:13:30.803" v="514" actId="478"/>
          <ac:grpSpMkLst>
            <pc:docMk/>
            <pc:sldMk cId="3524667242" sldId="377"/>
            <ac:grpSpMk id="89" creationId="{AB92A119-0531-923A-AE10-FF584114C4B1}"/>
          </ac:grpSpMkLst>
        </pc:grpChg>
        <pc:grpChg chg="del">
          <ac:chgData name="#ALISTAIR YONG JIA JIN#" userId="a6a417cd-a477-42ba-8767-cb902a623224" providerId="ADAL" clId="{E7DC71DE-92F6-4CA6-83A7-B7FFED60B6B8}" dt="2025-09-01T13:13:30.803" v="514" actId="478"/>
          <ac:grpSpMkLst>
            <pc:docMk/>
            <pc:sldMk cId="3524667242" sldId="377"/>
            <ac:grpSpMk id="93" creationId="{C76FB5F2-0A60-BFE1-E7C5-DF454A149D50}"/>
          </ac:grpSpMkLst>
        </pc:grpChg>
        <pc:grpChg chg="del">
          <ac:chgData name="#ALISTAIR YONG JIA JIN#" userId="a6a417cd-a477-42ba-8767-cb902a623224" providerId="ADAL" clId="{E7DC71DE-92F6-4CA6-83A7-B7FFED60B6B8}" dt="2025-09-01T13:13:30.803" v="514" actId="478"/>
          <ac:grpSpMkLst>
            <pc:docMk/>
            <pc:sldMk cId="3524667242" sldId="377"/>
            <ac:grpSpMk id="97" creationId="{1D09C800-A939-A24A-2294-7C4C8CAAFFA1}"/>
          </ac:grpSpMkLst>
        </pc:grpChg>
        <pc:grpChg chg="del">
          <ac:chgData name="#ALISTAIR YONG JIA JIN#" userId="a6a417cd-a477-42ba-8767-cb902a623224" providerId="ADAL" clId="{E7DC71DE-92F6-4CA6-83A7-B7FFED60B6B8}" dt="2025-09-01T13:13:26.087" v="513" actId="478"/>
          <ac:grpSpMkLst>
            <pc:docMk/>
            <pc:sldMk cId="3524667242" sldId="377"/>
            <ac:grpSpMk id="101" creationId="{AFC6754D-5A72-FA79-9B14-732218E5F6F4}"/>
          </ac:grpSpMkLst>
        </pc:grpChg>
        <pc:grpChg chg="del">
          <ac:chgData name="#ALISTAIR YONG JIA JIN#" userId="a6a417cd-a477-42ba-8767-cb902a623224" providerId="ADAL" clId="{E7DC71DE-92F6-4CA6-83A7-B7FFED60B6B8}" dt="2025-09-01T13:09:50.681" v="481" actId="478"/>
          <ac:grpSpMkLst>
            <pc:docMk/>
            <pc:sldMk cId="3524667242" sldId="377"/>
            <ac:grpSpMk id="105" creationId="{3A7BCFD0-5490-C35A-5F18-DF487672F509}"/>
          </ac:grpSpMkLst>
        </pc:grpChg>
        <pc:picChg chg="add mod">
          <ac:chgData name="#ALISTAIR YONG JIA JIN#" userId="a6a417cd-a477-42ba-8767-cb902a623224" providerId="ADAL" clId="{E7DC71DE-92F6-4CA6-83A7-B7FFED60B6B8}" dt="2025-09-01T13:10:52.228" v="488" actId="1076"/>
          <ac:picMkLst>
            <pc:docMk/>
            <pc:sldMk cId="3524667242" sldId="377"/>
            <ac:picMk id="4" creationId="{930B9C1B-A3DC-1AA9-2120-7BA1A4E4374D}"/>
          </ac:picMkLst>
        </pc:picChg>
        <pc:picChg chg="del">
          <ac:chgData name="#ALISTAIR YONG JIA JIN#" userId="a6a417cd-a477-42ba-8767-cb902a623224" providerId="ADAL" clId="{E7DC71DE-92F6-4CA6-83A7-B7FFED60B6B8}" dt="2025-09-01T13:09:45.611" v="478" actId="478"/>
          <ac:picMkLst>
            <pc:docMk/>
            <pc:sldMk cId="3524667242" sldId="377"/>
            <ac:picMk id="11" creationId="{91435293-B94C-5999-5BEA-7BEEA71979AF}"/>
          </ac:picMkLst>
        </pc:picChg>
        <pc:cxnChg chg="del mod">
          <ac:chgData name="#ALISTAIR YONG JIA JIN#" userId="a6a417cd-a477-42ba-8767-cb902a623224" providerId="ADAL" clId="{E7DC71DE-92F6-4CA6-83A7-B7FFED60B6B8}" dt="2025-09-01T13:09:52.694" v="482" actId="478"/>
          <ac:cxnSpMkLst>
            <pc:docMk/>
            <pc:sldMk cId="3524667242" sldId="377"/>
            <ac:cxnSpMk id="33" creationId="{6D030387-0A2F-68FC-AFE2-6FC1CE7DC4E4}"/>
          </ac:cxnSpMkLst>
        </pc:cxnChg>
        <pc:cxnChg chg="del mod">
          <ac:chgData name="#ALISTAIR YONG JIA JIN#" userId="a6a417cd-a477-42ba-8767-cb902a623224" providerId="ADAL" clId="{E7DC71DE-92F6-4CA6-83A7-B7FFED60B6B8}" dt="2025-09-01T13:09:54.041" v="483" actId="478"/>
          <ac:cxnSpMkLst>
            <pc:docMk/>
            <pc:sldMk cId="3524667242" sldId="377"/>
            <ac:cxnSpMk id="104" creationId="{B258EB7E-1676-5C6F-81F2-4711F5BCFC1F}"/>
          </ac:cxnSpMkLst>
        </pc:cxnChg>
      </pc:sldChg>
      <pc:sldChg chg="addSp delSp modSp add mod">
        <pc:chgData name="#ALISTAIR YONG JIA JIN#" userId="a6a417cd-a477-42ba-8767-cb902a623224" providerId="ADAL" clId="{E7DC71DE-92F6-4CA6-83A7-B7FFED60B6B8}" dt="2025-09-01T13:24:02.472" v="635" actId="1076"/>
        <pc:sldMkLst>
          <pc:docMk/>
          <pc:sldMk cId="53093504" sldId="378"/>
        </pc:sldMkLst>
        <pc:spChg chg="add del mod">
          <ac:chgData name="#ALISTAIR YONG JIA JIN#" userId="a6a417cd-a477-42ba-8767-cb902a623224" providerId="ADAL" clId="{E7DC71DE-92F6-4CA6-83A7-B7FFED60B6B8}" dt="2025-09-01T13:23:49.093" v="633" actId="478"/>
          <ac:spMkLst>
            <pc:docMk/>
            <pc:sldMk cId="53093504" sldId="378"/>
            <ac:spMk id="4" creationId="{E8806C18-E8BF-0218-757D-EF1CDEA3FFEC}"/>
          </ac:spMkLst>
        </pc:spChg>
        <pc:spChg chg="del">
          <ac:chgData name="#ALISTAIR YONG JIA JIN#" userId="a6a417cd-a477-42ba-8767-cb902a623224" providerId="ADAL" clId="{E7DC71DE-92F6-4CA6-83A7-B7FFED60B6B8}" dt="2025-09-01T13:23:48.031" v="632" actId="478"/>
          <ac:spMkLst>
            <pc:docMk/>
            <pc:sldMk cId="53093504" sldId="378"/>
            <ac:spMk id="45" creationId="{7FF566EF-D0DC-B4E5-AE47-ACB8C87BA396}"/>
          </ac:spMkLst>
        </pc:spChg>
        <pc:picChg chg="add mod">
          <ac:chgData name="#ALISTAIR YONG JIA JIN#" userId="a6a417cd-a477-42ba-8767-cb902a623224" providerId="ADAL" clId="{E7DC71DE-92F6-4CA6-83A7-B7FFED60B6B8}" dt="2025-09-01T13:24:02.472" v="635" actId="1076"/>
          <ac:picMkLst>
            <pc:docMk/>
            <pc:sldMk cId="53093504" sldId="378"/>
            <ac:picMk id="6" creationId="{2B235F7E-31BF-2234-D8ED-686D2D3F0D3F}"/>
          </ac:picMkLst>
        </pc:picChg>
      </pc:sldChg>
      <pc:sldChg chg="addSp delSp modSp add mod modAnim">
        <pc:chgData name="#ALISTAIR YONG JIA JIN#" userId="a6a417cd-a477-42ba-8767-cb902a623224" providerId="ADAL" clId="{E7DC71DE-92F6-4CA6-83A7-B7FFED60B6B8}" dt="2025-09-01T13:26:11.091" v="658"/>
        <pc:sldMkLst>
          <pc:docMk/>
          <pc:sldMk cId="3913217468" sldId="379"/>
        </pc:sldMkLst>
        <pc:grpChg chg="del">
          <ac:chgData name="#ALISTAIR YONG JIA JIN#" userId="a6a417cd-a477-42ba-8767-cb902a623224" providerId="ADAL" clId="{E7DC71DE-92F6-4CA6-83A7-B7FFED60B6B8}" dt="2025-09-01T13:24:27.061" v="640" actId="478"/>
          <ac:grpSpMkLst>
            <pc:docMk/>
            <pc:sldMk cId="3913217468" sldId="379"/>
            <ac:grpSpMk id="39" creationId="{BD4865C4-FCAD-8261-973C-C43020401C6F}"/>
          </ac:grpSpMkLst>
        </pc:grpChg>
        <pc:picChg chg="add mod">
          <ac:chgData name="#ALISTAIR YONG JIA JIN#" userId="a6a417cd-a477-42ba-8767-cb902a623224" providerId="ADAL" clId="{E7DC71DE-92F6-4CA6-83A7-B7FFED60B6B8}" dt="2025-09-01T13:24:24.790" v="639" actId="1076"/>
          <ac:picMkLst>
            <pc:docMk/>
            <pc:sldMk cId="3913217468" sldId="379"/>
            <ac:picMk id="4" creationId="{89D89F02-2642-B833-C208-DF45B0BA3A0F}"/>
          </ac:picMkLst>
        </pc:picChg>
        <pc:picChg chg="del">
          <ac:chgData name="#ALISTAIR YONG JIA JIN#" userId="a6a417cd-a477-42ba-8767-cb902a623224" providerId="ADAL" clId="{E7DC71DE-92F6-4CA6-83A7-B7FFED60B6B8}" dt="2025-09-01T13:24:21.026" v="637" actId="478"/>
          <ac:picMkLst>
            <pc:docMk/>
            <pc:sldMk cId="3913217468" sldId="379"/>
            <ac:picMk id="6" creationId="{65792077-AAAB-E276-7601-A6216F943A0D}"/>
          </ac:picMkLst>
        </pc:picChg>
        <pc:cxnChg chg="del mod">
          <ac:chgData name="#ALISTAIR YONG JIA JIN#" userId="a6a417cd-a477-42ba-8767-cb902a623224" providerId="ADAL" clId="{E7DC71DE-92F6-4CA6-83A7-B7FFED60B6B8}" dt="2025-09-01T13:24:27.061" v="640" actId="478"/>
          <ac:cxnSpMkLst>
            <pc:docMk/>
            <pc:sldMk cId="3913217468" sldId="379"/>
            <ac:cxnSpMk id="47" creationId="{D3C67C89-44E9-0CD7-C2CD-C7B380D2FF6A}"/>
          </ac:cxnSpMkLst>
        </pc:cxnChg>
      </pc:sldChg>
      <pc:sldChg chg="add del">
        <pc:chgData name="#ALISTAIR YONG JIA JIN#" userId="a6a417cd-a477-42ba-8767-cb902a623224" providerId="ADAL" clId="{E7DC71DE-92F6-4CA6-83A7-B7FFED60B6B8}" dt="2025-09-01T15:08:23.354" v="1955" actId="47"/>
        <pc:sldMkLst>
          <pc:docMk/>
          <pc:sldMk cId="2933556877" sldId="380"/>
        </pc:sldMkLst>
      </pc:sldChg>
      <pc:sldChg chg="addSp delSp modSp add mod modAnim">
        <pc:chgData name="#ALISTAIR YONG JIA JIN#" userId="a6a417cd-a477-42ba-8767-cb902a623224" providerId="ADAL" clId="{E7DC71DE-92F6-4CA6-83A7-B7FFED60B6B8}" dt="2025-09-01T13:27:49.094" v="674" actId="1076"/>
        <pc:sldMkLst>
          <pc:docMk/>
          <pc:sldMk cId="3599382666" sldId="381"/>
        </pc:sldMkLst>
        <pc:picChg chg="del">
          <ac:chgData name="#ALISTAIR YONG JIA JIN#" userId="a6a417cd-a477-42ba-8767-cb902a623224" providerId="ADAL" clId="{E7DC71DE-92F6-4CA6-83A7-B7FFED60B6B8}" dt="2025-09-01T13:26:31.533" v="661" actId="478"/>
          <ac:picMkLst>
            <pc:docMk/>
            <pc:sldMk cId="3599382666" sldId="381"/>
            <ac:picMk id="4" creationId="{C5BE8D8A-6707-DF8D-6289-C1E6F61D260C}"/>
          </ac:picMkLst>
        </pc:picChg>
        <pc:picChg chg="add mod">
          <ac:chgData name="#ALISTAIR YONG JIA JIN#" userId="a6a417cd-a477-42ba-8767-cb902a623224" providerId="ADAL" clId="{E7DC71DE-92F6-4CA6-83A7-B7FFED60B6B8}" dt="2025-09-01T13:27:35.571" v="671" actId="1076"/>
          <ac:picMkLst>
            <pc:docMk/>
            <pc:sldMk cId="3599382666" sldId="381"/>
            <ac:picMk id="5" creationId="{76FF33AA-AB91-4BB3-87F3-407BC844FE76}"/>
          </ac:picMkLst>
        </pc:picChg>
        <pc:picChg chg="add mod">
          <ac:chgData name="#ALISTAIR YONG JIA JIN#" userId="a6a417cd-a477-42ba-8767-cb902a623224" providerId="ADAL" clId="{E7DC71DE-92F6-4CA6-83A7-B7FFED60B6B8}" dt="2025-09-01T13:27:49.094" v="674" actId="1076"/>
          <ac:picMkLst>
            <pc:docMk/>
            <pc:sldMk cId="3599382666" sldId="381"/>
            <ac:picMk id="7" creationId="{5DAB0906-62B6-5824-FADB-62D774762341}"/>
          </ac:picMkLst>
        </pc:picChg>
      </pc:sldChg>
      <pc:sldChg chg="addSp delSp modSp new mod">
        <pc:chgData name="#ALISTAIR YONG JIA JIN#" userId="a6a417cd-a477-42ba-8767-cb902a623224" providerId="ADAL" clId="{E7DC71DE-92F6-4CA6-83A7-B7FFED60B6B8}" dt="2025-09-01T15:11:29.934" v="1968" actId="2165"/>
        <pc:sldMkLst>
          <pc:docMk/>
          <pc:sldMk cId="2488124694" sldId="382"/>
        </pc:sldMkLst>
        <pc:spChg chg="mod">
          <ac:chgData name="#ALISTAIR YONG JIA JIN#" userId="a6a417cd-a477-42ba-8767-cb902a623224" providerId="ADAL" clId="{E7DC71DE-92F6-4CA6-83A7-B7FFED60B6B8}" dt="2025-09-01T13:30:36.863" v="744" actId="20577"/>
          <ac:spMkLst>
            <pc:docMk/>
            <pc:sldMk cId="2488124694" sldId="382"/>
            <ac:spMk id="2" creationId="{CE35020A-7174-BFEC-F363-DE8E5A29C28B}"/>
          </ac:spMkLst>
        </pc:spChg>
        <pc:spChg chg="del">
          <ac:chgData name="#ALISTAIR YONG JIA JIN#" userId="a6a417cd-a477-42ba-8767-cb902a623224" providerId="ADAL" clId="{E7DC71DE-92F6-4CA6-83A7-B7FFED60B6B8}" dt="2025-09-01T13:29:11.736" v="676" actId="3680"/>
          <ac:spMkLst>
            <pc:docMk/>
            <pc:sldMk cId="2488124694" sldId="382"/>
            <ac:spMk id="3" creationId="{51C56BAE-7801-1537-1CD8-A954E00D05CF}"/>
          </ac:spMkLst>
        </pc:spChg>
        <pc:spChg chg="del">
          <ac:chgData name="#ALISTAIR YONG JIA JIN#" userId="a6a417cd-a477-42ba-8767-cb902a623224" providerId="ADAL" clId="{E7DC71DE-92F6-4CA6-83A7-B7FFED60B6B8}" dt="2025-09-01T13:29:28.699" v="692" actId="478"/>
          <ac:spMkLst>
            <pc:docMk/>
            <pc:sldMk cId="2488124694" sldId="382"/>
            <ac:spMk id="4" creationId="{9F20796F-AB4C-E3A2-43B4-4B90B467F690}"/>
          </ac:spMkLst>
        </pc:spChg>
        <pc:graphicFrameChg chg="add mod ord modGraphic">
          <ac:chgData name="#ALISTAIR YONG JIA JIN#" userId="a6a417cd-a477-42ba-8767-cb902a623224" providerId="ADAL" clId="{E7DC71DE-92F6-4CA6-83A7-B7FFED60B6B8}" dt="2025-09-01T15:11:29.934" v="1968" actId="2165"/>
          <ac:graphicFrameMkLst>
            <pc:docMk/>
            <pc:sldMk cId="2488124694" sldId="382"/>
            <ac:graphicFrameMk id="5" creationId="{68CEEF4F-8F18-4374-00BC-721DC50E24C2}"/>
          </ac:graphicFrameMkLst>
        </pc:graphicFrameChg>
      </pc:sldChg>
      <pc:sldChg chg="addSp delSp modSp new mod delAnim modAnim">
        <pc:chgData name="#ALISTAIR YONG JIA JIN#" userId="a6a417cd-a477-42ba-8767-cb902a623224" providerId="ADAL" clId="{E7DC71DE-92F6-4CA6-83A7-B7FFED60B6B8}" dt="2025-09-01T13:46:20.096" v="1071" actId="1036"/>
        <pc:sldMkLst>
          <pc:docMk/>
          <pc:sldMk cId="4194102951" sldId="383"/>
        </pc:sldMkLst>
        <pc:spChg chg="mod">
          <ac:chgData name="#ALISTAIR YONG JIA JIN#" userId="a6a417cd-a477-42ba-8767-cb902a623224" providerId="ADAL" clId="{E7DC71DE-92F6-4CA6-83A7-B7FFED60B6B8}" dt="2025-09-01T13:37:53.381" v="980"/>
          <ac:spMkLst>
            <pc:docMk/>
            <pc:sldMk cId="4194102951" sldId="383"/>
            <ac:spMk id="2" creationId="{CE52FC67-C487-A7F5-1276-E7704740690E}"/>
          </ac:spMkLst>
        </pc:spChg>
        <pc:spChg chg="del">
          <ac:chgData name="#ALISTAIR YONG JIA JIN#" userId="a6a417cd-a477-42ba-8767-cb902a623224" providerId="ADAL" clId="{E7DC71DE-92F6-4CA6-83A7-B7FFED60B6B8}" dt="2025-09-01T13:37:47.015" v="979" actId="478"/>
          <ac:spMkLst>
            <pc:docMk/>
            <pc:sldMk cId="4194102951" sldId="383"/>
            <ac:spMk id="3" creationId="{6AEA774A-ECC1-67D7-7B78-3CB92F791673}"/>
          </ac:spMkLst>
        </pc:spChg>
        <pc:spChg chg="del">
          <ac:chgData name="#ALISTAIR YONG JIA JIN#" userId="a6a417cd-a477-42ba-8767-cb902a623224" providerId="ADAL" clId="{E7DC71DE-92F6-4CA6-83A7-B7FFED60B6B8}" dt="2025-09-01T13:37:47.015" v="979" actId="478"/>
          <ac:spMkLst>
            <pc:docMk/>
            <pc:sldMk cId="4194102951" sldId="383"/>
            <ac:spMk id="4" creationId="{786BEFBE-1E4E-40E5-D959-638E12518C55}"/>
          </ac:spMkLst>
        </pc:spChg>
        <pc:spChg chg="del">
          <ac:chgData name="#ALISTAIR YONG JIA JIN#" userId="a6a417cd-a477-42ba-8767-cb902a623224" providerId="ADAL" clId="{E7DC71DE-92F6-4CA6-83A7-B7FFED60B6B8}" dt="2025-09-01T13:37:47.015" v="979" actId="478"/>
          <ac:spMkLst>
            <pc:docMk/>
            <pc:sldMk cId="4194102951" sldId="383"/>
            <ac:spMk id="5" creationId="{FA0E0F55-8D20-B69F-488F-D068391E0C93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9" creationId="{83D9E786-25CE-6B9E-14D2-897C4B210C5C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10" creationId="{0167A2D6-AD15-F517-8F2F-4D71DD0D6739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11" creationId="{2C32079E-4F99-9646-6698-38B1AE702D09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16" creationId="{E351C0D3-BAB6-B449-C2EF-FF5703664FD4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17" creationId="{E72E0EED-9362-A354-1FE8-A2E7976F79AF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18" creationId="{74C2E918-BB2F-D948-DF4A-36A8EDC05371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21" creationId="{4735F809-2A97-C039-D004-028181E5F1AD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22" creationId="{5CC513DE-541E-BCA3-7923-A3509A21344E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25" creationId="{071C0938-5F0C-B016-20D9-F473190F54F9}"/>
          </ac:spMkLst>
        </pc:spChg>
        <pc:spChg chg="mod">
          <ac:chgData name="#ALISTAIR YONG JIA JIN#" userId="a6a417cd-a477-42ba-8767-cb902a623224" providerId="ADAL" clId="{E7DC71DE-92F6-4CA6-83A7-B7FFED60B6B8}" dt="2025-09-01T13:41:31.135" v="1033"/>
          <ac:spMkLst>
            <pc:docMk/>
            <pc:sldMk cId="4194102951" sldId="383"/>
            <ac:spMk id="26" creationId="{F62D6143-8D03-AAC2-7F00-357515E47457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32" creationId="{44B648BA-83A6-7D64-87AE-23E4283DF1D6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33" creationId="{AC63CE35-8E30-E71C-4418-EDDE42710789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37" creationId="{24B80813-9BC7-62AA-2E35-F2115681CE2B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39" creationId="{54428C0D-C268-AC4B-3A5A-492F6B40BCBF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41" creationId="{7A0C137C-ECE6-4970-6C9F-F6FF34783F19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47" creationId="{4571A71B-8ADA-3970-E230-6DC041862A14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48" creationId="{692DCE5C-8001-2382-CE73-76FBC70C2A6E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51" creationId="{FD5FFCCC-4F45-3128-9CBD-2D907E961FBA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52" creationId="{683B4B4A-7C09-C024-3411-559EDD0EBE63}"/>
          </ac:spMkLst>
        </pc:spChg>
        <pc:spChg chg="mod">
          <ac:chgData name="#ALISTAIR YONG JIA JIN#" userId="a6a417cd-a477-42ba-8767-cb902a623224" providerId="ADAL" clId="{E7DC71DE-92F6-4CA6-83A7-B7FFED60B6B8}" dt="2025-09-01T13:44:04.464" v="1044"/>
          <ac:spMkLst>
            <pc:docMk/>
            <pc:sldMk cId="4194102951" sldId="383"/>
            <ac:spMk id="53" creationId="{10C4AA32-139C-8C5F-BD0B-D1467A0D31BB}"/>
          </ac:spMkLst>
        </pc:spChg>
        <pc:spChg chg="mod">
          <ac:chgData name="#ALISTAIR YONG JIA JIN#" userId="a6a417cd-a477-42ba-8767-cb902a623224" providerId="ADAL" clId="{E7DC71DE-92F6-4CA6-83A7-B7FFED60B6B8}" dt="2025-09-01T13:44:15.779" v="1046"/>
          <ac:spMkLst>
            <pc:docMk/>
            <pc:sldMk cId="4194102951" sldId="383"/>
            <ac:spMk id="55" creationId="{4AC1B63E-CEA4-372F-D721-3017822866EC}"/>
          </ac:spMkLst>
        </pc:spChg>
        <pc:spChg chg="mod">
          <ac:chgData name="#ALISTAIR YONG JIA JIN#" userId="a6a417cd-a477-42ba-8767-cb902a623224" providerId="ADAL" clId="{E7DC71DE-92F6-4CA6-83A7-B7FFED60B6B8}" dt="2025-09-01T13:44:38.808" v="1060" actId="20577"/>
          <ac:spMkLst>
            <pc:docMk/>
            <pc:sldMk cId="4194102951" sldId="383"/>
            <ac:spMk id="56" creationId="{0A9353CF-C0E5-8348-5767-D84A416DF1A8}"/>
          </ac:spMkLst>
        </pc:spChg>
        <pc:spChg chg="add mod">
          <ac:chgData name="#ALISTAIR YONG JIA JIN#" userId="a6a417cd-a477-42ba-8767-cb902a623224" providerId="ADAL" clId="{E7DC71DE-92F6-4CA6-83A7-B7FFED60B6B8}" dt="2025-09-01T13:46:20.096" v="1071" actId="1036"/>
          <ac:spMkLst>
            <pc:docMk/>
            <pc:sldMk cId="4194102951" sldId="383"/>
            <ac:spMk id="57" creationId="{27990447-4961-97E7-DF2B-04BFD3199A90}"/>
          </ac:spMkLst>
        </pc:spChg>
        <pc:grpChg chg="del mod">
          <ac:chgData name="#ALISTAIR YONG JIA JIN#" userId="a6a417cd-a477-42ba-8767-cb902a623224" providerId="ADAL" clId="{E7DC71DE-92F6-4CA6-83A7-B7FFED60B6B8}" dt="2025-09-01T13:42:30.633" v="1036" actId="478"/>
          <ac:grpSpMkLst>
            <pc:docMk/>
            <pc:sldMk cId="4194102951" sldId="383"/>
            <ac:grpSpMk id="8" creationId="{62553FC5-9C8C-43A5-2DDB-0A99897E115C}"/>
          </ac:grpSpMkLst>
        </pc:grpChg>
        <pc:grpChg chg="del mod">
          <ac:chgData name="#ALISTAIR YONG JIA JIN#" userId="a6a417cd-a477-42ba-8767-cb902a623224" providerId="ADAL" clId="{E7DC71DE-92F6-4CA6-83A7-B7FFED60B6B8}" dt="2025-09-01T13:42:30.633" v="1036" actId="478"/>
          <ac:grpSpMkLst>
            <pc:docMk/>
            <pc:sldMk cId="4194102951" sldId="383"/>
            <ac:grpSpMk id="12" creationId="{7D0BFE86-50C4-0EC9-14AE-C8498BF11C98}"/>
          </ac:grpSpMkLst>
        </pc:grpChg>
        <pc:grpChg chg="del mod">
          <ac:chgData name="#ALISTAIR YONG JIA JIN#" userId="a6a417cd-a477-42ba-8767-cb902a623224" providerId="ADAL" clId="{E7DC71DE-92F6-4CA6-83A7-B7FFED60B6B8}" dt="2025-09-01T13:42:30.633" v="1036" actId="478"/>
          <ac:grpSpMkLst>
            <pc:docMk/>
            <pc:sldMk cId="4194102951" sldId="383"/>
            <ac:grpSpMk id="15" creationId="{0BDB71BD-E796-7E16-E674-D1255AF97204}"/>
          </ac:grpSpMkLst>
        </pc:grpChg>
        <pc:grpChg chg="del mod">
          <ac:chgData name="#ALISTAIR YONG JIA JIN#" userId="a6a417cd-a477-42ba-8767-cb902a623224" providerId="ADAL" clId="{E7DC71DE-92F6-4CA6-83A7-B7FFED60B6B8}" dt="2025-09-01T13:42:30.633" v="1036" actId="478"/>
          <ac:grpSpMkLst>
            <pc:docMk/>
            <pc:sldMk cId="4194102951" sldId="383"/>
            <ac:grpSpMk id="19" creationId="{4A9D43B4-E1BD-ADCF-9FFA-1DC188333B4F}"/>
          </ac:grpSpMkLst>
        </pc:grpChg>
        <pc:grpChg chg="del mod">
          <ac:chgData name="#ALISTAIR YONG JIA JIN#" userId="a6a417cd-a477-42ba-8767-cb902a623224" providerId="ADAL" clId="{E7DC71DE-92F6-4CA6-83A7-B7FFED60B6B8}" dt="2025-09-01T13:42:30.633" v="1036" actId="478"/>
          <ac:grpSpMkLst>
            <pc:docMk/>
            <pc:sldMk cId="4194102951" sldId="383"/>
            <ac:grpSpMk id="23" creationId="{8B9B173F-BA91-56A1-621D-28D1DBB7972A}"/>
          </ac:grpSpMkLst>
        </pc:grpChg>
        <pc:grpChg chg="del mod">
          <ac:chgData name="#ALISTAIR YONG JIA JIN#" userId="a6a417cd-a477-42ba-8767-cb902a623224" providerId="ADAL" clId="{E7DC71DE-92F6-4CA6-83A7-B7FFED60B6B8}" dt="2025-09-01T13:42:30.633" v="1036" actId="478"/>
          <ac:grpSpMkLst>
            <pc:docMk/>
            <pc:sldMk cId="4194102951" sldId="383"/>
            <ac:grpSpMk id="27" creationId="{979A3BB3-4607-FCCA-1F7A-862B1D2EE297}"/>
          </ac:grpSpMkLst>
        </pc:grpChg>
        <pc:grpChg chg="mod">
          <ac:chgData name="#ALISTAIR YONG JIA JIN#" userId="a6a417cd-a477-42ba-8767-cb902a623224" providerId="ADAL" clId="{E7DC71DE-92F6-4CA6-83A7-B7FFED60B6B8}" dt="2025-09-01T13:44:07.647" v="1045" actId="1076"/>
          <ac:grpSpMkLst>
            <pc:docMk/>
            <pc:sldMk cId="4194102951" sldId="383"/>
            <ac:grpSpMk id="31" creationId="{F69AD302-6463-E29A-F7F4-A20F21517FF7}"/>
          </ac:grpSpMkLst>
        </pc:grpChg>
        <pc:grpChg chg="mod">
          <ac:chgData name="#ALISTAIR YONG JIA JIN#" userId="a6a417cd-a477-42ba-8767-cb902a623224" providerId="ADAL" clId="{E7DC71DE-92F6-4CA6-83A7-B7FFED60B6B8}" dt="2025-09-01T13:44:07.647" v="1045" actId="1076"/>
          <ac:grpSpMkLst>
            <pc:docMk/>
            <pc:sldMk cId="4194102951" sldId="383"/>
            <ac:grpSpMk id="35" creationId="{03589EFA-6FA0-BB6C-02A1-3B83DEE5816F}"/>
          </ac:grpSpMkLst>
        </pc:grpChg>
        <pc:grpChg chg="mod">
          <ac:chgData name="#ALISTAIR YONG JIA JIN#" userId="a6a417cd-a477-42ba-8767-cb902a623224" providerId="ADAL" clId="{E7DC71DE-92F6-4CA6-83A7-B7FFED60B6B8}" dt="2025-09-01T13:44:07.647" v="1045" actId="1076"/>
          <ac:grpSpMkLst>
            <pc:docMk/>
            <pc:sldMk cId="4194102951" sldId="383"/>
            <ac:grpSpMk id="38" creationId="{4E4EE77B-8834-195B-7F4F-F382090EE1A8}"/>
          </ac:grpSpMkLst>
        </pc:grpChg>
        <pc:grpChg chg="mod">
          <ac:chgData name="#ALISTAIR YONG JIA JIN#" userId="a6a417cd-a477-42ba-8767-cb902a623224" providerId="ADAL" clId="{E7DC71DE-92F6-4CA6-83A7-B7FFED60B6B8}" dt="2025-09-01T13:44:07.647" v="1045" actId="1076"/>
          <ac:grpSpMkLst>
            <pc:docMk/>
            <pc:sldMk cId="4194102951" sldId="383"/>
            <ac:grpSpMk id="42" creationId="{853B04EE-DE1B-C6CA-86F6-5E509D55D820}"/>
          </ac:grpSpMkLst>
        </pc:grpChg>
        <pc:grpChg chg="mod">
          <ac:chgData name="#ALISTAIR YONG JIA JIN#" userId="a6a417cd-a477-42ba-8767-cb902a623224" providerId="ADAL" clId="{E7DC71DE-92F6-4CA6-83A7-B7FFED60B6B8}" dt="2025-09-01T13:44:07.647" v="1045" actId="1076"/>
          <ac:grpSpMkLst>
            <pc:docMk/>
            <pc:sldMk cId="4194102951" sldId="383"/>
            <ac:grpSpMk id="46" creationId="{5F5F092D-6B67-B1E9-64CC-909AC4372EB7}"/>
          </ac:grpSpMkLst>
        </pc:grpChg>
        <pc:grpChg chg="mod">
          <ac:chgData name="#ALISTAIR YONG JIA JIN#" userId="a6a417cd-a477-42ba-8767-cb902a623224" providerId="ADAL" clId="{E7DC71DE-92F6-4CA6-83A7-B7FFED60B6B8}" dt="2025-09-01T13:44:07.647" v="1045" actId="1076"/>
          <ac:grpSpMkLst>
            <pc:docMk/>
            <pc:sldMk cId="4194102951" sldId="383"/>
            <ac:grpSpMk id="50" creationId="{D9149777-D886-C02E-02DD-874245C66E37}"/>
          </ac:grpSpMkLst>
        </pc:grpChg>
        <pc:grpChg chg="add del mod">
          <ac:chgData name="#ALISTAIR YONG JIA JIN#" userId="a6a417cd-a477-42ba-8767-cb902a623224" providerId="ADAL" clId="{E7DC71DE-92F6-4CA6-83A7-B7FFED60B6B8}" dt="2025-09-01T13:44:47.115" v="1062" actId="478"/>
          <ac:grpSpMkLst>
            <pc:docMk/>
            <pc:sldMk cId="4194102951" sldId="383"/>
            <ac:grpSpMk id="54" creationId="{08F28DC0-E554-E87C-5253-B706E6798F07}"/>
          </ac:grpSpMkLst>
        </pc:grpChg>
        <pc:picChg chg="add mod modCrop">
          <ac:chgData name="#ALISTAIR YONG JIA JIN#" userId="a6a417cd-a477-42ba-8767-cb902a623224" providerId="ADAL" clId="{E7DC71DE-92F6-4CA6-83A7-B7FFED60B6B8}" dt="2025-09-01T13:43:54.255" v="1043" actId="1076"/>
          <ac:picMkLst>
            <pc:docMk/>
            <pc:sldMk cId="4194102951" sldId="383"/>
            <ac:picMk id="7" creationId="{4084D9E9-85AD-998B-2912-D15486FE6069}"/>
          </ac:picMkLst>
        </pc:picChg>
      </pc:sldChg>
      <pc:sldChg chg="modSp add mod">
        <pc:chgData name="#ALISTAIR YONG JIA JIN#" userId="a6a417cd-a477-42ba-8767-cb902a623224" providerId="ADAL" clId="{E7DC71DE-92F6-4CA6-83A7-B7FFED60B6B8}" dt="2025-09-01T13:38:24.035" v="993" actId="20577"/>
        <pc:sldMkLst>
          <pc:docMk/>
          <pc:sldMk cId="1754472841" sldId="384"/>
        </pc:sldMkLst>
        <pc:spChg chg="mod">
          <ac:chgData name="#ALISTAIR YONG JIA JIN#" userId="a6a417cd-a477-42ba-8767-cb902a623224" providerId="ADAL" clId="{E7DC71DE-92F6-4CA6-83A7-B7FFED60B6B8}" dt="2025-09-01T13:38:24.035" v="993" actId="20577"/>
          <ac:spMkLst>
            <pc:docMk/>
            <pc:sldMk cId="1754472841" sldId="384"/>
            <ac:spMk id="4" creationId="{E9EB376A-CF9C-6DE5-3DB5-020767D61738}"/>
          </ac:spMkLst>
        </pc:spChg>
        <pc:spChg chg="mod">
          <ac:chgData name="#ALISTAIR YONG JIA JIN#" userId="a6a417cd-a477-42ba-8767-cb902a623224" providerId="ADAL" clId="{E7DC71DE-92F6-4CA6-83A7-B7FFED60B6B8}" dt="2025-09-01T13:38:02.897" v="985" actId="20577"/>
          <ac:spMkLst>
            <pc:docMk/>
            <pc:sldMk cId="1754472841" sldId="384"/>
            <ac:spMk id="13314" creationId="{6B03E3EE-0BFA-85EA-1379-8F0CFE55DC00}"/>
          </ac:spMkLst>
        </pc:spChg>
      </pc:sldChg>
      <pc:sldChg chg="addSp delSp modSp add mod replId addAnim delAnim modAnim">
        <pc:chgData name="#ALISTAIR YONG JIA JIN#" userId="a6a417cd-a477-42ba-8767-cb902a623224" providerId="ADAL" clId="{E7DC71DE-92F6-4CA6-83A7-B7FFED60B6B8}" dt="2025-09-01T14:31:30.286" v="1594" actId="478"/>
        <pc:sldMkLst>
          <pc:docMk/>
          <pc:sldMk cId="3915148487" sldId="385"/>
        </pc:sldMkLst>
        <pc:spChg chg="mod">
          <ac:chgData name="#ALISTAIR YONG JIA JIN#" userId="a6a417cd-a477-42ba-8767-cb902a623224" providerId="ADAL" clId="{E7DC71DE-92F6-4CA6-83A7-B7FFED60B6B8}" dt="2025-09-01T13:38:05.539" v="987" actId="20577"/>
          <ac:spMkLst>
            <pc:docMk/>
            <pc:sldMk cId="3915148487" sldId="385"/>
            <ac:spMk id="2" creationId="{5A56BDD8-CEB7-B61B-4277-336D79740339}"/>
          </ac:spMkLst>
        </pc:spChg>
        <pc:spChg chg="mod">
          <ac:chgData name="#ALISTAIR YONG JIA JIN#" userId="a6a417cd-a477-42ba-8767-cb902a623224" providerId="ADAL" clId="{E7DC71DE-92F6-4CA6-83A7-B7FFED60B6B8}" dt="2025-09-01T13:47:56.692" v="1077"/>
          <ac:spMkLst>
            <pc:docMk/>
            <pc:sldMk cId="3915148487" sldId="385"/>
            <ac:spMk id="6" creationId="{3EEC1707-615D-7D75-2276-F1953967DB6A}"/>
          </ac:spMkLst>
        </pc:spChg>
        <pc:spChg chg="mod">
          <ac:chgData name="#ALISTAIR YONG JIA JIN#" userId="a6a417cd-a477-42ba-8767-cb902a623224" providerId="ADAL" clId="{E7DC71DE-92F6-4CA6-83A7-B7FFED60B6B8}" dt="2025-09-01T13:47:56.692" v="1077"/>
          <ac:spMkLst>
            <pc:docMk/>
            <pc:sldMk cId="3915148487" sldId="385"/>
            <ac:spMk id="7" creationId="{464CC454-24BD-B154-C705-69CA40CB0151}"/>
          </ac:spMkLst>
        </pc:spChg>
        <pc:spChg chg="add mod">
          <ac:chgData name="#ALISTAIR YONG JIA JIN#" userId="a6a417cd-a477-42ba-8767-cb902a623224" providerId="ADAL" clId="{E7DC71DE-92F6-4CA6-83A7-B7FFED60B6B8}" dt="2025-09-01T13:53:07.291" v="1154" actId="1076"/>
          <ac:spMkLst>
            <pc:docMk/>
            <pc:sldMk cId="3915148487" sldId="385"/>
            <ac:spMk id="8" creationId="{07EEB061-0565-8ADA-09F2-BACFC281DE9F}"/>
          </ac:spMkLst>
        </pc:spChg>
        <pc:spChg chg="mod">
          <ac:chgData name="#ALISTAIR YONG JIA JIN#" userId="a6a417cd-a477-42ba-8767-cb902a623224" providerId="ADAL" clId="{E7DC71DE-92F6-4CA6-83A7-B7FFED60B6B8}" dt="2025-09-01T13:47:56.692" v="1077"/>
          <ac:spMkLst>
            <pc:docMk/>
            <pc:sldMk cId="3915148487" sldId="385"/>
            <ac:spMk id="10" creationId="{0F2C9F25-8516-F7F9-F6EC-B7933D002F48}"/>
          </ac:spMkLst>
        </pc:spChg>
        <pc:spChg chg="mod">
          <ac:chgData name="#ALISTAIR YONG JIA JIN#" userId="a6a417cd-a477-42ba-8767-cb902a623224" providerId="ADAL" clId="{E7DC71DE-92F6-4CA6-83A7-B7FFED60B6B8}" dt="2025-09-01T13:47:56.692" v="1077"/>
          <ac:spMkLst>
            <pc:docMk/>
            <pc:sldMk cId="3915148487" sldId="385"/>
            <ac:spMk id="11" creationId="{AD091074-57CF-E317-46B7-2C477C6B7D77}"/>
          </ac:spMkLst>
        </pc:spChg>
        <pc:spChg chg="add mod">
          <ac:chgData name="#ALISTAIR YONG JIA JIN#" userId="a6a417cd-a477-42ba-8767-cb902a623224" providerId="ADAL" clId="{E7DC71DE-92F6-4CA6-83A7-B7FFED60B6B8}" dt="2025-09-01T13:53:07.291" v="1154" actId="1076"/>
          <ac:spMkLst>
            <pc:docMk/>
            <pc:sldMk cId="3915148487" sldId="385"/>
            <ac:spMk id="12" creationId="{E4D6639E-806F-3E28-FC7C-FA0C037BF500}"/>
          </ac:spMkLst>
        </pc:spChg>
        <pc:spChg chg="mod">
          <ac:chgData name="#ALISTAIR YONG JIA JIN#" userId="a6a417cd-a477-42ba-8767-cb902a623224" providerId="ADAL" clId="{E7DC71DE-92F6-4CA6-83A7-B7FFED60B6B8}" dt="2025-09-01T13:47:56.692" v="1077"/>
          <ac:spMkLst>
            <pc:docMk/>
            <pc:sldMk cId="3915148487" sldId="385"/>
            <ac:spMk id="14" creationId="{F49B5E73-334C-B85F-66A3-DF892D52E8C2}"/>
          </ac:spMkLst>
        </pc:spChg>
        <pc:spChg chg="mod">
          <ac:chgData name="#ALISTAIR YONG JIA JIN#" userId="a6a417cd-a477-42ba-8767-cb902a623224" providerId="ADAL" clId="{E7DC71DE-92F6-4CA6-83A7-B7FFED60B6B8}" dt="2025-09-01T13:47:56.692" v="1077"/>
          <ac:spMkLst>
            <pc:docMk/>
            <pc:sldMk cId="3915148487" sldId="385"/>
            <ac:spMk id="15" creationId="{F3484B46-561C-C821-F5E6-D3FC39CC61FA}"/>
          </ac:spMkLst>
        </pc:spChg>
        <pc:spChg chg="add mod ord">
          <ac:chgData name="#ALISTAIR YONG JIA JIN#" userId="a6a417cd-a477-42ba-8767-cb902a623224" providerId="ADAL" clId="{E7DC71DE-92F6-4CA6-83A7-B7FFED60B6B8}" dt="2025-09-01T13:53:17.220" v="1158" actId="14100"/>
          <ac:spMkLst>
            <pc:docMk/>
            <pc:sldMk cId="3915148487" sldId="385"/>
            <ac:spMk id="16" creationId="{52885378-5ABB-DC42-6EAD-C1B11C1F37EE}"/>
          </ac:spMkLst>
        </pc:spChg>
        <pc:spChg chg="mod">
          <ac:chgData name="#ALISTAIR YONG JIA JIN#" userId="a6a417cd-a477-42ba-8767-cb902a623224" providerId="ADAL" clId="{E7DC71DE-92F6-4CA6-83A7-B7FFED60B6B8}" dt="2025-09-01T13:50:41.316" v="1128" actId="1038"/>
          <ac:spMkLst>
            <pc:docMk/>
            <pc:sldMk cId="3915148487" sldId="385"/>
            <ac:spMk id="18" creationId="{5EB210FC-0058-22A2-B406-49701BF4A8CD}"/>
          </ac:spMkLst>
        </pc:spChg>
        <pc:spChg chg="mod">
          <ac:chgData name="#ALISTAIR YONG JIA JIN#" userId="a6a417cd-a477-42ba-8767-cb902a623224" providerId="ADAL" clId="{E7DC71DE-92F6-4CA6-83A7-B7FFED60B6B8}" dt="2025-09-01T13:50:11.832" v="1115"/>
          <ac:spMkLst>
            <pc:docMk/>
            <pc:sldMk cId="3915148487" sldId="385"/>
            <ac:spMk id="19" creationId="{15454BCC-D8AE-E72B-FD00-EF3247D2B1E1}"/>
          </ac:spMkLst>
        </pc:spChg>
        <pc:spChg chg="add del mod">
          <ac:chgData name="#ALISTAIR YONG JIA JIN#" userId="a6a417cd-a477-42ba-8767-cb902a623224" providerId="ADAL" clId="{E7DC71DE-92F6-4CA6-83A7-B7FFED60B6B8}" dt="2025-09-01T13:53:05.343" v="1152" actId="1076"/>
          <ac:spMkLst>
            <pc:docMk/>
            <pc:sldMk cId="3915148487" sldId="385"/>
            <ac:spMk id="20" creationId="{5B8AB77A-627E-22E7-D5A9-22A7FF8676FD}"/>
          </ac:spMkLst>
        </pc:spChg>
        <pc:spChg chg="add mod">
          <ac:chgData name="#ALISTAIR YONG JIA JIN#" userId="a6a417cd-a477-42ba-8767-cb902a623224" providerId="ADAL" clId="{E7DC71DE-92F6-4CA6-83A7-B7FFED60B6B8}" dt="2025-09-01T13:53:12.631" v="1157" actId="1076"/>
          <ac:spMkLst>
            <pc:docMk/>
            <pc:sldMk cId="3915148487" sldId="385"/>
            <ac:spMk id="21" creationId="{A60D3BD5-A0ED-A995-ADCE-4E1506D86A5B}"/>
          </ac:spMkLst>
        </pc:spChg>
        <pc:spChg chg="add del mod ord">
          <ac:chgData name="#ALISTAIR YONG JIA JIN#" userId="a6a417cd-a477-42ba-8767-cb902a623224" providerId="ADAL" clId="{E7DC71DE-92F6-4CA6-83A7-B7FFED60B6B8}" dt="2025-09-01T14:10:29.664" v="1318" actId="21"/>
          <ac:spMkLst>
            <pc:docMk/>
            <pc:sldMk cId="3915148487" sldId="385"/>
            <ac:spMk id="22" creationId="{2945BD23-18CA-4AF6-3B01-EBB9A49C1E96}"/>
          </ac:spMkLst>
        </pc:spChg>
        <pc:spChg chg="add mod">
          <ac:chgData name="#ALISTAIR YONG JIA JIN#" userId="a6a417cd-a477-42ba-8767-cb902a623224" providerId="ADAL" clId="{E7DC71DE-92F6-4CA6-83A7-B7FFED60B6B8}" dt="2025-09-01T13:55:30.534" v="1181" actId="14100"/>
          <ac:spMkLst>
            <pc:docMk/>
            <pc:sldMk cId="3915148487" sldId="385"/>
            <ac:spMk id="23" creationId="{B3EBCEBE-E052-EA47-87D4-EF95BDBF2126}"/>
          </ac:spMkLst>
        </pc:spChg>
        <pc:spChg chg="mod">
          <ac:chgData name="#ALISTAIR YONG JIA JIN#" userId="a6a417cd-a477-42ba-8767-cb902a623224" providerId="ADAL" clId="{E7DC71DE-92F6-4CA6-83A7-B7FFED60B6B8}" dt="2025-09-01T14:04:12.726" v="1278"/>
          <ac:spMkLst>
            <pc:docMk/>
            <pc:sldMk cId="3915148487" sldId="385"/>
            <ac:spMk id="25" creationId="{6E811D32-F656-38D9-0EEB-580F762BB99A}"/>
          </ac:spMkLst>
        </pc:spChg>
        <pc:spChg chg="mod">
          <ac:chgData name="#ALISTAIR YONG JIA JIN#" userId="a6a417cd-a477-42ba-8767-cb902a623224" providerId="ADAL" clId="{E7DC71DE-92F6-4CA6-83A7-B7FFED60B6B8}" dt="2025-09-01T14:04:12.726" v="1278"/>
          <ac:spMkLst>
            <pc:docMk/>
            <pc:sldMk cId="3915148487" sldId="385"/>
            <ac:spMk id="26" creationId="{10D70B9C-5000-B82A-FE1F-87C99090BFBA}"/>
          </ac:spMkLst>
        </pc:spChg>
        <pc:spChg chg="add mod">
          <ac:chgData name="#ALISTAIR YONG JIA JIN#" userId="a6a417cd-a477-42ba-8767-cb902a623224" providerId="ADAL" clId="{E7DC71DE-92F6-4CA6-83A7-B7FFED60B6B8}" dt="2025-09-01T14:09:41.325" v="1314" actId="571"/>
          <ac:spMkLst>
            <pc:docMk/>
            <pc:sldMk cId="3915148487" sldId="385"/>
            <ac:spMk id="31" creationId="{A1B35A51-0ED6-808E-0913-24455F2E5301}"/>
          </ac:spMkLst>
        </pc:spChg>
        <pc:spChg chg="mod">
          <ac:chgData name="#ALISTAIR YONG JIA JIN#" userId="a6a417cd-a477-42ba-8767-cb902a623224" providerId="ADAL" clId="{E7DC71DE-92F6-4CA6-83A7-B7FFED60B6B8}" dt="2025-09-01T14:24:28.371" v="1522"/>
          <ac:spMkLst>
            <pc:docMk/>
            <pc:sldMk cId="3915148487" sldId="385"/>
            <ac:spMk id="33" creationId="{71E08674-C4CE-4E16-F032-1C8DD12EC815}"/>
          </ac:spMkLst>
        </pc:spChg>
        <pc:spChg chg="mod">
          <ac:chgData name="#ALISTAIR YONG JIA JIN#" userId="a6a417cd-a477-42ba-8767-cb902a623224" providerId="ADAL" clId="{E7DC71DE-92F6-4CA6-83A7-B7FFED60B6B8}" dt="2025-09-01T14:24:28.371" v="1522"/>
          <ac:spMkLst>
            <pc:docMk/>
            <pc:sldMk cId="3915148487" sldId="385"/>
            <ac:spMk id="34" creationId="{BE86949B-F5A7-3D61-24F4-88EE48A08AFA}"/>
          </ac:spMkLst>
        </pc:spChg>
        <pc:spChg chg="mod">
          <ac:chgData name="#ALISTAIR YONG JIA JIN#" userId="a6a417cd-a477-42ba-8767-cb902a623224" providerId="ADAL" clId="{E7DC71DE-92F6-4CA6-83A7-B7FFED60B6B8}" dt="2025-09-01T14:25:24.455" v="1546"/>
          <ac:spMkLst>
            <pc:docMk/>
            <pc:sldMk cId="3915148487" sldId="385"/>
            <ac:spMk id="36" creationId="{7C5111A3-8E0D-32A5-BDC9-E437BC951486}"/>
          </ac:spMkLst>
        </pc:spChg>
        <pc:spChg chg="mod">
          <ac:chgData name="#ALISTAIR YONG JIA JIN#" userId="a6a417cd-a477-42ba-8767-cb902a623224" providerId="ADAL" clId="{E7DC71DE-92F6-4CA6-83A7-B7FFED60B6B8}" dt="2025-09-01T14:25:24.455" v="1546"/>
          <ac:spMkLst>
            <pc:docMk/>
            <pc:sldMk cId="3915148487" sldId="385"/>
            <ac:spMk id="37" creationId="{C0C9C89E-44CE-EE10-FDE1-858EB1165487}"/>
          </ac:spMkLst>
        </pc:spChg>
        <pc:spChg chg="mod">
          <ac:chgData name="#ALISTAIR YONG JIA JIN#" userId="a6a417cd-a477-42ba-8767-cb902a623224" providerId="ADAL" clId="{E7DC71DE-92F6-4CA6-83A7-B7FFED60B6B8}" dt="2025-09-01T14:26:24.743" v="1547"/>
          <ac:spMkLst>
            <pc:docMk/>
            <pc:sldMk cId="3915148487" sldId="385"/>
            <ac:spMk id="39" creationId="{30782D79-C76A-F514-D77D-9956A4719D21}"/>
          </ac:spMkLst>
        </pc:spChg>
        <pc:spChg chg="mod">
          <ac:chgData name="#ALISTAIR YONG JIA JIN#" userId="a6a417cd-a477-42ba-8767-cb902a623224" providerId="ADAL" clId="{E7DC71DE-92F6-4CA6-83A7-B7FFED60B6B8}" dt="2025-09-01T14:26:24.743" v="1547"/>
          <ac:spMkLst>
            <pc:docMk/>
            <pc:sldMk cId="3915148487" sldId="385"/>
            <ac:spMk id="40" creationId="{5A774031-A6FC-3967-1CA8-5CC6C83AE021}"/>
          </ac:spMkLst>
        </pc:spChg>
        <pc:spChg chg="mod">
          <ac:chgData name="#ALISTAIR YONG JIA JIN#" userId="a6a417cd-a477-42ba-8767-cb902a623224" providerId="ADAL" clId="{E7DC71DE-92F6-4CA6-83A7-B7FFED60B6B8}" dt="2025-09-01T14:26:24.743" v="1547"/>
          <ac:spMkLst>
            <pc:docMk/>
            <pc:sldMk cId="3915148487" sldId="385"/>
            <ac:spMk id="42" creationId="{7D15CEFE-DDEE-80AA-9A76-05D56EF32662}"/>
          </ac:spMkLst>
        </pc:spChg>
        <pc:spChg chg="mod">
          <ac:chgData name="#ALISTAIR YONG JIA JIN#" userId="a6a417cd-a477-42ba-8767-cb902a623224" providerId="ADAL" clId="{E7DC71DE-92F6-4CA6-83A7-B7FFED60B6B8}" dt="2025-09-01T14:26:24.743" v="1547"/>
          <ac:spMkLst>
            <pc:docMk/>
            <pc:sldMk cId="3915148487" sldId="385"/>
            <ac:spMk id="43" creationId="{96F93AAE-DC56-9F7E-1A27-B0C64DF5A30D}"/>
          </ac:spMkLst>
        </pc:spChg>
        <pc:spChg chg="add del mod">
          <ac:chgData name="#ALISTAIR YONG JIA JIN#" userId="a6a417cd-a477-42ba-8767-cb902a623224" providerId="ADAL" clId="{E7DC71DE-92F6-4CA6-83A7-B7FFED60B6B8}" dt="2025-09-01T14:31:30.286" v="1594" actId="478"/>
          <ac:spMkLst>
            <pc:docMk/>
            <pc:sldMk cId="3915148487" sldId="385"/>
            <ac:spMk id="45" creationId="{4EAB0B53-5C7B-E267-3473-0F74D0ECD048}"/>
          </ac:spMkLst>
        </pc:spChg>
        <pc:spChg chg="mod">
          <ac:chgData name="#ALISTAIR YONG JIA JIN#" userId="a6a417cd-a477-42ba-8767-cb902a623224" providerId="ADAL" clId="{E7DC71DE-92F6-4CA6-83A7-B7FFED60B6B8}" dt="2025-09-01T14:26:24.743" v="1547"/>
          <ac:spMkLst>
            <pc:docMk/>
            <pc:sldMk cId="3915148487" sldId="385"/>
            <ac:spMk id="47" creationId="{DFF63030-2357-55D5-4B62-B3C38939324D}"/>
          </ac:spMkLst>
        </pc:spChg>
        <pc:spChg chg="mod">
          <ac:chgData name="#ALISTAIR YONG JIA JIN#" userId="a6a417cd-a477-42ba-8767-cb902a623224" providerId="ADAL" clId="{E7DC71DE-92F6-4CA6-83A7-B7FFED60B6B8}" dt="2025-09-01T14:26:24.743" v="1547"/>
          <ac:spMkLst>
            <pc:docMk/>
            <pc:sldMk cId="3915148487" sldId="385"/>
            <ac:spMk id="48" creationId="{00577067-C872-CEF4-6CD5-92BCEA6F7A58}"/>
          </ac:spMkLst>
        </pc:spChg>
        <pc:spChg chg="add del mod">
          <ac:chgData name="#ALISTAIR YONG JIA JIN#" userId="a6a417cd-a477-42ba-8767-cb902a623224" providerId="ADAL" clId="{E7DC71DE-92F6-4CA6-83A7-B7FFED60B6B8}" dt="2025-09-01T14:31:30.286" v="1594" actId="478"/>
          <ac:spMkLst>
            <pc:docMk/>
            <pc:sldMk cId="3915148487" sldId="385"/>
            <ac:spMk id="49" creationId="{54361A27-E370-4E4B-69E5-348CBF945A39}"/>
          </ac:spMkLst>
        </pc:spChg>
        <pc:spChg chg="mod">
          <ac:chgData name="#ALISTAIR YONG JIA JIN#" userId="a6a417cd-a477-42ba-8767-cb902a623224" providerId="ADAL" clId="{E7DC71DE-92F6-4CA6-83A7-B7FFED60B6B8}" dt="2025-09-01T14:26:24.743" v="1547"/>
          <ac:spMkLst>
            <pc:docMk/>
            <pc:sldMk cId="3915148487" sldId="385"/>
            <ac:spMk id="51" creationId="{4309D614-7A4C-D0FB-F550-B1D700F95A0C}"/>
          </ac:spMkLst>
        </pc:spChg>
        <pc:spChg chg="mod">
          <ac:chgData name="#ALISTAIR YONG JIA JIN#" userId="a6a417cd-a477-42ba-8767-cb902a623224" providerId="ADAL" clId="{E7DC71DE-92F6-4CA6-83A7-B7FFED60B6B8}" dt="2025-09-01T14:26:24.743" v="1547"/>
          <ac:spMkLst>
            <pc:docMk/>
            <pc:sldMk cId="3915148487" sldId="385"/>
            <ac:spMk id="52" creationId="{93BAB465-517C-A3A9-BA85-01BADB4C8758}"/>
          </ac:spMkLst>
        </pc:spChg>
        <pc:grpChg chg="add mod">
          <ac:chgData name="#ALISTAIR YONG JIA JIN#" userId="a6a417cd-a477-42ba-8767-cb902a623224" providerId="ADAL" clId="{E7DC71DE-92F6-4CA6-83A7-B7FFED60B6B8}" dt="2025-09-01T13:53:07.291" v="1154" actId="1076"/>
          <ac:grpSpMkLst>
            <pc:docMk/>
            <pc:sldMk cId="3915148487" sldId="385"/>
            <ac:grpSpMk id="5" creationId="{5C6FB2A5-DCFF-58CF-F12A-09318C8BD0A1}"/>
          </ac:grpSpMkLst>
        </pc:grpChg>
        <pc:grpChg chg="mod">
          <ac:chgData name="#ALISTAIR YONG JIA JIN#" userId="a6a417cd-a477-42ba-8767-cb902a623224" providerId="ADAL" clId="{E7DC71DE-92F6-4CA6-83A7-B7FFED60B6B8}" dt="2025-09-01T13:53:07.291" v="1154" actId="1076"/>
          <ac:grpSpMkLst>
            <pc:docMk/>
            <pc:sldMk cId="3915148487" sldId="385"/>
            <ac:grpSpMk id="9" creationId="{3C5E978E-9FE0-DCF1-33FE-C1BDF537077E}"/>
          </ac:grpSpMkLst>
        </pc:grpChg>
        <pc:grpChg chg="add mod">
          <ac:chgData name="#ALISTAIR YONG JIA JIN#" userId="a6a417cd-a477-42ba-8767-cb902a623224" providerId="ADAL" clId="{E7DC71DE-92F6-4CA6-83A7-B7FFED60B6B8}" dt="2025-09-01T13:53:07.291" v="1154" actId="1076"/>
          <ac:grpSpMkLst>
            <pc:docMk/>
            <pc:sldMk cId="3915148487" sldId="385"/>
            <ac:grpSpMk id="13" creationId="{4F685A93-7189-D4AF-C91D-FFA2B39DA4DD}"/>
          </ac:grpSpMkLst>
        </pc:grpChg>
        <pc:grpChg chg="add mod">
          <ac:chgData name="#ALISTAIR YONG JIA JIN#" userId="a6a417cd-a477-42ba-8767-cb902a623224" providerId="ADAL" clId="{E7DC71DE-92F6-4CA6-83A7-B7FFED60B6B8}" dt="2025-09-01T13:53:07.291" v="1154" actId="1076"/>
          <ac:grpSpMkLst>
            <pc:docMk/>
            <pc:sldMk cId="3915148487" sldId="385"/>
            <ac:grpSpMk id="17" creationId="{3C3881EB-67CF-57EE-C305-D151FFF0CEAF}"/>
          </ac:grpSpMkLst>
        </pc:grpChg>
        <pc:grpChg chg="add mod">
          <ac:chgData name="#ALISTAIR YONG JIA JIN#" userId="a6a417cd-a477-42ba-8767-cb902a623224" providerId="ADAL" clId="{E7DC71DE-92F6-4CA6-83A7-B7FFED60B6B8}" dt="2025-09-01T14:04:41.914" v="1285" actId="1035"/>
          <ac:grpSpMkLst>
            <pc:docMk/>
            <pc:sldMk cId="3915148487" sldId="385"/>
            <ac:grpSpMk id="24" creationId="{83C7CEC7-D9D6-3809-AF37-8F5D0A18AFD6}"/>
          </ac:grpSpMkLst>
        </pc:grpChg>
        <pc:grpChg chg="add mod">
          <ac:chgData name="#ALISTAIR YONG JIA JIN#" userId="a6a417cd-a477-42ba-8767-cb902a623224" providerId="ADAL" clId="{E7DC71DE-92F6-4CA6-83A7-B7FFED60B6B8}" dt="2025-09-01T14:24:36.133" v="1524" actId="1076"/>
          <ac:grpSpMkLst>
            <pc:docMk/>
            <pc:sldMk cId="3915148487" sldId="385"/>
            <ac:grpSpMk id="32" creationId="{66F236BA-8E74-0F54-E5DA-B5913B5B0D09}"/>
          </ac:grpSpMkLst>
        </pc:grpChg>
        <pc:grpChg chg="add mod">
          <ac:chgData name="#ALISTAIR YONG JIA JIN#" userId="a6a417cd-a477-42ba-8767-cb902a623224" providerId="ADAL" clId="{E7DC71DE-92F6-4CA6-83A7-B7FFED60B6B8}" dt="2025-09-01T14:25:24.455" v="1546"/>
          <ac:grpSpMkLst>
            <pc:docMk/>
            <pc:sldMk cId="3915148487" sldId="385"/>
            <ac:grpSpMk id="35" creationId="{B43607D8-63F6-56D1-E5D4-B16C57C2271A}"/>
          </ac:grpSpMkLst>
        </pc:grpChg>
        <pc:grpChg chg="del mod">
          <ac:chgData name="#ALISTAIR YONG JIA JIN#" userId="a6a417cd-a477-42ba-8767-cb902a623224" providerId="ADAL" clId="{E7DC71DE-92F6-4CA6-83A7-B7FFED60B6B8}" dt="2025-09-01T14:31:30.286" v="1594" actId="478"/>
          <ac:grpSpMkLst>
            <pc:docMk/>
            <pc:sldMk cId="3915148487" sldId="385"/>
            <ac:grpSpMk id="38" creationId="{9ABD4F69-0559-D1E0-A4DA-3A33D41E4290}"/>
          </ac:grpSpMkLst>
        </pc:grpChg>
        <pc:grpChg chg="del mod">
          <ac:chgData name="#ALISTAIR YONG JIA JIN#" userId="a6a417cd-a477-42ba-8767-cb902a623224" providerId="ADAL" clId="{E7DC71DE-92F6-4CA6-83A7-B7FFED60B6B8}" dt="2025-09-01T14:31:30.286" v="1594" actId="478"/>
          <ac:grpSpMkLst>
            <pc:docMk/>
            <pc:sldMk cId="3915148487" sldId="385"/>
            <ac:grpSpMk id="41" creationId="{30DCC424-5D3B-AFF3-BE9B-AF79D3536373}"/>
          </ac:grpSpMkLst>
        </pc:grpChg>
        <pc:grpChg chg="del mod">
          <ac:chgData name="#ALISTAIR YONG JIA JIN#" userId="a6a417cd-a477-42ba-8767-cb902a623224" providerId="ADAL" clId="{E7DC71DE-92F6-4CA6-83A7-B7FFED60B6B8}" dt="2025-09-01T14:31:30.286" v="1594" actId="478"/>
          <ac:grpSpMkLst>
            <pc:docMk/>
            <pc:sldMk cId="3915148487" sldId="385"/>
            <ac:grpSpMk id="46" creationId="{11725C27-F4C2-6C64-328A-A3FF524C8F5F}"/>
          </ac:grpSpMkLst>
        </pc:grpChg>
        <pc:grpChg chg="del mod">
          <ac:chgData name="#ALISTAIR YONG JIA JIN#" userId="a6a417cd-a477-42ba-8767-cb902a623224" providerId="ADAL" clId="{E7DC71DE-92F6-4CA6-83A7-B7FFED60B6B8}" dt="2025-09-01T14:31:30.286" v="1594" actId="478"/>
          <ac:grpSpMkLst>
            <pc:docMk/>
            <pc:sldMk cId="3915148487" sldId="385"/>
            <ac:grpSpMk id="50" creationId="{5B83814E-20AE-4DB2-0300-AAF4D09B3827}"/>
          </ac:grpSpMkLst>
        </pc:grpChg>
        <pc:picChg chg="add mod">
          <ac:chgData name="#ALISTAIR YONG JIA JIN#" userId="a6a417cd-a477-42ba-8767-cb902a623224" providerId="ADAL" clId="{E7DC71DE-92F6-4CA6-83A7-B7FFED60B6B8}" dt="2025-09-01T13:52:58.231" v="1147" actId="1076"/>
          <ac:picMkLst>
            <pc:docMk/>
            <pc:sldMk cId="3915148487" sldId="385"/>
            <ac:picMk id="4" creationId="{EA97FC17-0FFC-4D95-330C-0014556CE4F3}"/>
          </ac:picMkLst>
        </pc:picChg>
        <pc:cxnChg chg="add mod">
          <ac:chgData name="#ALISTAIR YONG JIA JIN#" userId="a6a417cd-a477-42ba-8767-cb902a623224" providerId="ADAL" clId="{E7DC71DE-92F6-4CA6-83A7-B7FFED60B6B8}" dt="2025-09-01T14:04:41.914" v="1285" actId="1035"/>
          <ac:cxnSpMkLst>
            <pc:docMk/>
            <pc:sldMk cId="3915148487" sldId="385"/>
            <ac:cxnSpMk id="28" creationId="{F27CE2D3-3B33-B28E-4FC2-AA1ADDD1E2B7}"/>
          </ac:cxnSpMkLst>
        </pc:cxnChg>
        <pc:cxnChg chg="add mod">
          <ac:chgData name="#ALISTAIR YONG JIA JIN#" userId="a6a417cd-a477-42ba-8767-cb902a623224" providerId="ADAL" clId="{E7DC71DE-92F6-4CA6-83A7-B7FFED60B6B8}" dt="2025-09-01T14:05:26.292" v="1288" actId="13822"/>
          <ac:cxnSpMkLst>
            <pc:docMk/>
            <pc:sldMk cId="3915148487" sldId="385"/>
            <ac:cxnSpMk id="30" creationId="{8B631466-29EF-F168-C366-6ED34E5BC1D7}"/>
          </ac:cxnSpMkLst>
        </pc:cxnChg>
        <pc:cxnChg chg="del mod">
          <ac:chgData name="#ALISTAIR YONG JIA JIN#" userId="a6a417cd-a477-42ba-8767-cb902a623224" providerId="ADAL" clId="{E7DC71DE-92F6-4CA6-83A7-B7FFED60B6B8}" dt="2025-09-01T14:31:30.286" v="1594" actId="478"/>
          <ac:cxnSpMkLst>
            <pc:docMk/>
            <pc:sldMk cId="3915148487" sldId="385"/>
            <ac:cxnSpMk id="44" creationId="{40DE8D31-923F-299F-6592-AA8983BB48A9}"/>
          </ac:cxnSpMkLst>
        </pc:cxnChg>
        <pc:cxnChg chg="add del mod">
          <ac:chgData name="#ALISTAIR YONG JIA JIN#" userId="a6a417cd-a477-42ba-8767-cb902a623224" providerId="ADAL" clId="{E7DC71DE-92F6-4CA6-83A7-B7FFED60B6B8}" dt="2025-09-01T14:31:30.286" v="1594" actId="478"/>
          <ac:cxnSpMkLst>
            <pc:docMk/>
            <pc:sldMk cId="3915148487" sldId="385"/>
            <ac:cxnSpMk id="54" creationId="{71DEDF78-5390-1A44-E2EF-95C1D461D695}"/>
          </ac:cxnSpMkLst>
        </pc:cxnChg>
      </pc:sldChg>
      <pc:sldChg chg="modSp add mod">
        <pc:chgData name="#ALISTAIR YONG JIA JIN#" userId="a6a417cd-a477-42ba-8767-cb902a623224" providerId="ADAL" clId="{E7DC71DE-92F6-4CA6-83A7-B7FFED60B6B8}" dt="2025-09-01T13:39:30.695" v="1018" actId="20577"/>
        <pc:sldMkLst>
          <pc:docMk/>
          <pc:sldMk cId="3337068186" sldId="386"/>
        </pc:sldMkLst>
        <pc:spChg chg="mod">
          <ac:chgData name="#ALISTAIR YONG JIA JIN#" userId="a6a417cd-a477-42ba-8767-cb902a623224" providerId="ADAL" clId="{E7DC71DE-92F6-4CA6-83A7-B7FFED60B6B8}" dt="2025-09-01T13:39:30.695" v="1018" actId="20577"/>
          <ac:spMkLst>
            <pc:docMk/>
            <pc:sldMk cId="3337068186" sldId="386"/>
            <ac:spMk id="4" creationId="{B90C734C-E319-B65A-E8D4-0F21EA55EBF3}"/>
          </ac:spMkLst>
        </pc:spChg>
        <pc:spChg chg="mod">
          <ac:chgData name="#ALISTAIR YONG JIA JIN#" userId="a6a417cd-a477-42ba-8767-cb902a623224" providerId="ADAL" clId="{E7DC71DE-92F6-4CA6-83A7-B7FFED60B6B8}" dt="2025-09-01T13:38:41.300" v="999" actId="20577"/>
          <ac:spMkLst>
            <pc:docMk/>
            <pc:sldMk cId="3337068186" sldId="386"/>
            <ac:spMk id="13314" creationId="{C6DB376C-717E-610D-BBC2-000C6120451F}"/>
          </ac:spMkLst>
        </pc:spChg>
      </pc:sldChg>
      <pc:sldChg chg="addSp modSp add mod replId modAnim">
        <pc:chgData name="#ALISTAIR YONG JIA JIN#" userId="a6a417cd-a477-42ba-8767-cb902a623224" providerId="ADAL" clId="{E7DC71DE-92F6-4CA6-83A7-B7FFED60B6B8}" dt="2025-09-01T14:58:28.606" v="1828"/>
        <pc:sldMkLst>
          <pc:docMk/>
          <pc:sldMk cId="413489928" sldId="387"/>
        </pc:sldMkLst>
        <pc:spChg chg="mod">
          <ac:chgData name="#ALISTAIR YONG JIA JIN#" userId="a6a417cd-a477-42ba-8767-cb902a623224" providerId="ADAL" clId="{E7DC71DE-92F6-4CA6-83A7-B7FFED60B6B8}" dt="2025-09-01T13:38:46.038" v="1001" actId="20577"/>
          <ac:spMkLst>
            <pc:docMk/>
            <pc:sldMk cId="413489928" sldId="387"/>
            <ac:spMk id="2" creationId="{5401123C-EFDF-E323-8837-FC95D1A21344}"/>
          </ac:spMkLst>
        </pc:spChg>
        <pc:spChg chg="mod">
          <ac:chgData name="#ALISTAIR YONG JIA JIN#" userId="a6a417cd-a477-42ba-8767-cb902a623224" providerId="ADAL" clId="{E7DC71DE-92F6-4CA6-83A7-B7FFED60B6B8}" dt="2025-09-01T14:48:38.172" v="1715" actId="20577"/>
          <ac:spMkLst>
            <pc:docMk/>
            <pc:sldMk cId="413489928" sldId="387"/>
            <ac:spMk id="6" creationId="{C7F25D11-EB27-9D3F-9FFE-447701CB09DC}"/>
          </ac:spMkLst>
        </pc:spChg>
        <pc:spChg chg="mod">
          <ac:chgData name="#ALISTAIR YONG JIA JIN#" userId="a6a417cd-a477-42ba-8767-cb902a623224" providerId="ADAL" clId="{E7DC71DE-92F6-4CA6-83A7-B7FFED60B6B8}" dt="2025-09-01T14:48:09.779" v="1709"/>
          <ac:spMkLst>
            <pc:docMk/>
            <pc:sldMk cId="413489928" sldId="387"/>
            <ac:spMk id="7" creationId="{719CC099-3A59-63F4-DF8F-5449326AB322}"/>
          </ac:spMkLst>
        </pc:spChg>
        <pc:spChg chg="mod">
          <ac:chgData name="#ALISTAIR YONG JIA JIN#" userId="a6a417cd-a477-42ba-8767-cb902a623224" providerId="ADAL" clId="{E7DC71DE-92F6-4CA6-83A7-B7FFED60B6B8}" dt="2025-09-01T14:48:41.215" v="1716" actId="20577"/>
          <ac:spMkLst>
            <pc:docMk/>
            <pc:sldMk cId="413489928" sldId="387"/>
            <ac:spMk id="10" creationId="{3FE6F62B-4D70-39E5-A7BA-A90B09C10C83}"/>
          </ac:spMkLst>
        </pc:spChg>
        <pc:spChg chg="mod">
          <ac:chgData name="#ALISTAIR YONG JIA JIN#" userId="a6a417cd-a477-42ba-8767-cb902a623224" providerId="ADAL" clId="{E7DC71DE-92F6-4CA6-83A7-B7FFED60B6B8}" dt="2025-09-01T14:48:36.145" v="1714" actId="20577"/>
          <ac:spMkLst>
            <pc:docMk/>
            <pc:sldMk cId="413489928" sldId="387"/>
            <ac:spMk id="13" creationId="{BDC66F7D-8D2F-BC98-677E-8A412E2B8DDE}"/>
          </ac:spMkLst>
        </pc:spChg>
        <pc:spChg chg="mod">
          <ac:chgData name="#ALISTAIR YONG JIA JIN#" userId="a6a417cd-a477-42ba-8767-cb902a623224" providerId="ADAL" clId="{E7DC71DE-92F6-4CA6-83A7-B7FFED60B6B8}" dt="2025-09-01T14:48:09.779" v="1709"/>
          <ac:spMkLst>
            <pc:docMk/>
            <pc:sldMk cId="413489928" sldId="387"/>
            <ac:spMk id="14" creationId="{10316C58-5C14-FB57-9AEF-282E6D1BEF59}"/>
          </ac:spMkLst>
        </pc:spChg>
        <pc:spChg chg="mod">
          <ac:chgData name="#ALISTAIR YONG JIA JIN#" userId="a6a417cd-a477-42ba-8767-cb902a623224" providerId="ADAL" clId="{E7DC71DE-92F6-4CA6-83A7-B7FFED60B6B8}" dt="2025-09-01T14:48:09.779" v="1709"/>
          <ac:spMkLst>
            <pc:docMk/>
            <pc:sldMk cId="413489928" sldId="387"/>
            <ac:spMk id="15" creationId="{EEBD86DA-C1C4-4F95-9CFC-3DD7186B53C2}"/>
          </ac:spMkLst>
        </pc:spChg>
        <pc:spChg chg="mod">
          <ac:chgData name="#ALISTAIR YONG JIA JIN#" userId="a6a417cd-a477-42ba-8767-cb902a623224" providerId="ADAL" clId="{E7DC71DE-92F6-4CA6-83A7-B7FFED60B6B8}" dt="2025-09-01T14:48:34.162" v="1713" actId="20577"/>
          <ac:spMkLst>
            <pc:docMk/>
            <pc:sldMk cId="413489928" sldId="387"/>
            <ac:spMk id="17" creationId="{79DCE9C0-34A6-4B15-7BE1-26BEC03FB43A}"/>
          </ac:spMkLst>
        </pc:spChg>
        <pc:spChg chg="mod">
          <ac:chgData name="#ALISTAIR YONG JIA JIN#" userId="a6a417cd-a477-42ba-8767-cb902a623224" providerId="ADAL" clId="{E7DC71DE-92F6-4CA6-83A7-B7FFED60B6B8}" dt="2025-09-01T14:48:09.779" v="1709"/>
          <ac:spMkLst>
            <pc:docMk/>
            <pc:sldMk cId="413489928" sldId="387"/>
            <ac:spMk id="18" creationId="{C9C42ADF-FB8B-D393-EA10-7A8FD8C9E2E3}"/>
          </ac:spMkLst>
        </pc:spChg>
        <pc:spChg chg="mod">
          <ac:chgData name="#ALISTAIR YONG JIA JIN#" userId="a6a417cd-a477-42ba-8767-cb902a623224" providerId="ADAL" clId="{E7DC71DE-92F6-4CA6-83A7-B7FFED60B6B8}" dt="2025-09-01T14:48:09.779" v="1709"/>
          <ac:spMkLst>
            <pc:docMk/>
            <pc:sldMk cId="413489928" sldId="387"/>
            <ac:spMk id="19" creationId="{EF213BF6-6623-A2E4-F569-E33F2D37FAE1}"/>
          </ac:spMkLst>
        </pc:spChg>
        <pc:spChg chg="mod">
          <ac:chgData name="#ALISTAIR YONG JIA JIN#" userId="a6a417cd-a477-42ba-8767-cb902a623224" providerId="ADAL" clId="{E7DC71DE-92F6-4CA6-83A7-B7FFED60B6B8}" dt="2025-09-01T14:48:30.928" v="1712" actId="20577"/>
          <ac:spMkLst>
            <pc:docMk/>
            <pc:sldMk cId="413489928" sldId="387"/>
            <ac:spMk id="21" creationId="{FAFD51D7-B32A-EEE1-4AF4-3EFB1895CF1C}"/>
          </ac:spMkLst>
        </pc:spChg>
        <pc:spChg chg="mod">
          <ac:chgData name="#ALISTAIR YONG JIA JIN#" userId="a6a417cd-a477-42ba-8767-cb902a623224" providerId="ADAL" clId="{E7DC71DE-92F6-4CA6-83A7-B7FFED60B6B8}" dt="2025-09-01T14:48:09.779" v="1709"/>
          <ac:spMkLst>
            <pc:docMk/>
            <pc:sldMk cId="413489928" sldId="387"/>
            <ac:spMk id="22" creationId="{B550DF15-3C03-C925-FFF6-E2FE27B737D7}"/>
          </ac:spMkLst>
        </pc:spChg>
        <pc:spChg chg="mod">
          <ac:chgData name="#ALISTAIR YONG JIA JIN#" userId="a6a417cd-a477-42ba-8767-cb902a623224" providerId="ADAL" clId="{E7DC71DE-92F6-4CA6-83A7-B7FFED60B6B8}" dt="2025-09-01T14:48:42.791" v="1717" actId="20577"/>
          <ac:spMkLst>
            <pc:docMk/>
            <pc:sldMk cId="413489928" sldId="387"/>
            <ac:spMk id="25" creationId="{416DF6F1-ACC2-829A-6931-C01ACD00BDE3}"/>
          </ac:spMkLst>
        </pc:spChg>
        <pc:spChg chg="mod">
          <ac:chgData name="#ALISTAIR YONG JIA JIN#" userId="a6a417cd-a477-42ba-8767-cb902a623224" providerId="ADAL" clId="{E7DC71DE-92F6-4CA6-83A7-B7FFED60B6B8}" dt="2025-09-01T14:48:23.057" v="1710"/>
          <ac:spMkLst>
            <pc:docMk/>
            <pc:sldMk cId="413489928" sldId="387"/>
            <ac:spMk id="26" creationId="{473B6A1E-38A4-8960-B3EF-6CF8CEE195B7}"/>
          </ac:spMkLst>
        </pc:spChg>
        <pc:spChg chg="mod">
          <ac:chgData name="#ALISTAIR YONG JIA JIN#" userId="a6a417cd-a477-42ba-8767-cb902a623224" providerId="ADAL" clId="{E7DC71DE-92F6-4CA6-83A7-B7FFED60B6B8}" dt="2025-09-01T14:48:27.953" v="1711" actId="1076"/>
          <ac:spMkLst>
            <pc:docMk/>
            <pc:sldMk cId="413489928" sldId="387"/>
            <ac:spMk id="27" creationId="{1F6ADBDD-A096-3AB9-2F88-310E8B53CEBC}"/>
          </ac:spMkLst>
        </pc:spChg>
        <pc:spChg chg="mod">
          <ac:chgData name="#ALISTAIR YONG JIA JIN#" userId="a6a417cd-a477-42ba-8767-cb902a623224" providerId="ADAL" clId="{E7DC71DE-92F6-4CA6-83A7-B7FFED60B6B8}" dt="2025-09-01T14:48:44.137" v="1718" actId="20577"/>
          <ac:spMkLst>
            <pc:docMk/>
            <pc:sldMk cId="413489928" sldId="387"/>
            <ac:spMk id="29" creationId="{E32CD086-CBF5-FA15-DA97-FBBF0790CD26}"/>
          </ac:spMkLst>
        </pc:spChg>
        <pc:spChg chg="mod">
          <ac:chgData name="#ALISTAIR YONG JIA JIN#" userId="a6a417cd-a477-42ba-8767-cb902a623224" providerId="ADAL" clId="{E7DC71DE-92F6-4CA6-83A7-B7FFED60B6B8}" dt="2025-09-01T14:48:23.057" v="1710"/>
          <ac:spMkLst>
            <pc:docMk/>
            <pc:sldMk cId="413489928" sldId="387"/>
            <ac:spMk id="30" creationId="{0F571F20-23AD-C29C-8C60-9AD3AA348AA8}"/>
          </ac:spMkLst>
        </pc:spChg>
        <pc:spChg chg="add mod">
          <ac:chgData name="#ALISTAIR YONG JIA JIN#" userId="a6a417cd-a477-42ba-8767-cb902a623224" providerId="ADAL" clId="{E7DC71DE-92F6-4CA6-83A7-B7FFED60B6B8}" dt="2025-09-01T14:48:27.953" v="1711" actId="1076"/>
          <ac:spMkLst>
            <pc:docMk/>
            <pc:sldMk cId="413489928" sldId="387"/>
            <ac:spMk id="31" creationId="{CF17EFB5-68C0-2530-FEC6-3E45A5BCE874}"/>
          </ac:spMkLst>
        </pc:spChg>
        <pc:spChg chg="mod">
          <ac:chgData name="#ALISTAIR YONG JIA JIN#" userId="a6a417cd-a477-42ba-8767-cb902a623224" providerId="ADAL" clId="{E7DC71DE-92F6-4CA6-83A7-B7FFED60B6B8}" dt="2025-09-01T14:48:46.310" v="1719" actId="20577"/>
          <ac:spMkLst>
            <pc:docMk/>
            <pc:sldMk cId="413489928" sldId="387"/>
            <ac:spMk id="33" creationId="{F0F869C0-F25C-7BDD-97AF-AB905BB6FF6D}"/>
          </ac:spMkLst>
        </pc:spChg>
        <pc:spChg chg="mod">
          <ac:chgData name="#ALISTAIR YONG JIA JIN#" userId="a6a417cd-a477-42ba-8767-cb902a623224" providerId="ADAL" clId="{E7DC71DE-92F6-4CA6-83A7-B7FFED60B6B8}" dt="2025-09-01T14:48:23.057" v="1710"/>
          <ac:spMkLst>
            <pc:docMk/>
            <pc:sldMk cId="413489928" sldId="387"/>
            <ac:spMk id="34" creationId="{11FE4682-F52B-E56E-617F-91A5C33B9CF2}"/>
          </ac:spMkLst>
        </pc:spChg>
        <pc:spChg chg="add mod">
          <ac:chgData name="#ALISTAIR YONG JIA JIN#" userId="a6a417cd-a477-42ba-8767-cb902a623224" providerId="ADAL" clId="{E7DC71DE-92F6-4CA6-83A7-B7FFED60B6B8}" dt="2025-09-01T14:48:27.953" v="1711" actId="1076"/>
          <ac:spMkLst>
            <pc:docMk/>
            <pc:sldMk cId="413489928" sldId="387"/>
            <ac:spMk id="35" creationId="{B2203BC8-9652-A756-23B7-112DD511C169}"/>
          </ac:spMkLst>
        </pc:spChg>
        <pc:spChg chg="mod">
          <ac:chgData name="#ALISTAIR YONG JIA JIN#" userId="a6a417cd-a477-42ba-8767-cb902a623224" providerId="ADAL" clId="{E7DC71DE-92F6-4CA6-83A7-B7FFED60B6B8}" dt="2025-09-01T14:48:47.748" v="1720" actId="20577"/>
          <ac:spMkLst>
            <pc:docMk/>
            <pc:sldMk cId="413489928" sldId="387"/>
            <ac:spMk id="37" creationId="{C38EBD0F-61EA-50BE-C491-297B1B95FC9A}"/>
          </ac:spMkLst>
        </pc:spChg>
        <pc:spChg chg="add mod">
          <ac:chgData name="#ALISTAIR YONG JIA JIN#" userId="a6a417cd-a477-42ba-8767-cb902a623224" providerId="ADAL" clId="{E7DC71DE-92F6-4CA6-83A7-B7FFED60B6B8}" dt="2025-09-01T14:48:27.953" v="1711" actId="1076"/>
          <ac:spMkLst>
            <pc:docMk/>
            <pc:sldMk cId="413489928" sldId="387"/>
            <ac:spMk id="39" creationId="{F1ECCE8B-19F4-A14A-B348-9AA843E18A21}"/>
          </ac:spMkLst>
        </pc:spChg>
        <pc:spChg chg="mod">
          <ac:chgData name="#ALISTAIR YONG JIA JIN#" userId="a6a417cd-a477-42ba-8767-cb902a623224" providerId="ADAL" clId="{E7DC71DE-92F6-4CA6-83A7-B7FFED60B6B8}" dt="2025-09-01T14:48:51.439" v="1721" actId="20577"/>
          <ac:spMkLst>
            <pc:docMk/>
            <pc:sldMk cId="413489928" sldId="387"/>
            <ac:spMk id="41" creationId="{2A6C07D2-4856-A74B-0526-2CF8B1AF53C4}"/>
          </ac:spMkLst>
        </pc:spChg>
        <pc:spChg chg="add mod">
          <ac:chgData name="#ALISTAIR YONG JIA JIN#" userId="a6a417cd-a477-42ba-8767-cb902a623224" providerId="ADAL" clId="{E7DC71DE-92F6-4CA6-83A7-B7FFED60B6B8}" dt="2025-09-01T14:51:52.299" v="1766" actId="14100"/>
          <ac:spMkLst>
            <pc:docMk/>
            <pc:sldMk cId="413489928" sldId="387"/>
            <ac:spMk id="43" creationId="{16E5EFF5-9B53-2EC2-C014-A4D989E79F4A}"/>
          </ac:spMkLst>
        </pc:spChg>
        <pc:grpChg chg="mod">
          <ac:chgData name="#ALISTAIR YONG JIA JIN#" userId="a6a417cd-a477-42ba-8767-cb902a623224" providerId="ADAL" clId="{E7DC71DE-92F6-4CA6-83A7-B7FFED60B6B8}" dt="2025-09-01T14:48:27.953" v="1711" actId="1076"/>
          <ac:grpSpMkLst>
            <pc:docMk/>
            <pc:sldMk cId="413489928" sldId="387"/>
            <ac:grpSpMk id="24" creationId="{719B79C2-9A69-4BC5-9B22-A23DD146F0FA}"/>
          </ac:grpSpMkLst>
        </pc:grpChg>
        <pc:grpChg chg="mod">
          <ac:chgData name="#ALISTAIR YONG JIA JIN#" userId="a6a417cd-a477-42ba-8767-cb902a623224" providerId="ADAL" clId="{E7DC71DE-92F6-4CA6-83A7-B7FFED60B6B8}" dt="2025-09-01T14:48:27.953" v="1711" actId="1076"/>
          <ac:grpSpMkLst>
            <pc:docMk/>
            <pc:sldMk cId="413489928" sldId="387"/>
            <ac:grpSpMk id="28" creationId="{23DD5E95-25BE-360A-E760-2CD813B53FFB}"/>
          </ac:grpSpMkLst>
        </pc:grpChg>
        <pc:grpChg chg="mod">
          <ac:chgData name="#ALISTAIR YONG JIA JIN#" userId="a6a417cd-a477-42ba-8767-cb902a623224" providerId="ADAL" clId="{E7DC71DE-92F6-4CA6-83A7-B7FFED60B6B8}" dt="2025-09-01T14:48:27.953" v="1711" actId="1076"/>
          <ac:grpSpMkLst>
            <pc:docMk/>
            <pc:sldMk cId="413489928" sldId="387"/>
            <ac:grpSpMk id="32" creationId="{A335BF2F-5F5E-344F-8E0B-1F3AA4F7DC82}"/>
          </ac:grpSpMkLst>
        </pc:grpChg>
        <pc:grpChg chg="mod">
          <ac:chgData name="#ALISTAIR YONG JIA JIN#" userId="a6a417cd-a477-42ba-8767-cb902a623224" providerId="ADAL" clId="{E7DC71DE-92F6-4CA6-83A7-B7FFED60B6B8}" dt="2025-09-01T14:48:27.953" v="1711" actId="1076"/>
          <ac:grpSpMkLst>
            <pc:docMk/>
            <pc:sldMk cId="413489928" sldId="387"/>
            <ac:grpSpMk id="36" creationId="{7AD760F8-E1B8-422C-9268-3CBBF67D3A50}"/>
          </ac:grpSpMkLst>
        </pc:grpChg>
        <pc:grpChg chg="mod">
          <ac:chgData name="#ALISTAIR YONG JIA JIN#" userId="a6a417cd-a477-42ba-8767-cb902a623224" providerId="ADAL" clId="{E7DC71DE-92F6-4CA6-83A7-B7FFED60B6B8}" dt="2025-09-01T14:48:27.953" v="1711" actId="1076"/>
          <ac:grpSpMkLst>
            <pc:docMk/>
            <pc:sldMk cId="413489928" sldId="387"/>
            <ac:grpSpMk id="40" creationId="{2E3DAE13-78BD-0119-B72A-57B972BA6F42}"/>
          </ac:grpSpMkLst>
        </pc:grpChg>
        <pc:picChg chg="add mod">
          <ac:chgData name="#ALISTAIR YONG JIA JIN#" userId="a6a417cd-a477-42ba-8767-cb902a623224" providerId="ADAL" clId="{E7DC71DE-92F6-4CA6-83A7-B7FFED60B6B8}" dt="2025-09-01T14:47:13.729" v="1708" actId="1076"/>
          <ac:picMkLst>
            <pc:docMk/>
            <pc:sldMk cId="413489928" sldId="387"/>
            <ac:picMk id="4" creationId="{3B442088-0C5F-4813-DA3B-14040B6D58F4}"/>
          </ac:picMkLst>
        </pc:picChg>
      </pc:sldChg>
      <pc:sldChg chg="modSp add mod">
        <pc:chgData name="#ALISTAIR YONG JIA JIN#" userId="a6a417cd-a477-42ba-8767-cb902a623224" providerId="ADAL" clId="{E7DC71DE-92F6-4CA6-83A7-B7FFED60B6B8}" dt="2025-09-01T13:39:57.320" v="1028" actId="20577"/>
        <pc:sldMkLst>
          <pc:docMk/>
          <pc:sldMk cId="1507637907" sldId="388"/>
        </pc:sldMkLst>
        <pc:spChg chg="mod">
          <ac:chgData name="#ALISTAIR YONG JIA JIN#" userId="a6a417cd-a477-42ba-8767-cb902a623224" providerId="ADAL" clId="{E7DC71DE-92F6-4CA6-83A7-B7FFED60B6B8}" dt="2025-09-01T13:39:57.320" v="1028" actId="20577"/>
          <ac:spMkLst>
            <pc:docMk/>
            <pc:sldMk cId="1507637907" sldId="388"/>
            <ac:spMk id="4" creationId="{5BA9BA0D-418B-275A-6C9D-95F4ACB60D19}"/>
          </ac:spMkLst>
        </pc:spChg>
        <pc:spChg chg="mod">
          <ac:chgData name="#ALISTAIR YONG JIA JIN#" userId="a6a417cd-a477-42ba-8767-cb902a623224" providerId="ADAL" clId="{E7DC71DE-92F6-4CA6-83A7-B7FFED60B6B8}" dt="2025-09-01T13:38:49.044" v="1003" actId="20577"/>
          <ac:spMkLst>
            <pc:docMk/>
            <pc:sldMk cId="1507637907" sldId="388"/>
            <ac:spMk id="13314" creationId="{6B2A5EB0-05CF-9F1E-7CB5-CBCEDEB8C06C}"/>
          </ac:spMkLst>
        </pc:spChg>
      </pc:sldChg>
      <pc:sldChg chg="addSp delSp modSp add mod replId modAnim">
        <pc:chgData name="#ALISTAIR YONG JIA JIN#" userId="a6a417cd-a477-42ba-8767-cb902a623224" providerId="ADAL" clId="{E7DC71DE-92F6-4CA6-83A7-B7FFED60B6B8}" dt="2025-09-01T15:05:10.840" v="1917" actId="14100"/>
        <pc:sldMkLst>
          <pc:docMk/>
          <pc:sldMk cId="1425474557" sldId="389"/>
        </pc:sldMkLst>
        <pc:spChg chg="mod">
          <ac:chgData name="#ALISTAIR YONG JIA JIN#" userId="a6a417cd-a477-42ba-8767-cb902a623224" providerId="ADAL" clId="{E7DC71DE-92F6-4CA6-83A7-B7FFED60B6B8}" dt="2025-09-01T13:38:52.372" v="1005" actId="20577"/>
          <ac:spMkLst>
            <pc:docMk/>
            <pc:sldMk cId="1425474557" sldId="389"/>
            <ac:spMk id="2" creationId="{92DCA995-58A3-9A24-546D-259AFD53F733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6" creationId="{AE82A657-20EC-FFB2-80B0-03B04D2DD587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8" creationId="{F3A56DF2-E3E9-647C-9E7D-C23CA226BBAC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10" creationId="{867E3F6E-3131-CDC9-B02A-192E28ACCD08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11" creationId="{F95F2DC3-ECB3-1E83-A1A3-71D68555EB5A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13" creationId="{B3F0D278-643F-1D17-B8C7-B1FDFD686E6F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17" creationId="{CAAE8AEC-6A98-27D6-985B-7979A6489958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18" creationId="{BDBF76B3-DF9D-154C-56E9-729209A2B368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19" creationId="{A6098F36-2BCC-470A-C586-5BD54C6D0D47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21" creationId="{A90AEB13-353F-2F31-FF7B-2D71133C0179}"/>
          </ac:spMkLst>
        </pc:spChg>
        <pc:spChg chg="mod">
          <ac:chgData name="#ALISTAIR YONG JIA JIN#" userId="a6a417cd-a477-42ba-8767-cb902a623224" providerId="ADAL" clId="{E7DC71DE-92F6-4CA6-83A7-B7FFED60B6B8}" dt="2025-09-01T15:01:19.390" v="1851"/>
          <ac:spMkLst>
            <pc:docMk/>
            <pc:sldMk cId="1425474557" sldId="389"/>
            <ac:spMk id="23" creationId="{5AFBE021-B290-8447-7590-333BFB473D47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25" creationId="{AE82A657-20EC-FFB2-80B0-03B04D2DD587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26" creationId="{E62E8E9C-9D97-249C-8BC3-C156B388C516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27" creationId="{F3A56DF2-E3E9-647C-9E7D-C23CA226BBAC}"/>
          </ac:spMkLst>
        </pc:spChg>
        <pc:spChg chg="mod">
          <ac:chgData name="#ALISTAIR YONG JIA JIN#" userId="a6a417cd-a477-42ba-8767-cb902a623224" providerId="ADAL" clId="{E7DC71DE-92F6-4CA6-83A7-B7FFED60B6B8}" dt="2025-09-01T15:03:25.526" v="1889" actId="20577"/>
          <ac:spMkLst>
            <pc:docMk/>
            <pc:sldMk cId="1425474557" sldId="389"/>
            <ac:spMk id="29" creationId="{867E3F6E-3131-CDC9-B02A-192E28ACCD08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30" creationId="{F95F2DC3-ECB3-1E83-A1A3-71D68555EB5A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33" creationId="{75E23926-F0FB-EAE7-F1AE-0FA872B4EAEE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36" creationId="{CAAE8AEC-6A98-27D6-985B-7979A6489958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37" creationId="{BDBF76B3-DF9D-154C-56E9-729209A2B368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38" creationId="{A6098F36-2BCC-470A-C586-5BD54C6D0D47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41" creationId="{4799ADE9-3058-6FF7-53D0-1287B0097253}"/>
          </ac:spMkLst>
        </pc:spChg>
        <pc:spChg chg="mod">
          <ac:chgData name="#ALISTAIR YONG JIA JIN#" userId="a6a417cd-a477-42ba-8767-cb902a623224" providerId="ADAL" clId="{E7DC71DE-92F6-4CA6-83A7-B7FFED60B6B8}" dt="2025-09-01T15:01:49.889" v="1858"/>
          <ac:spMkLst>
            <pc:docMk/>
            <pc:sldMk cId="1425474557" sldId="389"/>
            <ac:spMk id="42" creationId="{5AFBE021-B290-8447-7590-333BFB473D47}"/>
          </ac:spMkLst>
        </pc:spChg>
        <pc:spChg chg="add mod">
          <ac:chgData name="#ALISTAIR YONG JIA JIN#" userId="a6a417cd-a477-42ba-8767-cb902a623224" providerId="ADAL" clId="{E7DC71DE-92F6-4CA6-83A7-B7FFED60B6B8}" dt="2025-09-01T15:02:46.556" v="1885" actId="1076"/>
          <ac:spMkLst>
            <pc:docMk/>
            <pc:sldMk cId="1425474557" sldId="389"/>
            <ac:spMk id="43" creationId="{2C37A404-001A-F428-76D2-DC1D8D756A55}"/>
          </ac:spMkLst>
        </pc:spChg>
        <pc:spChg chg="add mod">
          <ac:chgData name="#ALISTAIR YONG JIA JIN#" userId="a6a417cd-a477-42ba-8767-cb902a623224" providerId="ADAL" clId="{E7DC71DE-92F6-4CA6-83A7-B7FFED60B6B8}" dt="2025-09-01T15:04:20.027" v="1899" actId="207"/>
          <ac:spMkLst>
            <pc:docMk/>
            <pc:sldMk cId="1425474557" sldId="389"/>
            <ac:spMk id="44" creationId="{52E7B2AF-CED7-A34D-20D6-55972E811698}"/>
          </ac:spMkLst>
        </pc:spChg>
        <pc:spChg chg="add mod">
          <ac:chgData name="#ALISTAIR YONG JIA JIN#" userId="a6a417cd-a477-42ba-8767-cb902a623224" providerId="ADAL" clId="{E7DC71DE-92F6-4CA6-83A7-B7FFED60B6B8}" dt="2025-09-01T15:05:10.840" v="1917" actId="14100"/>
          <ac:spMkLst>
            <pc:docMk/>
            <pc:sldMk cId="1425474557" sldId="389"/>
            <ac:spMk id="45" creationId="{BE9F8B69-931B-A7B2-FC59-B1C300D99628}"/>
          </ac:spMkLst>
        </pc:spChg>
        <pc:grpChg chg="del mod">
          <ac:chgData name="#ALISTAIR YONG JIA JIN#" userId="a6a417cd-a477-42ba-8767-cb902a623224" providerId="ADAL" clId="{E7DC71DE-92F6-4CA6-83A7-B7FFED60B6B8}" dt="2025-09-01T15:01:46.725" v="1856" actId="21"/>
          <ac:grpSpMkLst>
            <pc:docMk/>
            <pc:sldMk cId="1425474557" sldId="389"/>
            <ac:grpSpMk id="5" creationId="{DFC2874E-5C91-B7F5-478F-0602835B7CB1}"/>
          </ac:grpSpMkLst>
        </pc:grpChg>
        <pc:grpChg chg="del mod">
          <ac:chgData name="#ALISTAIR YONG JIA JIN#" userId="a6a417cd-a477-42ba-8767-cb902a623224" providerId="ADAL" clId="{E7DC71DE-92F6-4CA6-83A7-B7FFED60B6B8}" dt="2025-09-01T15:01:46.725" v="1856" actId="21"/>
          <ac:grpSpMkLst>
            <pc:docMk/>
            <pc:sldMk cId="1425474557" sldId="389"/>
            <ac:grpSpMk id="9" creationId="{3371B81C-A06E-DF39-5B0F-A0A33F239CA4}"/>
          </ac:grpSpMkLst>
        </pc:grpChg>
        <pc:grpChg chg="del mod">
          <ac:chgData name="#ALISTAIR YONG JIA JIN#" userId="a6a417cd-a477-42ba-8767-cb902a623224" providerId="ADAL" clId="{E7DC71DE-92F6-4CA6-83A7-B7FFED60B6B8}" dt="2025-09-01T15:01:46.725" v="1856" actId="21"/>
          <ac:grpSpMkLst>
            <pc:docMk/>
            <pc:sldMk cId="1425474557" sldId="389"/>
            <ac:grpSpMk id="12" creationId="{2FA58297-1F20-4527-3F00-D41BE0C77F8A}"/>
          </ac:grpSpMkLst>
        </pc:grpChg>
        <pc:grpChg chg="del mod">
          <ac:chgData name="#ALISTAIR YONG JIA JIN#" userId="a6a417cd-a477-42ba-8767-cb902a623224" providerId="ADAL" clId="{E7DC71DE-92F6-4CA6-83A7-B7FFED60B6B8}" dt="2025-09-01T15:01:46.725" v="1856" actId="21"/>
          <ac:grpSpMkLst>
            <pc:docMk/>
            <pc:sldMk cId="1425474557" sldId="389"/>
            <ac:grpSpMk id="16" creationId="{707327AB-25B6-018F-3FA8-98A71ADCC7A8}"/>
          </ac:grpSpMkLst>
        </pc:grpChg>
        <pc:grpChg chg="del mod">
          <ac:chgData name="#ALISTAIR YONG JIA JIN#" userId="a6a417cd-a477-42ba-8767-cb902a623224" providerId="ADAL" clId="{E7DC71DE-92F6-4CA6-83A7-B7FFED60B6B8}" dt="2025-09-01T15:01:46.725" v="1856" actId="21"/>
          <ac:grpSpMkLst>
            <pc:docMk/>
            <pc:sldMk cId="1425474557" sldId="389"/>
            <ac:grpSpMk id="20" creationId="{12B00195-9131-53BD-3E1E-9A98300249BF}"/>
          </ac:grpSpMkLst>
        </pc:grpChg>
        <pc:grpChg chg="del mod">
          <ac:chgData name="#ALISTAIR YONG JIA JIN#" userId="a6a417cd-a477-42ba-8767-cb902a623224" providerId="ADAL" clId="{E7DC71DE-92F6-4CA6-83A7-B7FFED60B6B8}" dt="2025-09-01T15:03:21.052" v="1888" actId="478"/>
          <ac:grpSpMkLst>
            <pc:docMk/>
            <pc:sldMk cId="1425474557" sldId="389"/>
            <ac:grpSpMk id="24" creationId="{DFC2874E-5C91-B7F5-478F-0602835B7CB1}"/>
          </ac:grpSpMkLst>
        </pc:grpChg>
        <pc:grpChg chg="mod">
          <ac:chgData name="#ALISTAIR YONG JIA JIN#" userId="a6a417cd-a477-42ba-8767-cb902a623224" providerId="ADAL" clId="{E7DC71DE-92F6-4CA6-83A7-B7FFED60B6B8}" dt="2025-09-01T15:03:10.041" v="1886" actId="1076"/>
          <ac:grpSpMkLst>
            <pc:docMk/>
            <pc:sldMk cId="1425474557" sldId="389"/>
            <ac:grpSpMk id="28" creationId="{3371B81C-A06E-DF39-5B0F-A0A33F239CA4}"/>
          </ac:grpSpMkLst>
        </pc:grpChg>
        <pc:grpChg chg="del mod">
          <ac:chgData name="#ALISTAIR YONG JIA JIN#" userId="a6a417cd-a477-42ba-8767-cb902a623224" providerId="ADAL" clId="{E7DC71DE-92F6-4CA6-83A7-B7FFED60B6B8}" dt="2025-09-01T15:03:21.052" v="1888" actId="478"/>
          <ac:grpSpMkLst>
            <pc:docMk/>
            <pc:sldMk cId="1425474557" sldId="389"/>
            <ac:grpSpMk id="31" creationId="{2FA58297-1F20-4527-3F00-D41BE0C77F8A}"/>
          </ac:grpSpMkLst>
        </pc:grpChg>
        <pc:grpChg chg="del mod">
          <ac:chgData name="#ALISTAIR YONG JIA JIN#" userId="a6a417cd-a477-42ba-8767-cb902a623224" providerId="ADAL" clId="{E7DC71DE-92F6-4CA6-83A7-B7FFED60B6B8}" dt="2025-09-01T15:03:21.052" v="1888" actId="478"/>
          <ac:grpSpMkLst>
            <pc:docMk/>
            <pc:sldMk cId="1425474557" sldId="389"/>
            <ac:grpSpMk id="35" creationId="{707327AB-25B6-018F-3FA8-98A71ADCC7A8}"/>
          </ac:grpSpMkLst>
        </pc:grpChg>
        <pc:grpChg chg="del mod">
          <ac:chgData name="#ALISTAIR YONG JIA JIN#" userId="a6a417cd-a477-42ba-8767-cb902a623224" providerId="ADAL" clId="{E7DC71DE-92F6-4CA6-83A7-B7FFED60B6B8}" dt="2025-09-01T15:03:21.052" v="1888" actId="478"/>
          <ac:grpSpMkLst>
            <pc:docMk/>
            <pc:sldMk cId="1425474557" sldId="389"/>
            <ac:grpSpMk id="39" creationId="{12B00195-9131-53BD-3E1E-9A98300249BF}"/>
          </ac:grpSpMkLst>
        </pc:grpChg>
        <pc:picChg chg="add mod">
          <ac:chgData name="#ALISTAIR YONG JIA JIN#" userId="a6a417cd-a477-42ba-8767-cb902a623224" providerId="ADAL" clId="{E7DC71DE-92F6-4CA6-83A7-B7FFED60B6B8}" dt="2025-09-01T15:01:49.325" v="1857" actId="1076"/>
          <ac:picMkLst>
            <pc:docMk/>
            <pc:sldMk cId="1425474557" sldId="389"/>
            <ac:picMk id="4" creationId="{F8260872-651C-84C4-EC78-4234381C1899}"/>
          </ac:picMkLst>
        </pc:picChg>
      </pc:sldChg>
      <pc:sldChg chg="addSp delSp modSp add mod delAnim">
        <pc:chgData name="#ALISTAIR YONG JIA JIN#" userId="a6a417cd-a477-42ba-8767-cb902a623224" providerId="ADAL" clId="{E7DC71DE-92F6-4CA6-83A7-B7FFED60B6B8}" dt="2025-09-01T13:46:38.848" v="1076" actId="478"/>
        <pc:sldMkLst>
          <pc:docMk/>
          <pc:sldMk cId="199684229" sldId="390"/>
        </pc:sldMkLst>
        <pc:spChg chg="add mod">
          <ac:chgData name="#ALISTAIR YONG JIA JIN#" userId="a6a417cd-a477-42ba-8767-cb902a623224" providerId="ADAL" clId="{E7DC71DE-92F6-4CA6-83A7-B7FFED60B6B8}" dt="2025-09-01T13:46:36.599" v="1075" actId="14100"/>
          <ac:spMkLst>
            <pc:docMk/>
            <pc:sldMk cId="199684229" sldId="390"/>
            <ac:spMk id="3" creationId="{E097C388-9E5C-3D25-C92B-10DA685E214B}"/>
          </ac:spMkLst>
        </pc:spChg>
        <pc:grpChg chg="del">
          <ac:chgData name="#ALISTAIR YONG JIA JIN#" userId="a6a417cd-a477-42ba-8767-cb902a623224" providerId="ADAL" clId="{E7DC71DE-92F6-4CA6-83A7-B7FFED60B6B8}" dt="2025-09-01T13:46:38.848" v="1076" actId="478"/>
          <ac:grpSpMkLst>
            <pc:docMk/>
            <pc:sldMk cId="199684229" sldId="390"/>
            <ac:grpSpMk id="42" creationId="{B1E6098A-926D-BCE8-36F8-AC4255CB26EA}"/>
          </ac:grpSpMkLst>
        </pc:grpChg>
        <pc:grpChg chg="del">
          <ac:chgData name="#ALISTAIR YONG JIA JIN#" userId="a6a417cd-a477-42ba-8767-cb902a623224" providerId="ADAL" clId="{E7DC71DE-92F6-4CA6-83A7-B7FFED60B6B8}" dt="2025-09-01T13:46:38.848" v="1076" actId="478"/>
          <ac:grpSpMkLst>
            <pc:docMk/>
            <pc:sldMk cId="199684229" sldId="390"/>
            <ac:grpSpMk id="46" creationId="{256910C7-2792-485A-3E27-BED80B24DDB2}"/>
          </ac:grpSpMkLst>
        </pc:grpChg>
        <pc:grpChg chg="del">
          <ac:chgData name="#ALISTAIR YONG JIA JIN#" userId="a6a417cd-a477-42ba-8767-cb902a623224" providerId="ADAL" clId="{E7DC71DE-92F6-4CA6-83A7-B7FFED60B6B8}" dt="2025-09-01T13:46:38.848" v="1076" actId="478"/>
          <ac:grpSpMkLst>
            <pc:docMk/>
            <pc:sldMk cId="199684229" sldId="390"/>
            <ac:grpSpMk id="50" creationId="{90BC5B28-7CFE-0204-E002-5EE5D9A36EFE}"/>
          </ac:grpSpMkLst>
        </pc:grpChg>
      </pc:sldChg>
      <pc:sldChg chg="addSp delSp modSp add del mod delAnim modAnim">
        <pc:chgData name="#ALISTAIR YONG JIA JIN#" userId="a6a417cd-a477-42ba-8767-cb902a623224" providerId="ADAL" clId="{E7DC71DE-92F6-4CA6-83A7-B7FFED60B6B8}" dt="2025-09-01T14:01:02.717" v="1249" actId="47"/>
        <pc:sldMkLst>
          <pc:docMk/>
          <pc:sldMk cId="2375529255" sldId="391"/>
        </pc:sldMkLst>
        <pc:spChg chg="add del">
          <ac:chgData name="#ALISTAIR YONG JIA JIN#" userId="a6a417cd-a477-42ba-8767-cb902a623224" providerId="ADAL" clId="{E7DC71DE-92F6-4CA6-83A7-B7FFED60B6B8}" dt="2025-09-01T13:58:18.114" v="1218" actId="21"/>
          <ac:spMkLst>
            <pc:docMk/>
            <pc:sldMk cId="2375529255" sldId="391"/>
            <ac:spMk id="2" creationId="{01535FAA-2EBB-D5BF-F13D-F18F51DE6908}"/>
          </ac:spMkLst>
        </pc:spChg>
        <pc:spChg chg="add mod">
          <ac:chgData name="#ALISTAIR YONG JIA JIN#" userId="a6a417cd-a477-42ba-8767-cb902a623224" providerId="ADAL" clId="{E7DC71DE-92F6-4CA6-83A7-B7FFED60B6B8}" dt="2025-09-01T13:58:01.420" v="1213" actId="1076"/>
          <ac:spMkLst>
            <pc:docMk/>
            <pc:sldMk cId="2375529255" sldId="391"/>
            <ac:spMk id="3" creationId="{02693139-479A-ADCB-CA72-FF233729C3BB}"/>
          </ac:spMkLst>
        </pc:spChg>
        <pc:spChg chg="del">
          <ac:chgData name="#ALISTAIR YONG JIA JIN#" userId="a6a417cd-a477-42ba-8767-cb902a623224" providerId="ADAL" clId="{E7DC71DE-92F6-4CA6-83A7-B7FFED60B6B8}" dt="2025-09-01T13:56:50.156" v="1192" actId="478"/>
          <ac:spMkLst>
            <pc:docMk/>
            <pc:sldMk cId="2375529255" sldId="391"/>
            <ac:spMk id="8" creationId="{C8FB2539-994A-FDF5-05D7-E02F047EA826}"/>
          </ac:spMkLst>
        </pc:spChg>
        <pc:spChg chg="del">
          <ac:chgData name="#ALISTAIR YONG JIA JIN#" userId="a6a417cd-a477-42ba-8767-cb902a623224" providerId="ADAL" clId="{E7DC71DE-92F6-4CA6-83A7-B7FFED60B6B8}" dt="2025-09-01T13:56:52.569" v="1193" actId="478"/>
          <ac:spMkLst>
            <pc:docMk/>
            <pc:sldMk cId="2375529255" sldId="391"/>
            <ac:spMk id="12" creationId="{C01DFAE5-7869-6CD5-A1AB-FEE1F83AB097}"/>
          </ac:spMkLst>
        </pc:spChg>
        <pc:spChg chg="mod">
          <ac:chgData name="#ALISTAIR YONG JIA JIN#" userId="a6a417cd-a477-42ba-8767-cb902a623224" providerId="ADAL" clId="{E7DC71DE-92F6-4CA6-83A7-B7FFED60B6B8}" dt="2025-09-01T13:58:01.420" v="1213" actId="1076"/>
          <ac:spMkLst>
            <pc:docMk/>
            <pc:sldMk cId="2375529255" sldId="391"/>
            <ac:spMk id="16" creationId="{EB2B436B-AE46-0AF2-E5BB-6496AAE27601}"/>
          </ac:spMkLst>
        </pc:spChg>
        <pc:spChg chg="mod">
          <ac:chgData name="#ALISTAIR YONG JIA JIN#" userId="a6a417cd-a477-42ba-8767-cb902a623224" providerId="ADAL" clId="{E7DC71DE-92F6-4CA6-83A7-B7FFED60B6B8}" dt="2025-09-01T13:57:31.215" v="1204" actId="20577"/>
          <ac:spMkLst>
            <pc:docMk/>
            <pc:sldMk cId="2375529255" sldId="391"/>
            <ac:spMk id="21" creationId="{10510761-3EFE-0CB0-3211-A5FE412EC75F}"/>
          </ac:spMkLst>
        </pc:spChg>
        <pc:spChg chg="del">
          <ac:chgData name="#ALISTAIR YONG JIA JIN#" userId="a6a417cd-a477-42ba-8767-cb902a623224" providerId="ADAL" clId="{E7DC71DE-92F6-4CA6-83A7-B7FFED60B6B8}" dt="2025-09-01T13:57:24.930" v="1201" actId="478"/>
          <ac:spMkLst>
            <pc:docMk/>
            <pc:sldMk cId="2375529255" sldId="391"/>
            <ac:spMk id="22" creationId="{84807B85-0B4D-C150-BC0C-75B1B8569863}"/>
          </ac:spMkLst>
        </pc:spChg>
        <pc:spChg chg="mod">
          <ac:chgData name="#ALISTAIR YONG JIA JIN#" userId="a6a417cd-a477-42ba-8767-cb902a623224" providerId="ADAL" clId="{E7DC71DE-92F6-4CA6-83A7-B7FFED60B6B8}" dt="2025-09-01T13:57:25.814" v="1202"/>
          <ac:spMkLst>
            <pc:docMk/>
            <pc:sldMk cId="2375529255" sldId="391"/>
            <ac:spMk id="24" creationId="{A961FA5B-1F29-29FD-8F18-D9C7B2D9DC68}"/>
          </ac:spMkLst>
        </pc:spChg>
        <pc:spChg chg="mod">
          <ac:chgData name="#ALISTAIR YONG JIA JIN#" userId="a6a417cd-a477-42ba-8767-cb902a623224" providerId="ADAL" clId="{E7DC71DE-92F6-4CA6-83A7-B7FFED60B6B8}" dt="2025-09-01T13:57:25.814" v="1202"/>
          <ac:spMkLst>
            <pc:docMk/>
            <pc:sldMk cId="2375529255" sldId="391"/>
            <ac:spMk id="26" creationId="{050C5ABE-E0E3-800D-93C4-06C79B467EFC}"/>
          </ac:spMkLst>
        </pc:spChg>
        <pc:spChg chg="mod">
          <ac:chgData name="#ALISTAIR YONG JIA JIN#" userId="a6a417cd-a477-42ba-8767-cb902a623224" providerId="ADAL" clId="{E7DC71DE-92F6-4CA6-83A7-B7FFED60B6B8}" dt="2025-09-01T13:57:25.814" v="1202"/>
          <ac:spMkLst>
            <pc:docMk/>
            <pc:sldMk cId="2375529255" sldId="391"/>
            <ac:spMk id="27" creationId="{42369AD9-FC27-DB85-BC17-296C396182FB}"/>
          </ac:spMkLst>
        </pc:spChg>
        <pc:spChg chg="add mod">
          <ac:chgData name="#ALISTAIR YONG JIA JIN#" userId="a6a417cd-a477-42ba-8767-cb902a623224" providerId="ADAL" clId="{E7DC71DE-92F6-4CA6-83A7-B7FFED60B6B8}" dt="2025-09-01T13:57:55.767" v="1212" actId="14100"/>
          <ac:spMkLst>
            <pc:docMk/>
            <pc:sldMk cId="2375529255" sldId="391"/>
            <ac:spMk id="28" creationId="{322C9278-CE8C-869D-61AE-3D3E95F46065}"/>
          </ac:spMkLst>
        </pc:spChg>
        <pc:spChg chg="add mod">
          <ac:chgData name="#ALISTAIR YONG JIA JIN#" userId="a6a417cd-a477-42ba-8767-cb902a623224" providerId="ADAL" clId="{E7DC71DE-92F6-4CA6-83A7-B7FFED60B6B8}" dt="2025-09-01T13:58:15.890" v="1216" actId="571"/>
          <ac:spMkLst>
            <pc:docMk/>
            <pc:sldMk cId="2375529255" sldId="391"/>
            <ac:spMk id="29" creationId="{F08782E0-9DAA-FBDB-03D2-BA82F7E1A6F0}"/>
          </ac:spMkLst>
        </pc:spChg>
        <pc:spChg chg="add del mod">
          <ac:chgData name="#ALISTAIR YONG JIA JIN#" userId="a6a417cd-a477-42ba-8767-cb902a623224" providerId="ADAL" clId="{E7DC71DE-92F6-4CA6-83A7-B7FFED60B6B8}" dt="2025-09-01T13:58:18.114" v="1218" actId="21"/>
          <ac:spMkLst>
            <pc:docMk/>
            <pc:sldMk cId="2375529255" sldId="391"/>
            <ac:spMk id="31" creationId="{3FAA16F4-AD2B-8F0D-4610-136882F9D2E0}"/>
          </ac:spMkLst>
        </pc:spChg>
        <pc:grpChg chg="mod">
          <ac:chgData name="#ALISTAIR YONG JIA JIN#" userId="a6a417cd-a477-42ba-8767-cb902a623224" providerId="ADAL" clId="{E7DC71DE-92F6-4CA6-83A7-B7FFED60B6B8}" dt="2025-09-01T13:58:01.420" v="1213" actId="1076"/>
          <ac:grpSpMkLst>
            <pc:docMk/>
            <pc:sldMk cId="2375529255" sldId="391"/>
            <ac:grpSpMk id="5" creationId="{F3A4D9A1-6126-BB08-8600-4A3D9ADE8114}"/>
          </ac:grpSpMkLst>
        </pc:grpChg>
        <pc:grpChg chg="del mod">
          <ac:chgData name="#ALISTAIR YONG JIA JIN#" userId="a6a417cd-a477-42ba-8767-cb902a623224" providerId="ADAL" clId="{E7DC71DE-92F6-4CA6-83A7-B7FFED60B6B8}" dt="2025-09-01T13:57:46.721" v="1208" actId="478"/>
          <ac:grpSpMkLst>
            <pc:docMk/>
            <pc:sldMk cId="2375529255" sldId="391"/>
            <ac:grpSpMk id="9" creationId="{E72BF8A2-3598-FE08-27B1-3D45F7F9A7B9}"/>
          </ac:grpSpMkLst>
        </pc:grpChg>
        <pc:grpChg chg="mod">
          <ac:chgData name="#ALISTAIR YONG JIA JIN#" userId="a6a417cd-a477-42ba-8767-cb902a623224" providerId="ADAL" clId="{E7DC71DE-92F6-4CA6-83A7-B7FFED60B6B8}" dt="2025-09-01T13:57:07.898" v="1198" actId="1076"/>
          <ac:grpSpMkLst>
            <pc:docMk/>
            <pc:sldMk cId="2375529255" sldId="391"/>
            <ac:grpSpMk id="13" creationId="{87986605-9404-F8FB-26A4-B0946FBB0E64}"/>
          </ac:grpSpMkLst>
        </pc:grpChg>
        <pc:grpChg chg="mod">
          <ac:chgData name="#ALISTAIR YONG JIA JIN#" userId="a6a417cd-a477-42ba-8767-cb902a623224" providerId="ADAL" clId="{E7DC71DE-92F6-4CA6-83A7-B7FFED60B6B8}" dt="2025-09-01T13:58:01.420" v="1213" actId="1076"/>
          <ac:grpSpMkLst>
            <pc:docMk/>
            <pc:sldMk cId="2375529255" sldId="391"/>
            <ac:grpSpMk id="17" creationId="{3B7FC23C-41D9-FB5D-6D90-736DD4D2147E}"/>
          </ac:grpSpMkLst>
        </pc:grpChg>
        <pc:grpChg chg="add mod">
          <ac:chgData name="#ALISTAIR YONG JIA JIN#" userId="a6a417cd-a477-42ba-8767-cb902a623224" providerId="ADAL" clId="{E7DC71DE-92F6-4CA6-83A7-B7FFED60B6B8}" dt="2025-09-01T13:58:01.420" v="1213" actId="1076"/>
          <ac:grpSpMkLst>
            <pc:docMk/>
            <pc:sldMk cId="2375529255" sldId="391"/>
            <ac:grpSpMk id="20" creationId="{62F791EF-CAC1-99D7-C611-DD0EA93E0D08}"/>
          </ac:grpSpMkLst>
        </pc:grpChg>
        <pc:grpChg chg="add mod">
          <ac:chgData name="#ALISTAIR YONG JIA JIN#" userId="a6a417cd-a477-42ba-8767-cb902a623224" providerId="ADAL" clId="{E7DC71DE-92F6-4CA6-83A7-B7FFED60B6B8}" dt="2025-09-01T13:58:01.420" v="1213" actId="1076"/>
          <ac:grpSpMkLst>
            <pc:docMk/>
            <pc:sldMk cId="2375529255" sldId="391"/>
            <ac:grpSpMk id="25" creationId="{E150D27D-C028-E938-0FD1-2B09CEE9DA5F}"/>
          </ac:grpSpMkLst>
        </pc:grpChg>
      </pc:sldChg>
      <pc:sldChg chg="new del">
        <pc:chgData name="#ALISTAIR YONG JIA JIN#" userId="a6a417cd-a477-42ba-8767-cb902a623224" providerId="ADAL" clId="{E7DC71DE-92F6-4CA6-83A7-B7FFED60B6B8}" dt="2025-09-01T13:56:34.188" v="1190" actId="680"/>
        <pc:sldMkLst>
          <pc:docMk/>
          <pc:sldMk cId="2738453710" sldId="391"/>
        </pc:sldMkLst>
      </pc:sldChg>
      <pc:sldChg chg="addSp delSp modSp add mod delAnim modAnim">
        <pc:chgData name="#ALISTAIR YONG JIA JIN#" userId="a6a417cd-a477-42ba-8767-cb902a623224" providerId="ADAL" clId="{E7DC71DE-92F6-4CA6-83A7-B7FFED60B6B8}" dt="2025-09-01T14:31:27.955" v="1593" actId="478"/>
        <pc:sldMkLst>
          <pc:docMk/>
          <pc:sldMk cId="576050507" sldId="392"/>
        </pc:sldMkLst>
        <pc:spChg chg="add mod">
          <ac:chgData name="#ALISTAIR YONG JIA JIN#" userId="a6a417cd-a477-42ba-8767-cb902a623224" providerId="ADAL" clId="{E7DC71DE-92F6-4CA6-83A7-B7FFED60B6B8}" dt="2025-09-01T13:58:25.522" v="1220" actId="1076"/>
          <ac:spMkLst>
            <pc:docMk/>
            <pc:sldMk cId="576050507" sldId="392"/>
            <ac:spMk id="3" creationId="{DCBDBB0B-B6DA-53C7-0505-1EB1CEC6468A}"/>
          </ac:spMkLst>
        </pc:spChg>
        <pc:spChg chg="del">
          <ac:chgData name="#ALISTAIR YONG JIA JIN#" userId="a6a417cd-a477-42ba-8767-cb902a623224" providerId="ADAL" clId="{E7DC71DE-92F6-4CA6-83A7-B7FFED60B6B8}" dt="2025-09-01T13:59:18.605" v="1228" actId="478"/>
          <ac:spMkLst>
            <pc:docMk/>
            <pc:sldMk cId="576050507" sldId="392"/>
            <ac:spMk id="8" creationId="{9C8BF75E-B4EB-5418-A18B-3A4F219091C8}"/>
          </ac:spMkLst>
        </pc:spChg>
        <pc:spChg chg="mod">
          <ac:chgData name="#ALISTAIR YONG JIA JIN#" userId="a6a417cd-a477-42ba-8767-cb902a623224" providerId="ADAL" clId="{E7DC71DE-92F6-4CA6-83A7-B7FFED60B6B8}" dt="2025-09-01T13:59:35.520" v="1235" actId="1076"/>
          <ac:spMkLst>
            <pc:docMk/>
            <pc:sldMk cId="576050507" sldId="392"/>
            <ac:spMk id="12" creationId="{E0609E38-C22A-CE2C-F132-D9EAC4B7FC1E}"/>
          </ac:spMkLst>
        </pc:spChg>
        <pc:spChg chg="mod">
          <ac:chgData name="#ALISTAIR YONG JIA JIN#" userId="a6a417cd-a477-42ba-8767-cb902a623224" providerId="ADAL" clId="{E7DC71DE-92F6-4CA6-83A7-B7FFED60B6B8}" dt="2025-09-01T13:58:21.462" v="1219"/>
          <ac:spMkLst>
            <pc:docMk/>
            <pc:sldMk cId="576050507" sldId="392"/>
            <ac:spMk id="21" creationId="{A99E14EF-B644-3CC3-1EF6-98FEEBAC5A87}"/>
          </ac:spMkLst>
        </pc:spChg>
        <pc:spChg chg="mod">
          <ac:chgData name="#ALISTAIR YONG JIA JIN#" userId="a6a417cd-a477-42ba-8767-cb902a623224" providerId="ADAL" clId="{E7DC71DE-92F6-4CA6-83A7-B7FFED60B6B8}" dt="2025-09-01T14:00:06.976" v="1238" actId="14100"/>
          <ac:spMkLst>
            <pc:docMk/>
            <pc:sldMk cId="576050507" sldId="392"/>
            <ac:spMk id="23" creationId="{213BCAC4-D897-53DE-30A7-BC17D5C9CB86}"/>
          </ac:spMkLst>
        </pc:spChg>
        <pc:spChg chg="mod">
          <ac:chgData name="#ALISTAIR YONG JIA JIN#" userId="a6a417cd-a477-42ba-8767-cb902a623224" providerId="ADAL" clId="{E7DC71DE-92F6-4CA6-83A7-B7FFED60B6B8}" dt="2025-09-01T13:58:21.462" v="1219"/>
          <ac:spMkLst>
            <pc:docMk/>
            <pc:sldMk cId="576050507" sldId="392"/>
            <ac:spMk id="24" creationId="{FC3CAC67-70E4-B328-9323-862AE8157B01}"/>
          </ac:spMkLst>
        </pc:spChg>
        <pc:spChg chg="mod">
          <ac:chgData name="#ALISTAIR YONG JIA JIN#" userId="a6a417cd-a477-42ba-8767-cb902a623224" providerId="ADAL" clId="{E7DC71DE-92F6-4CA6-83A7-B7FFED60B6B8}" dt="2025-09-01T13:58:21.462" v="1219"/>
          <ac:spMkLst>
            <pc:docMk/>
            <pc:sldMk cId="576050507" sldId="392"/>
            <ac:spMk id="26" creationId="{655647E6-39CE-4400-3A45-F1D7604E874A}"/>
          </ac:spMkLst>
        </pc:spChg>
        <pc:spChg chg="mod">
          <ac:chgData name="#ALISTAIR YONG JIA JIN#" userId="a6a417cd-a477-42ba-8767-cb902a623224" providerId="ADAL" clId="{E7DC71DE-92F6-4CA6-83A7-B7FFED60B6B8}" dt="2025-09-01T13:58:21.462" v="1219"/>
          <ac:spMkLst>
            <pc:docMk/>
            <pc:sldMk cId="576050507" sldId="392"/>
            <ac:spMk id="27" creationId="{4910D7BB-E8BB-6E2F-49C8-75B52A0774CA}"/>
          </ac:spMkLst>
        </pc:spChg>
        <pc:spChg chg="add del mod">
          <ac:chgData name="#ALISTAIR YONG JIA JIN#" userId="a6a417cd-a477-42ba-8767-cb902a623224" providerId="ADAL" clId="{E7DC71DE-92F6-4CA6-83A7-B7FFED60B6B8}" dt="2025-09-01T13:58:29.870" v="1221" actId="478"/>
          <ac:spMkLst>
            <pc:docMk/>
            <pc:sldMk cId="576050507" sldId="392"/>
            <ac:spMk id="28" creationId="{AF683874-5436-E8E8-8931-28291748316A}"/>
          </ac:spMkLst>
        </pc:spChg>
        <pc:spChg chg="mod">
          <ac:chgData name="#ALISTAIR YONG JIA JIN#" userId="a6a417cd-a477-42ba-8767-cb902a623224" providerId="ADAL" clId="{E7DC71DE-92F6-4CA6-83A7-B7FFED60B6B8}" dt="2025-09-01T13:58:21.462" v="1219"/>
          <ac:spMkLst>
            <pc:docMk/>
            <pc:sldMk cId="576050507" sldId="392"/>
            <ac:spMk id="30" creationId="{C245EFED-BCFB-B00A-20A0-EEBEE96826FD}"/>
          </ac:spMkLst>
        </pc:spChg>
        <pc:spChg chg="mod">
          <ac:chgData name="#ALISTAIR YONG JIA JIN#" userId="a6a417cd-a477-42ba-8767-cb902a623224" providerId="ADAL" clId="{E7DC71DE-92F6-4CA6-83A7-B7FFED60B6B8}" dt="2025-09-01T13:58:21.462" v="1219"/>
          <ac:spMkLst>
            <pc:docMk/>
            <pc:sldMk cId="576050507" sldId="392"/>
            <ac:spMk id="31" creationId="{7D05A502-E0FF-6B2D-FFE6-3546C152B92F}"/>
          </ac:spMkLst>
        </pc:spChg>
        <pc:spChg chg="mod">
          <ac:chgData name="#ALISTAIR YONG JIA JIN#" userId="a6a417cd-a477-42ba-8767-cb902a623224" providerId="ADAL" clId="{E7DC71DE-92F6-4CA6-83A7-B7FFED60B6B8}" dt="2025-09-01T13:58:21.462" v="1219"/>
          <ac:spMkLst>
            <pc:docMk/>
            <pc:sldMk cId="576050507" sldId="392"/>
            <ac:spMk id="33" creationId="{6FE3076F-DF3A-1C88-F6CD-3D365C24D3A3}"/>
          </ac:spMkLst>
        </pc:spChg>
        <pc:spChg chg="mod">
          <ac:chgData name="#ALISTAIR YONG JIA JIN#" userId="a6a417cd-a477-42ba-8767-cb902a623224" providerId="ADAL" clId="{E7DC71DE-92F6-4CA6-83A7-B7FFED60B6B8}" dt="2025-09-01T13:58:21.462" v="1219"/>
          <ac:spMkLst>
            <pc:docMk/>
            <pc:sldMk cId="576050507" sldId="392"/>
            <ac:spMk id="34" creationId="{CFD08E8B-87C4-D275-72C7-71E102989B45}"/>
          </ac:spMkLst>
        </pc:spChg>
        <pc:spChg chg="mod">
          <ac:chgData name="#ALISTAIR YONG JIA JIN#" userId="a6a417cd-a477-42ba-8767-cb902a623224" providerId="ADAL" clId="{E7DC71DE-92F6-4CA6-83A7-B7FFED60B6B8}" dt="2025-09-01T13:59:29.287" v="1234" actId="571"/>
          <ac:spMkLst>
            <pc:docMk/>
            <pc:sldMk cId="576050507" sldId="392"/>
            <ac:spMk id="36" creationId="{DB9984DA-B67A-9E90-8EC8-6B304A98937F}"/>
          </ac:spMkLst>
        </pc:spChg>
        <pc:spChg chg="mod">
          <ac:chgData name="#ALISTAIR YONG JIA JIN#" userId="a6a417cd-a477-42ba-8767-cb902a623224" providerId="ADAL" clId="{E7DC71DE-92F6-4CA6-83A7-B7FFED60B6B8}" dt="2025-09-01T13:59:29.287" v="1234" actId="571"/>
          <ac:spMkLst>
            <pc:docMk/>
            <pc:sldMk cId="576050507" sldId="392"/>
            <ac:spMk id="37" creationId="{C4B7EA55-B724-D050-79BC-DE9A105EE50A}"/>
          </ac:spMkLst>
        </pc:spChg>
        <pc:spChg chg="add mod">
          <ac:chgData name="#ALISTAIR YONG JIA JIN#" userId="a6a417cd-a477-42ba-8767-cb902a623224" providerId="ADAL" clId="{E7DC71DE-92F6-4CA6-83A7-B7FFED60B6B8}" dt="2025-09-01T13:59:29.287" v="1234" actId="571"/>
          <ac:spMkLst>
            <pc:docMk/>
            <pc:sldMk cId="576050507" sldId="392"/>
            <ac:spMk id="38" creationId="{D6588F93-3761-B9AF-2274-74DD3DCD4F5A}"/>
          </ac:spMkLst>
        </pc:spChg>
        <pc:spChg chg="mod">
          <ac:chgData name="#ALISTAIR YONG JIA JIN#" userId="a6a417cd-a477-42ba-8767-cb902a623224" providerId="ADAL" clId="{E7DC71DE-92F6-4CA6-83A7-B7FFED60B6B8}" dt="2025-09-01T13:59:29.287" v="1234" actId="571"/>
          <ac:spMkLst>
            <pc:docMk/>
            <pc:sldMk cId="576050507" sldId="392"/>
            <ac:spMk id="40" creationId="{CEB32353-F826-C2B9-E391-84D9595581EB}"/>
          </ac:spMkLst>
        </pc:spChg>
        <pc:spChg chg="mod">
          <ac:chgData name="#ALISTAIR YONG JIA JIN#" userId="a6a417cd-a477-42ba-8767-cb902a623224" providerId="ADAL" clId="{E7DC71DE-92F6-4CA6-83A7-B7FFED60B6B8}" dt="2025-09-01T13:59:29.287" v="1234" actId="571"/>
          <ac:spMkLst>
            <pc:docMk/>
            <pc:sldMk cId="576050507" sldId="392"/>
            <ac:spMk id="41" creationId="{48FBC60F-2EB1-B117-F777-87616C838020}"/>
          </ac:spMkLst>
        </pc:spChg>
        <pc:spChg chg="mod">
          <ac:chgData name="#ALISTAIR YONG JIA JIN#" userId="a6a417cd-a477-42ba-8767-cb902a623224" providerId="ADAL" clId="{E7DC71DE-92F6-4CA6-83A7-B7FFED60B6B8}" dt="2025-09-01T14:12:48.029" v="1335"/>
          <ac:spMkLst>
            <pc:docMk/>
            <pc:sldMk cId="576050507" sldId="392"/>
            <ac:spMk id="43" creationId="{C27F6509-2C60-9435-ABB3-A3F51E2A2F48}"/>
          </ac:spMkLst>
        </pc:spChg>
        <pc:spChg chg="mod">
          <ac:chgData name="#ALISTAIR YONG JIA JIN#" userId="a6a417cd-a477-42ba-8767-cb902a623224" providerId="ADAL" clId="{E7DC71DE-92F6-4CA6-83A7-B7FFED60B6B8}" dt="2025-09-01T14:12:48.029" v="1335"/>
          <ac:spMkLst>
            <pc:docMk/>
            <pc:sldMk cId="576050507" sldId="392"/>
            <ac:spMk id="44" creationId="{F402768E-CB20-558F-A135-4EB4BBD1A33F}"/>
          </ac:spMkLst>
        </pc:spChg>
        <pc:spChg chg="mod">
          <ac:chgData name="#ALISTAIR YONG JIA JIN#" userId="a6a417cd-a477-42ba-8767-cb902a623224" providerId="ADAL" clId="{E7DC71DE-92F6-4CA6-83A7-B7FFED60B6B8}" dt="2025-09-01T14:26:54.356" v="1550"/>
          <ac:spMkLst>
            <pc:docMk/>
            <pc:sldMk cId="576050507" sldId="392"/>
            <ac:spMk id="50" creationId="{9E3DAE88-396B-DEF3-378A-3366D80F54A3}"/>
          </ac:spMkLst>
        </pc:spChg>
        <pc:spChg chg="mod">
          <ac:chgData name="#ALISTAIR YONG JIA JIN#" userId="a6a417cd-a477-42ba-8767-cb902a623224" providerId="ADAL" clId="{E7DC71DE-92F6-4CA6-83A7-B7FFED60B6B8}" dt="2025-09-01T14:26:54.356" v="1550"/>
          <ac:spMkLst>
            <pc:docMk/>
            <pc:sldMk cId="576050507" sldId="392"/>
            <ac:spMk id="51" creationId="{0975B9EC-8FC4-D600-5946-438994061D45}"/>
          </ac:spMkLst>
        </pc:spChg>
        <pc:spChg chg="mod">
          <ac:chgData name="#ALISTAIR YONG JIA JIN#" userId="a6a417cd-a477-42ba-8767-cb902a623224" providerId="ADAL" clId="{E7DC71DE-92F6-4CA6-83A7-B7FFED60B6B8}" dt="2025-09-01T14:26:54.356" v="1550"/>
          <ac:spMkLst>
            <pc:docMk/>
            <pc:sldMk cId="576050507" sldId="392"/>
            <ac:spMk id="53" creationId="{77CCAF57-CA3A-1B82-9731-34222B585819}"/>
          </ac:spMkLst>
        </pc:spChg>
        <pc:spChg chg="mod">
          <ac:chgData name="#ALISTAIR YONG JIA JIN#" userId="a6a417cd-a477-42ba-8767-cb902a623224" providerId="ADAL" clId="{E7DC71DE-92F6-4CA6-83A7-B7FFED60B6B8}" dt="2025-09-01T14:26:54.356" v="1550"/>
          <ac:spMkLst>
            <pc:docMk/>
            <pc:sldMk cId="576050507" sldId="392"/>
            <ac:spMk id="54" creationId="{4DE5A4A7-50B9-8A91-F1BB-79EA15F57A3B}"/>
          </ac:spMkLst>
        </pc:spChg>
        <pc:spChg chg="add del mod">
          <ac:chgData name="#ALISTAIR YONG JIA JIN#" userId="a6a417cd-a477-42ba-8767-cb902a623224" providerId="ADAL" clId="{E7DC71DE-92F6-4CA6-83A7-B7FFED60B6B8}" dt="2025-09-01T14:28:36.539" v="1564" actId="478"/>
          <ac:spMkLst>
            <pc:docMk/>
            <pc:sldMk cId="576050507" sldId="392"/>
            <ac:spMk id="56" creationId="{76F7D695-3B94-4933-B2D7-F62E9D2F73A0}"/>
          </ac:spMkLst>
        </pc:spChg>
        <pc:spChg chg="mod">
          <ac:chgData name="#ALISTAIR YONG JIA JIN#" userId="a6a417cd-a477-42ba-8767-cb902a623224" providerId="ADAL" clId="{E7DC71DE-92F6-4CA6-83A7-B7FFED60B6B8}" dt="2025-09-01T14:26:54.356" v="1550"/>
          <ac:spMkLst>
            <pc:docMk/>
            <pc:sldMk cId="576050507" sldId="392"/>
            <ac:spMk id="58" creationId="{AEC17A95-F5E4-1E26-ACC7-DF213EC08253}"/>
          </ac:spMkLst>
        </pc:spChg>
        <pc:spChg chg="mod">
          <ac:chgData name="#ALISTAIR YONG JIA JIN#" userId="a6a417cd-a477-42ba-8767-cb902a623224" providerId="ADAL" clId="{E7DC71DE-92F6-4CA6-83A7-B7FFED60B6B8}" dt="2025-09-01T14:26:54.356" v="1550"/>
          <ac:spMkLst>
            <pc:docMk/>
            <pc:sldMk cId="576050507" sldId="392"/>
            <ac:spMk id="59" creationId="{D6DE6AC4-7EE4-CB88-1712-FE3ADB2E5A1C}"/>
          </ac:spMkLst>
        </pc:spChg>
        <pc:spChg chg="add del mod">
          <ac:chgData name="#ALISTAIR YONG JIA JIN#" userId="a6a417cd-a477-42ba-8767-cb902a623224" providerId="ADAL" clId="{E7DC71DE-92F6-4CA6-83A7-B7FFED60B6B8}" dt="2025-09-01T14:31:27.955" v="1593" actId="478"/>
          <ac:spMkLst>
            <pc:docMk/>
            <pc:sldMk cId="576050507" sldId="392"/>
            <ac:spMk id="60" creationId="{557B2532-F70D-A15C-937C-BA4C0B679659}"/>
          </ac:spMkLst>
        </pc:spChg>
        <pc:spChg chg="mod">
          <ac:chgData name="#ALISTAIR YONG JIA JIN#" userId="a6a417cd-a477-42ba-8767-cb902a623224" providerId="ADAL" clId="{E7DC71DE-92F6-4CA6-83A7-B7FFED60B6B8}" dt="2025-09-01T14:26:54.356" v="1550"/>
          <ac:spMkLst>
            <pc:docMk/>
            <pc:sldMk cId="576050507" sldId="392"/>
            <ac:spMk id="62" creationId="{180C8126-7AB3-DB46-4CA6-71D728A96CDB}"/>
          </ac:spMkLst>
        </pc:spChg>
        <pc:spChg chg="mod">
          <ac:chgData name="#ALISTAIR YONG JIA JIN#" userId="a6a417cd-a477-42ba-8767-cb902a623224" providerId="ADAL" clId="{E7DC71DE-92F6-4CA6-83A7-B7FFED60B6B8}" dt="2025-09-01T14:26:54.356" v="1550"/>
          <ac:spMkLst>
            <pc:docMk/>
            <pc:sldMk cId="576050507" sldId="392"/>
            <ac:spMk id="63" creationId="{EEEB6EF6-638D-DAD3-1E17-84A25E5FF8EE}"/>
          </ac:spMkLst>
        </pc:spChg>
        <pc:grpChg chg="del">
          <ac:chgData name="#ALISTAIR YONG JIA JIN#" userId="a6a417cd-a477-42ba-8767-cb902a623224" providerId="ADAL" clId="{E7DC71DE-92F6-4CA6-83A7-B7FFED60B6B8}" dt="2025-09-01T13:59:10.659" v="1226" actId="478"/>
          <ac:grpSpMkLst>
            <pc:docMk/>
            <pc:sldMk cId="576050507" sldId="392"/>
            <ac:grpSpMk id="5" creationId="{554AEAB9-3D4B-0016-001C-7D60D5CC8E33}"/>
          </ac:grpSpMkLst>
        </pc:grpChg>
        <pc:grpChg chg="mod">
          <ac:chgData name="#ALISTAIR YONG JIA JIN#" userId="a6a417cd-a477-42ba-8767-cb902a623224" providerId="ADAL" clId="{E7DC71DE-92F6-4CA6-83A7-B7FFED60B6B8}" dt="2025-09-01T13:59:35.520" v="1235" actId="1076"/>
          <ac:grpSpMkLst>
            <pc:docMk/>
            <pc:sldMk cId="576050507" sldId="392"/>
            <ac:grpSpMk id="9" creationId="{E75D14BC-BFD4-0F73-087D-D7B438ADE442}"/>
          </ac:grpSpMkLst>
        </pc:grpChg>
        <pc:grpChg chg="mod">
          <ac:chgData name="#ALISTAIR YONG JIA JIN#" userId="a6a417cd-a477-42ba-8767-cb902a623224" providerId="ADAL" clId="{E7DC71DE-92F6-4CA6-83A7-B7FFED60B6B8}" dt="2025-09-01T13:59:35.520" v="1235" actId="1076"/>
          <ac:grpSpMkLst>
            <pc:docMk/>
            <pc:sldMk cId="576050507" sldId="392"/>
            <ac:grpSpMk id="13" creationId="{EBC11659-8160-646E-6B80-439FB0791E38}"/>
          </ac:grpSpMkLst>
        </pc:grpChg>
        <pc:grpChg chg="mod">
          <ac:chgData name="#ALISTAIR YONG JIA JIN#" userId="a6a417cd-a477-42ba-8767-cb902a623224" providerId="ADAL" clId="{E7DC71DE-92F6-4CA6-83A7-B7FFED60B6B8}" dt="2025-09-01T13:58:25.522" v="1220" actId="1076"/>
          <ac:grpSpMkLst>
            <pc:docMk/>
            <pc:sldMk cId="576050507" sldId="392"/>
            <ac:grpSpMk id="20" creationId="{C1A4D2A6-CAFF-F4D0-753E-E2F9BB46D866}"/>
          </ac:grpSpMkLst>
        </pc:grpChg>
        <pc:grpChg chg="mod">
          <ac:chgData name="#ALISTAIR YONG JIA JIN#" userId="a6a417cd-a477-42ba-8767-cb902a623224" providerId="ADAL" clId="{E7DC71DE-92F6-4CA6-83A7-B7FFED60B6B8}" dt="2025-09-01T13:58:25.522" v="1220" actId="1076"/>
          <ac:grpSpMkLst>
            <pc:docMk/>
            <pc:sldMk cId="576050507" sldId="392"/>
            <ac:grpSpMk id="25" creationId="{975DCF02-BD0E-9048-579F-B452E70140DB}"/>
          </ac:grpSpMkLst>
        </pc:grpChg>
        <pc:grpChg chg="del mod">
          <ac:chgData name="#ALISTAIR YONG JIA JIN#" userId="a6a417cd-a477-42ba-8767-cb902a623224" providerId="ADAL" clId="{E7DC71DE-92F6-4CA6-83A7-B7FFED60B6B8}" dt="2025-09-01T13:58:32.526" v="1222" actId="478"/>
          <ac:grpSpMkLst>
            <pc:docMk/>
            <pc:sldMk cId="576050507" sldId="392"/>
            <ac:grpSpMk id="29" creationId="{A3974B52-DDB3-7AF1-BA8D-D878DCCD9EA7}"/>
          </ac:grpSpMkLst>
        </pc:grpChg>
        <pc:grpChg chg="del mod">
          <ac:chgData name="#ALISTAIR YONG JIA JIN#" userId="a6a417cd-a477-42ba-8767-cb902a623224" providerId="ADAL" clId="{E7DC71DE-92F6-4CA6-83A7-B7FFED60B6B8}" dt="2025-09-01T13:58:32.526" v="1222" actId="478"/>
          <ac:grpSpMkLst>
            <pc:docMk/>
            <pc:sldMk cId="576050507" sldId="392"/>
            <ac:grpSpMk id="32" creationId="{1AB7DF98-B768-00A0-BC5D-94D39DF9221E}"/>
          </ac:grpSpMkLst>
        </pc:grpChg>
        <pc:grpChg chg="add mod">
          <ac:chgData name="#ALISTAIR YONG JIA JIN#" userId="a6a417cd-a477-42ba-8767-cb902a623224" providerId="ADAL" clId="{E7DC71DE-92F6-4CA6-83A7-B7FFED60B6B8}" dt="2025-09-01T13:59:29.287" v="1234" actId="571"/>
          <ac:grpSpMkLst>
            <pc:docMk/>
            <pc:sldMk cId="576050507" sldId="392"/>
            <ac:grpSpMk id="35" creationId="{727CF48C-F043-F187-04AF-732D02B4515F}"/>
          </ac:grpSpMkLst>
        </pc:grpChg>
        <pc:grpChg chg="add mod">
          <ac:chgData name="#ALISTAIR YONG JIA JIN#" userId="a6a417cd-a477-42ba-8767-cb902a623224" providerId="ADAL" clId="{E7DC71DE-92F6-4CA6-83A7-B7FFED60B6B8}" dt="2025-09-01T13:59:29.287" v="1234" actId="571"/>
          <ac:grpSpMkLst>
            <pc:docMk/>
            <pc:sldMk cId="576050507" sldId="392"/>
            <ac:grpSpMk id="39" creationId="{B6065829-3BCF-2E24-32BB-81FFBB03EE7D}"/>
          </ac:grpSpMkLst>
        </pc:grpChg>
        <pc:grpChg chg="add mod">
          <ac:chgData name="#ALISTAIR YONG JIA JIN#" userId="a6a417cd-a477-42ba-8767-cb902a623224" providerId="ADAL" clId="{E7DC71DE-92F6-4CA6-83A7-B7FFED60B6B8}" dt="2025-09-01T14:13:09.501" v="1349" actId="1036"/>
          <ac:grpSpMkLst>
            <pc:docMk/>
            <pc:sldMk cId="576050507" sldId="392"/>
            <ac:grpSpMk id="42" creationId="{CC7B958F-5C1C-CC67-1E97-C85A80D54BDA}"/>
          </ac:grpSpMkLst>
        </pc:grpChg>
        <pc:grpChg chg="del">
          <ac:chgData name="#ALISTAIR YONG JIA JIN#" userId="a6a417cd-a477-42ba-8767-cb902a623224" providerId="ADAL" clId="{E7DC71DE-92F6-4CA6-83A7-B7FFED60B6B8}" dt="2025-09-01T14:31:27.955" v="1593" actId="478"/>
          <ac:grpSpMkLst>
            <pc:docMk/>
            <pc:sldMk cId="576050507" sldId="392"/>
            <ac:grpSpMk id="49" creationId="{70F4EDE3-A670-161E-3049-4AED0BDBC6F2}"/>
          </ac:grpSpMkLst>
        </pc:grpChg>
        <pc:grpChg chg="del">
          <ac:chgData name="#ALISTAIR YONG JIA JIN#" userId="a6a417cd-a477-42ba-8767-cb902a623224" providerId="ADAL" clId="{E7DC71DE-92F6-4CA6-83A7-B7FFED60B6B8}" dt="2025-09-01T14:28:34.895" v="1563" actId="478"/>
          <ac:grpSpMkLst>
            <pc:docMk/>
            <pc:sldMk cId="576050507" sldId="392"/>
            <ac:grpSpMk id="52" creationId="{227F298C-5A97-024C-23DF-F0F1FD64D642}"/>
          </ac:grpSpMkLst>
        </pc:grpChg>
        <pc:grpChg chg="del">
          <ac:chgData name="#ALISTAIR YONG JIA JIN#" userId="a6a417cd-a477-42ba-8767-cb902a623224" providerId="ADAL" clId="{E7DC71DE-92F6-4CA6-83A7-B7FFED60B6B8}" dt="2025-09-01T14:31:27.955" v="1593" actId="478"/>
          <ac:grpSpMkLst>
            <pc:docMk/>
            <pc:sldMk cId="576050507" sldId="392"/>
            <ac:grpSpMk id="57" creationId="{7B74C66C-D7E7-0B5C-3373-82CBC8D1F5CB}"/>
          </ac:grpSpMkLst>
        </pc:grpChg>
        <pc:grpChg chg="del">
          <ac:chgData name="#ALISTAIR YONG JIA JIN#" userId="a6a417cd-a477-42ba-8767-cb902a623224" providerId="ADAL" clId="{E7DC71DE-92F6-4CA6-83A7-B7FFED60B6B8}" dt="2025-09-01T14:31:27.955" v="1593" actId="478"/>
          <ac:grpSpMkLst>
            <pc:docMk/>
            <pc:sldMk cId="576050507" sldId="392"/>
            <ac:grpSpMk id="61" creationId="{F986EC1D-4CF2-ED60-EBBF-2AB9C3FAE34C}"/>
          </ac:grpSpMkLst>
        </pc:grpChg>
        <pc:cxnChg chg="add mod">
          <ac:chgData name="#ALISTAIR YONG JIA JIN#" userId="a6a417cd-a477-42ba-8767-cb902a623224" providerId="ADAL" clId="{E7DC71DE-92F6-4CA6-83A7-B7FFED60B6B8}" dt="2025-09-01T14:13:09.501" v="1349" actId="1036"/>
          <ac:cxnSpMkLst>
            <pc:docMk/>
            <pc:sldMk cId="576050507" sldId="392"/>
            <ac:cxnSpMk id="46" creationId="{59DD7C70-3243-BCF0-F255-80F28461E160}"/>
          </ac:cxnSpMkLst>
        </pc:cxnChg>
        <pc:cxnChg chg="add mod">
          <ac:chgData name="#ALISTAIR YONG JIA JIN#" userId="a6a417cd-a477-42ba-8767-cb902a623224" providerId="ADAL" clId="{E7DC71DE-92F6-4CA6-83A7-B7FFED60B6B8}" dt="2025-09-01T14:14:36.329" v="1358" actId="208"/>
          <ac:cxnSpMkLst>
            <pc:docMk/>
            <pc:sldMk cId="576050507" sldId="392"/>
            <ac:cxnSpMk id="48" creationId="{F4EDDE11-D586-A933-9BB8-FB61276CF7BD}"/>
          </ac:cxnSpMkLst>
        </pc:cxnChg>
        <pc:cxnChg chg="del mod">
          <ac:chgData name="#ALISTAIR YONG JIA JIN#" userId="a6a417cd-a477-42ba-8767-cb902a623224" providerId="ADAL" clId="{E7DC71DE-92F6-4CA6-83A7-B7FFED60B6B8}" dt="2025-09-01T14:31:27.955" v="1593" actId="478"/>
          <ac:cxnSpMkLst>
            <pc:docMk/>
            <pc:sldMk cId="576050507" sldId="392"/>
            <ac:cxnSpMk id="55" creationId="{7C247335-9A90-AC5A-D97B-19F158FA6A72}"/>
          </ac:cxnSpMkLst>
        </pc:cxnChg>
        <pc:cxnChg chg="add del mod">
          <ac:chgData name="#ALISTAIR YONG JIA JIN#" userId="a6a417cd-a477-42ba-8767-cb902a623224" providerId="ADAL" clId="{E7DC71DE-92F6-4CA6-83A7-B7FFED60B6B8}" dt="2025-09-01T14:31:27.955" v="1593" actId="478"/>
          <ac:cxnSpMkLst>
            <pc:docMk/>
            <pc:sldMk cId="576050507" sldId="392"/>
            <ac:cxnSpMk id="66" creationId="{74440C68-265D-1A69-04B8-6142C199F30A}"/>
          </ac:cxnSpMkLst>
        </pc:cxnChg>
      </pc:sldChg>
      <pc:sldChg chg="addSp delSp modSp add mod delAnim modAnim">
        <pc:chgData name="#ALISTAIR YONG JIA JIN#" userId="a6a417cd-a477-42ba-8767-cb902a623224" providerId="ADAL" clId="{E7DC71DE-92F6-4CA6-83A7-B7FFED60B6B8}" dt="2025-09-01T14:31:25.928" v="1592" actId="478"/>
        <pc:sldMkLst>
          <pc:docMk/>
          <pc:sldMk cId="1834423120" sldId="393"/>
        </pc:sldMkLst>
        <pc:spChg chg="add mod">
          <ac:chgData name="#ALISTAIR YONG JIA JIN#" userId="a6a417cd-a477-42ba-8767-cb902a623224" providerId="ADAL" clId="{E7DC71DE-92F6-4CA6-83A7-B7FFED60B6B8}" dt="2025-09-01T14:01:16.885" v="1251" actId="1076"/>
          <ac:spMkLst>
            <pc:docMk/>
            <pc:sldMk cId="1834423120" sldId="393"/>
            <ac:spMk id="5" creationId="{4C92311B-43F2-ED3B-A60C-A842E622EA21}"/>
          </ac:spMkLst>
        </pc:spChg>
        <pc:spChg chg="mod">
          <ac:chgData name="#ALISTAIR YONG JIA JIN#" userId="a6a417cd-a477-42ba-8767-cb902a623224" providerId="ADAL" clId="{E7DC71DE-92F6-4CA6-83A7-B7FFED60B6B8}" dt="2025-09-01T14:01:19.920" v="1252" actId="20577"/>
          <ac:spMkLst>
            <pc:docMk/>
            <pc:sldMk cId="1834423120" sldId="393"/>
            <ac:spMk id="7" creationId="{2C6D8D84-DBAA-38C9-39CA-956994BF8124}"/>
          </ac:spMkLst>
        </pc:spChg>
        <pc:spChg chg="mod">
          <ac:chgData name="#ALISTAIR YONG JIA JIN#" userId="a6a417cd-a477-42ba-8767-cb902a623224" providerId="ADAL" clId="{E7DC71DE-92F6-4CA6-83A7-B7FFED60B6B8}" dt="2025-09-01T14:01:08.816" v="1250"/>
          <ac:spMkLst>
            <pc:docMk/>
            <pc:sldMk cId="1834423120" sldId="393"/>
            <ac:spMk id="8" creationId="{FE313697-1EBE-E86E-9F31-DD58C5AA7A85}"/>
          </ac:spMkLst>
        </pc:spChg>
        <pc:spChg chg="del">
          <ac:chgData name="#ALISTAIR YONG JIA JIN#" userId="a6a417cd-a477-42ba-8767-cb902a623224" providerId="ADAL" clId="{E7DC71DE-92F6-4CA6-83A7-B7FFED60B6B8}" dt="2025-09-01T14:01:53.970" v="1255" actId="478"/>
          <ac:spMkLst>
            <pc:docMk/>
            <pc:sldMk cId="1834423120" sldId="393"/>
            <ac:spMk id="12" creationId="{DB5723B2-3C2F-6D1F-C2F5-EED06670A61A}"/>
          </ac:spMkLst>
        </pc:spChg>
        <pc:spChg chg="mod">
          <ac:chgData name="#ALISTAIR YONG JIA JIN#" userId="a6a417cd-a477-42ba-8767-cb902a623224" providerId="ADAL" clId="{E7DC71DE-92F6-4CA6-83A7-B7FFED60B6B8}" dt="2025-09-01T14:01:58.233" v="1257" actId="1076"/>
          <ac:spMkLst>
            <pc:docMk/>
            <pc:sldMk cId="1834423120" sldId="393"/>
            <ac:spMk id="14" creationId="{F0FDEE4C-4CDC-71F3-2433-430ADA0C4D6E}"/>
          </ac:spMkLst>
        </pc:spChg>
        <pc:spChg chg="mod">
          <ac:chgData name="#ALISTAIR YONG JIA JIN#" userId="a6a417cd-a477-42ba-8767-cb902a623224" providerId="ADAL" clId="{E7DC71DE-92F6-4CA6-83A7-B7FFED60B6B8}" dt="2025-09-01T14:02:42.204" v="1264" actId="1076"/>
          <ac:spMkLst>
            <pc:docMk/>
            <pc:sldMk cId="1834423120" sldId="393"/>
            <ac:spMk id="16" creationId="{581A08CF-9BF0-0BA7-6A06-5AFA98BCD260}"/>
          </ac:spMkLst>
        </pc:spChg>
        <pc:spChg chg="del">
          <ac:chgData name="#ALISTAIR YONG JIA JIN#" userId="a6a417cd-a477-42ba-8767-cb902a623224" providerId="ADAL" clId="{E7DC71DE-92F6-4CA6-83A7-B7FFED60B6B8}" dt="2025-09-01T14:01:45.718" v="1253" actId="478"/>
          <ac:spMkLst>
            <pc:docMk/>
            <pc:sldMk cId="1834423120" sldId="393"/>
            <ac:spMk id="22" creationId="{AC811430-1F9A-380C-EF1B-309E57FD1A25}"/>
          </ac:spMkLst>
        </pc:spChg>
        <pc:spChg chg="mod">
          <ac:chgData name="#ALISTAIR YONG JIA JIN#" userId="a6a417cd-a477-42ba-8767-cb902a623224" providerId="ADAL" clId="{E7DC71DE-92F6-4CA6-83A7-B7FFED60B6B8}" dt="2025-09-01T14:01:08.816" v="1250"/>
          <ac:spMkLst>
            <pc:docMk/>
            <pc:sldMk cId="1834423120" sldId="393"/>
            <ac:spMk id="29" creationId="{8B960A3C-EC9D-2631-3ADE-5B9ED6C185D4}"/>
          </ac:spMkLst>
        </pc:spChg>
        <pc:spChg chg="mod">
          <ac:chgData name="#ALISTAIR YONG JIA JIN#" userId="a6a417cd-a477-42ba-8767-cb902a623224" providerId="ADAL" clId="{E7DC71DE-92F6-4CA6-83A7-B7FFED60B6B8}" dt="2025-09-01T14:01:08.816" v="1250"/>
          <ac:spMkLst>
            <pc:docMk/>
            <pc:sldMk cId="1834423120" sldId="393"/>
            <ac:spMk id="30" creationId="{CFC08578-092E-EAAE-DCBE-C4D44A097754}"/>
          </ac:spMkLst>
        </pc:spChg>
        <pc:spChg chg="add mod">
          <ac:chgData name="#ALISTAIR YONG JIA JIN#" userId="a6a417cd-a477-42ba-8767-cb902a623224" providerId="ADAL" clId="{E7DC71DE-92F6-4CA6-83A7-B7FFED60B6B8}" dt="2025-09-01T14:03:01.098" v="1268" actId="1076"/>
          <ac:spMkLst>
            <pc:docMk/>
            <pc:sldMk cId="1834423120" sldId="393"/>
            <ac:spMk id="31" creationId="{2C47FB91-0062-47AE-8D96-26BF35FECE56}"/>
          </ac:spMkLst>
        </pc:spChg>
        <pc:spChg chg="add mod">
          <ac:chgData name="#ALISTAIR YONG JIA JIN#" userId="a6a417cd-a477-42ba-8767-cb902a623224" providerId="ADAL" clId="{E7DC71DE-92F6-4CA6-83A7-B7FFED60B6B8}" dt="2025-09-01T14:03:36.901" v="1277"/>
          <ac:spMkLst>
            <pc:docMk/>
            <pc:sldMk cId="1834423120" sldId="393"/>
            <ac:spMk id="32" creationId="{55B162A8-26EE-1485-69AD-54D262E46CFD}"/>
          </ac:spMkLst>
        </pc:spChg>
        <pc:spChg chg="mod">
          <ac:chgData name="#ALISTAIR YONG JIA JIN#" userId="a6a417cd-a477-42ba-8767-cb902a623224" providerId="ADAL" clId="{E7DC71DE-92F6-4CA6-83A7-B7FFED60B6B8}" dt="2025-09-01T14:16:58.835" v="1377"/>
          <ac:spMkLst>
            <pc:docMk/>
            <pc:sldMk cId="1834423120" sldId="393"/>
            <ac:spMk id="34" creationId="{6269CB51-8229-F9C7-D9C8-BD2FAFDB4D08}"/>
          </ac:spMkLst>
        </pc:spChg>
        <pc:spChg chg="mod">
          <ac:chgData name="#ALISTAIR YONG JIA JIN#" userId="a6a417cd-a477-42ba-8767-cb902a623224" providerId="ADAL" clId="{E7DC71DE-92F6-4CA6-83A7-B7FFED60B6B8}" dt="2025-09-01T14:16:58.835" v="1377"/>
          <ac:spMkLst>
            <pc:docMk/>
            <pc:sldMk cId="1834423120" sldId="393"/>
            <ac:spMk id="35" creationId="{5A845955-E453-F9EE-9838-CCC51FD1D381}"/>
          </ac:spMkLst>
        </pc:spChg>
        <pc:spChg chg="mod">
          <ac:chgData name="#ALISTAIR YONG JIA JIN#" userId="a6a417cd-a477-42ba-8767-cb902a623224" providerId="ADAL" clId="{E7DC71DE-92F6-4CA6-83A7-B7FFED60B6B8}" dt="2025-09-01T14:29:43.145" v="1577"/>
          <ac:spMkLst>
            <pc:docMk/>
            <pc:sldMk cId="1834423120" sldId="393"/>
            <ac:spMk id="40" creationId="{5742CD70-D772-A179-FDB8-931F1215926C}"/>
          </ac:spMkLst>
        </pc:spChg>
        <pc:spChg chg="mod">
          <ac:chgData name="#ALISTAIR YONG JIA JIN#" userId="a6a417cd-a477-42ba-8767-cb902a623224" providerId="ADAL" clId="{E7DC71DE-92F6-4CA6-83A7-B7FFED60B6B8}" dt="2025-09-01T14:29:43.145" v="1577"/>
          <ac:spMkLst>
            <pc:docMk/>
            <pc:sldMk cId="1834423120" sldId="393"/>
            <ac:spMk id="41" creationId="{63C1E9EA-3D4F-FB51-0662-708CE4E187DB}"/>
          </ac:spMkLst>
        </pc:spChg>
        <pc:spChg chg="mod">
          <ac:chgData name="#ALISTAIR YONG JIA JIN#" userId="a6a417cd-a477-42ba-8767-cb902a623224" providerId="ADAL" clId="{E7DC71DE-92F6-4CA6-83A7-B7FFED60B6B8}" dt="2025-09-01T14:29:43.145" v="1577"/>
          <ac:spMkLst>
            <pc:docMk/>
            <pc:sldMk cId="1834423120" sldId="393"/>
            <ac:spMk id="44" creationId="{0C66997B-001B-5865-8B39-E20BEAD17156}"/>
          </ac:spMkLst>
        </pc:spChg>
        <pc:spChg chg="mod">
          <ac:chgData name="#ALISTAIR YONG JIA JIN#" userId="a6a417cd-a477-42ba-8767-cb902a623224" providerId="ADAL" clId="{E7DC71DE-92F6-4CA6-83A7-B7FFED60B6B8}" dt="2025-09-01T14:29:43.145" v="1577"/>
          <ac:spMkLst>
            <pc:docMk/>
            <pc:sldMk cId="1834423120" sldId="393"/>
            <ac:spMk id="45" creationId="{09C40EA9-F9F7-AD5C-D19D-8D4DE256E8D4}"/>
          </ac:spMkLst>
        </pc:spChg>
        <pc:spChg chg="add del mod">
          <ac:chgData name="#ALISTAIR YONG JIA JIN#" userId="a6a417cd-a477-42ba-8767-cb902a623224" providerId="ADAL" clId="{E7DC71DE-92F6-4CA6-83A7-B7FFED60B6B8}" dt="2025-09-01T14:30:15.040" v="1588" actId="478"/>
          <ac:spMkLst>
            <pc:docMk/>
            <pc:sldMk cId="1834423120" sldId="393"/>
            <ac:spMk id="46" creationId="{0A345B65-3491-FBD4-E718-E70CF6CE4B94}"/>
          </ac:spMkLst>
        </pc:spChg>
        <pc:spChg chg="mod">
          <ac:chgData name="#ALISTAIR YONG JIA JIN#" userId="a6a417cd-a477-42ba-8767-cb902a623224" providerId="ADAL" clId="{E7DC71DE-92F6-4CA6-83A7-B7FFED60B6B8}" dt="2025-09-01T14:29:43.145" v="1577"/>
          <ac:spMkLst>
            <pc:docMk/>
            <pc:sldMk cId="1834423120" sldId="393"/>
            <ac:spMk id="48" creationId="{7BEEBC72-5AC8-A514-4AC2-69D1E5FA8524}"/>
          </ac:spMkLst>
        </pc:spChg>
        <pc:spChg chg="mod">
          <ac:chgData name="#ALISTAIR YONG JIA JIN#" userId="a6a417cd-a477-42ba-8767-cb902a623224" providerId="ADAL" clId="{E7DC71DE-92F6-4CA6-83A7-B7FFED60B6B8}" dt="2025-09-01T14:29:43.145" v="1577"/>
          <ac:spMkLst>
            <pc:docMk/>
            <pc:sldMk cId="1834423120" sldId="393"/>
            <ac:spMk id="49" creationId="{3F47F485-06F5-3FCE-16F7-C7C8ADA093C8}"/>
          </ac:spMkLst>
        </pc:spChg>
        <pc:grpChg chg="add mod">
          <ac:chgData name="#ALISTAIR YONG JIA JIN#" userId="a6a417cd-a477-42ba-8767-cb902a623224" providerId="ADAL" clId="{E7DC71DE-92F6-4CA6-83A7-B7FFED60B6B8}" dt="2025-09-01T14:01:16.885" v="1251" actId="1076"/>
          <ac:grpSpMkLst>
            <pc:docMk/>
            <pc:sldMk cId="1834423120" sldId="393"/>
            <ac:grpSpMk id="6" creationId="{9B3DE1D2-B9CE-57F7-A0C2-46F07723F932}"/>
          </ac:grpSpMkLst>
        </pc:grpChg>
        <pc:grpChg chg="del">
          <ac:chgData name="#ALISTAIR YONG JIA JIN#" userId="a6a417cd-a477-42ba-8767-cb902a623224" providerId="ADAL" clId="{E7DC71DE-92F6-4CA6-83A7-B7FFED60B6B8}" dt="2025-09-01T14:01:53.970" v="1255" actId="478"/>
          <ac:grpSpMkLst>
            <pc:docMk/>
            <pc:sldMk cId="1834423120" sldId="393"/>
            <ac:grpSpMk id="9" creationId="{06793EC7-6274-E980-874D-68574ED1E94A}"/>
          </ac:grpSpMkLst>
        </pc:grpChg>
        <pc:grpChg chg="mod">
          <ac:chgData name="#ALISTAIR YONG JIA JIN#" userId="a6a417cd-a477-42ba-8767-cb902a623224" providerId="ADAL" clId="{E7DC71DE-92F6-4CA6-83A7-B7FFED60B6B8}" dt="2025-09-01T14:17:32.081" v="1382" actId="1076"/>
          <ac:grpSpMkLst>
            <pc:docMk/>
            <pc:sldMk cId="1834423120" sldId="393"/>
            <ac:grpSpMk id="13" creationId="{90D558DA-D347-FC9F-EC5E-24F6C4F83EF5}"/>
          </ac:grpSpMkLst>
        </pc:grpChg>
        <pc:grpChg chg="mod">
          <ac:chgData name="#ALISTAIR YONG JIA JIN#" userId="a6a417cd-a477-42ba-8767-cb902a623224" providerId="ADAL" clId="{E7DC71DE-92F6-4CA6-83A7-B7FFED60B6B8}" dt="2025-09-01T14:17:04.158" v="1378" actId="1076"/>
          <ac:grpSpMkLst>
            <pc:docMk/>
            <pc:sldMk cId="1834423120" sldId="393"/>
            <ac:grpSpMk id="17" creationId="{0C4725B7-CDF5-3E87-BF16-9ED005FD1FE5}"/>
          </ac:grpSpMkLst>
        </pc:grpChg>
        <pc:grpChg chg="add mod">
          <ac:chgData name="#ALISTAIR YONG JIA JIN#" userId="a6a417cd-a477-42ba-8767-cb902a623224" providerId="ADAL" clId="{E7DC71DE-92F6-4CA6-83A7-B7FFED60B6B8}" dt="2025-09-01T14:01:16.885" v="1251" actId="1076"/>
          <ac:grpSpMkLst>
            <pc:docMk/>
            <pc:sldMk cId="1834423120" sldId="393"/>
            <ac:grpSpMk id="28" creationId="{2CAE53A0-ADD8-A3F6-BA50-F603E02C25FC}"/>
          </ac:grpSpMkLst>
        </pc:grpChg>
        <pc:grpChg chg="add mod">
          <ac:chgData name="#ALISTAIR YONG JIA JIN#" userId="a6a417cd-a477-42ba-8767-cb902a623224" providerId="ADAL" clId="{E7DC71DE-92F6-4CA6-83A7-B7FFED60B6B8}" dt="2025-09-01T14:17:59.715" v="1425" actId="1035"/>
          <ac:grpSpMkLst>
            <pc:docMk/>
            <pc:sldMk cId="1834423120" sldId="393"/>
            <ac:grpSpMk id="33" creationId="{53F7AB42-4C47-FC04-3A95-83E2177C0CE7}"/>
          </ac:grpSpMkLst>
        </pc:grpChg>
        <pc:grpChg chg="add del mod">
          <ac:chgData name="#ALISTAIR YONG JIA JIN#" userId="a6a417cd-a477-42ba-8767-cb902a623224" providerId="ADAL" clId="{E7DC71DE-92F6-4CA6-83A7-B7FFED60B6B8}" dt="2025-09-01T14:31:25.928" v="1592" actId="478"/>
          <ac:grpSpMkLst>
            <pc:docMk/>
            <pc:sldMk cId="1834423120" sldId="393"/>
            <ac:grpSpMk id="39" creationId="{1EF33BA0-AA43-6D60-C2D9-47F76DB91594}"/>
          </ac:grpSpMkLst>
        </pc:grpChg>
        <pc:grpChg chg="add del mod">
          <ac:chgData name="#ALISTAIR YONG JIA JIN#" userId="a6a417cd-a477-42ba-8767-cb902a623224" providerId="ADAL" clId="{E7DC71DE-92F6-4CA6-83A7-B7FFED60B6B8}" dt="2025-09-01T14:29:53.640" v="1584" actId="478"/>
          <ac:grpSpMkLst>
            <pc:docMk/>
            <pc:sldMk cId="1834423120" sldId="393"/>
            <ac:grpSpMk id="43" creationId="{1B2CFC62-9C05-B5F3-103C-57583E95732C}"/>
          </ac:grpSpMkLst>
        </pc:grpChg>
        <pc:grpChg chg="add del mod">
          <ac:chgData name="#ALISTAIR YONG JIA JIN#" userId="a6a417cd-a477-42ba-8767-cb902a623224" providerId="ADAL" clId="{E7DC71DE-92F6-4CA6-83A7-B7FFED60B6B8}" dt="2025-09-01T14:31:25.928" v="1592" actId="478"/>
          <ac:grpSpMkLst>
            <pc:docMk/>
            <pc:sldMk cId="1834423120" sldId="393"/>
            <ac:grpSpMk id="47" creationId="{AB2FBB10-5004-5C97-6F8C-A27FFB03D395}"/>
          </ac:grpSpMkLst>
        </pc:grpChg>
        <pc:cxnChg chg="add mod">
          <ac:chgData name="#ALISTAIR YONG JIA JIN#" userId="a6a417cd-a477-42ba-8767-cb902a623224" providerId="ADAL" clId="{E7DC71DE-92F6-4CA6-83A7-B7FFED60B6B8}" dt="2025-09-01T14:17:59.715" v="1425" actId="1035"/>
          <ac:cxnSpMkLst>
            <pc:docMk/>
            <pc:sldMk cId="1834423120" sldId="393"/>
            <ac:cxnSpMk id="36" creationId="{2200EA70-41E7-70DB-E952-D248BB8BE144}"/>
          </ac:cxnSpMkLst>
        </pc:cxnChg>
        <pc:cxnChg chg="del mod">
          <ac:chgData name="#ALISTAIR YONG JIA JIN#" userId="a6a417cd-a477-42ba-8767-cb902a623224" providerId="ADAL" clId="{E7DC71DE-92F6-4CA6-83A7-B7FFED60B6B8}" dt="2025-09-01T14:30:08.946" v="1586" actId="478"/>
          <ac:cxnSpMkLst>
            <pc:docMk/>
            <pc:sldMk cId="1834423120" sldId="393"/>
            <ac:cxnSpMk id="42" creationId="{F576BF89-7DC3-254A-39B5-9AAD72F98E30}"/>
          </ac:cxnSpMkLst>
        </pc:cxnChg>
        <pc:cxnChg chg="del mod ord">
          <ac:chgData name="#ALISTAIR YONG JIA JIN#" userId="a6a417cd-a477-42ba-8767-cb902a623224" providerId="ADAL" clId="{E7DC71DE-92F6-4CA6-83A7-B7FFED60B6B8}" dt="2025-09-01T14:31:25.928" v="1592" actId="478"/>
          <ac:cxnSpMkLst>
            <pc:docMk/>
            <pc:sldMk cId="1834423120" sldId="393"/>
            <ac:cxnSpMk id="50" creationId="{36CCF8BC-8418-9501-B7B3-E5B34C158532}"/>
          </ac:cxnSpMkLst>
        </pc:cxnChg>
      </pc:sldChg>
      <pc:sldChg chg="delSp modSp add del mod delAnim modAnim">
        <pc:chgData name="#ALISTAIR YONG JIA JIN#" userId="a6a417cd-a477-42ba-8767-cb902a623224" providerId="ADAL" clId="{E7DC71DE-92F6-4CA6-83A7-B7FFED60B6B8}" dt="2025-09-01T14:23:11.624" v="1500" actId="47"/>
        <pc:sldMkLst>
          <pc:docMk/>
          <pc:sldMk cId="2176878083" sldId="394"/>
        </pc:sldMkLst>
        <pc:spChg chg="mod">
          <ac:chgData name="#ALISTAIR YONG JIA JIN#" userId="a6a417cd-a477-42ba-8767-cb902a623224" providerId="ADAL" clId="{E7DC71DE-92F6-4CA6-83A7-B7FFED60B6B8}" dt="2025-09-01T14:21:25.971" v="1478" actId="14100"/>
          <ac:spMkLst>
            <pc:docMk/>
            <pc:sldMk cId="2176878083" sldId="394"/>
            <ac:spMk id="23" creationId="{90C3051D-70EF-005E-92E3-74E766AF211F}"/>
          </ac:spMkLst>
        </pc:spChg>
        <pc:grpChg chg="mod">
          <ac:chgData name="#ALISTAIR YONG JIA JIN#" userId="a6a417cd-a477-42ba-8767-cb902a623224" providerId="ADAL" clId="{E7DC71DE-92F6-4CA6-83A7-B7FFED60B6B8}" dt="2025-09-01T14:20:15.481" v="1438" actId="1076"/>
          <ac:grpSpMkLst>
            <pc:docMk/>
            <pc:sldMk cId="2176878083" sldId="394"/>
            <ac:grpSpMk id="13" creationId="{86B24602-5204-0018-E5F0-173BCFF55D46}"/>
          </ac:grpSpMkLst>
        </pc:grpChg>
        <pc:grpChg chg="mod">
          <ac:chgData name="#ALISTAIR YONG JIA JIN#" userId="a6a417cd-a477-42ba-8767-cb902a623224" providerId="ADAL" clId="{E7DC71DE-92F6-4CA6-83A7-B7FFED60B6B8}" dt="2025-09-01T14:20:45.236" v="1442" actId="1076"/>
          <ac:grpSpMkLst>
            <pc:docMk/>
            <pc:sldMk cId="2176878083" sldId="394"/>
            <ac:grpSpMk id="33" creationId="{434C7B3F-8E99-AD03-738B-F1C87219D7E1}"/>
          </ac:grpSpMkLst>
        </pc:grpChg>
        <pc:cxnChg chg="del mod">
          <ac:chgData name="#ALISTAIR YONG JIA JIN#" userId="a6a417cd-a477-42ba-8767-cb902a623224" providerId="ADAL" clId="{E7DC71DE-92F6-4CA6-83A7-B7FFED60B6B8}" dt="2025-09-01T14:20:23.872" v="1440" actId="478"/>
          <ac:cxnSpMkLst>
            <pc:docMk/>
            <pc:sldMk cId="2176878083" sldId="394"/>
            <ac:cxnSpMk id="36" creationId="{0EF3FCC2-D6AF-8F92-0F54-C480E5C51A16}"/>
          </ac:cxnSpMkLst>
        </pc:cxnChg>
      </pc:sldChg>
      <pc:sldChg chg="delSp modSp add mod delAnim modAnim">
        <pc:chgData name="#ALISTAIR YONG JIA JIN#" userId="a6a417cd-a477-42ba-8767-cb902a623224" providerId="ADAL" clId="{E7DC71DE-92F6-4CA6-83A7-B7FFED60B6B8}" dt="2025-09-01T15:10:22.932" v="1967"/>
        <pc:sldMkLst>
          <pc:docMk/>
          <pc:sldMk cId="4200247566" sldId="395"/>
        </pc:sldMkLst>
        <pc:spChg chg="mod">
          <ac:chgData name="#ALISTAIR YONG JIA JIN#" userId="a6a417cd-a477-42ba-8767-cb902a623224" providerId="ADAL" clId="{E7DC71DE-92F6-4CA6-83A7-B7FFED60B6B8}" dt="2025-09-01T14:23:28.217" v="1513" actId="1037"/>
          <ac:spMkLst>
            <pc:docMk/>
            <pc:sldMk cId="4200247566" sldId="395"/>
            <ac:spMk id="23" creationId="{CDE52B8B-AAED-0481-0BBF-6280D4FA09A8}"/>
          </ac:spMkLst>
        </pc:spChg>
        <pc:grpChg chg="mod">
          <ac:chgData name="#ALISTAIR YONG JIA JIN#" userId="a6a417cd-a477-42ba-8767-cb902a623224" providerId="ADAL" clId="{E7DC71DE-92F6-4CA6-83A7-B7FFED60B6B8}" dt="2025-09-01T14:22:15.313" v="1488" actId="1076"/>
          <ac:grpSpMkLst>
            <pc:docMk/>
            <pc:sldMk cId="4200247566" sldId="395"/>
            <ac:grpSpMk id="13" creationId="{2DEA2645-9B59-D8EB-9B04-AEEEE89E9AF2}"/>
          </ac:grpSpMkLst>
        </pc:grpChg>
        <pc:grpChg chg="mod">
          <ac:chgData name="#ALISTAIR YONG JIA JIN#" userId="a6a417cd-a477-42ba-8767-cb902a623224" providerId="ADAL" clId="{E7DC71DE-92F6-4CA6-83A7-B7FFED60B6B8}" dt="2025-09-01T15:10:09.207" v="1966" actId="1036"/>
          <ac:grpSpMkLst>
            <pc:docMk/>
            <pc:sldMk cId="4200247566" sldId="395"/>
            <ac:grpSpMk id="33" creationId="{36917EC0-31A4-DD46-6093-14554DE785EC}"/>
          </ac:grpSpMkLst>
        </pc:grpChg>
        <pc:cxnChg chg="del mod">
          <ac:chgData name="#ALISTAIR YONG JIA JIN#" userId="a6a417cd-a477-42ba-8767-cb902a623224" providerId="ADAL" clId="{E7DC71DE-92F6-4CA6-83A7-B7FFED60B6B8}" dt="2025-09-01T14:22:28.950" v="1492" actId="478"/>
          <ac:cxnSpMkLst>
            <pc:docMk/>
            <pc:sldMk cId="4200247566" sldId="395"/>
            <ac:cxnSpMk id="36" creationId="{FA915720-851B-D8C9-1ED7-7041D9D80BFD}"/>
          </ac:cxnSpMkLst>
        </pc:cxnChg>
      </pc:sldChg>
      <pc:sldChg chg="addSp delSp modSp add mod delAnim modAnim">
        <pc:chgData name="#ALISTAIR YONG JIA JIN#" userId="a6a417cd-a477-42ba-8767-cb902a623224" providerId="ADAL" clId="{E7DC71DE-92F6-4CA6-83A7-B7FFED60B6B8}" dt="2025-09-01T14:35:26.418" v="1628"/>
        <pc:sldMkLst>
          <pc:docMk/>
          <pc:sldMk cId="1366400852" sldId="396"/>
        </pc:sldMkLst>
        <pc:spChg chg="mod">
          <ac:chgData name="#ALISTAIR YONG JIA JIN#" userId="a6a417cd-a477-42ba-8767-cb902a623224" providerId="ADAL" clId="{E7DC71DE-92F6-4CA6-83A7-B7FFED60B6B8}" dt="2025-09-01T14:33:27.433" v="1608" actId="1076"/>
          <ac:spMkLst>
            <pc:docMk/>
            <pc:sldMk cId="1366400852" sldId="396"/>
            <ac:spMk id="5" creationId="{189C60F3-7701-EE13-C433-45759A0DDB7E}"/>
          </ac:spMkLst>
        </pc:spChg>
        <pc:spChg chg="mod">
          <ac:chgData name="#ALISTAIR YONG JIA JIN#" userId="a6a417cd-a477-42ba-8767-cb902a623224" providerId="ADAL" clId="{E7DC71DE-92F6-4CA6-83A7-B7FFED60B6B8}" dt="2025-09-01T14:24:12.313" v="1521" actId="14100"/>
          <ac:spMkLst>
            <pc:docMk/>
            <pc:sldMk cId="1366400852" sldId="396"/>
            <ac:spMk id="23" creationId="{36CE970B-51A8-D4D4-D7C1-B1EFD7DCA980}"/>
          </ac:spMkLst>
        </pc:spChg>
        <pc:spChg chg="del">
          <ac:chgData name="#ALISTAIR YONG JIA JIN#" userId="a6a417cd-a477-42ba-8767-cb902a623224" providerId="ADAL" clId="{E7DC71DE-92F6-4CA6-83A7-B7FFED60B6B8}" dt="2025-09-01T14:23:44.778" v="1515" actId="478"/>
          <ac:spMkLst>
            <pc:docMk/>
            <pc:sldMk cId="1366400852" sldId="396"/>
            <ac:spMk id="31" creationId="{AC02809E-572D-BB34-A442-E6131A51BB8E}"/>
          </ac:spMkLst>
        </pc:spChg>
        <pc:grpChg chg="mod">
          <ac:chgData name="#ALISTAIR YONG JIA JIN#" userId="a6a417cd-a477-42ba-8767-cb902a623224" providerId="ADAL" clId="{E7DC71DE-92F6-4CA6-83A7-B7FFED60B6B8}" dt="2025-09-01T14:33:27.433" v="1608" actId="1076"/>
          <ac:grpSpMkLst>
            <pc:docMk/>
            <pc:sldMk cId="1366400852" sldId="396"/>
            <ac:grpSpMk id="6" creationId="{98EB9585-8B36-4AC3-4D4A-B7FE9EB6FC3B}"/>
          </ac:grpSpMkLst>
        </pc:grpChg>
        <pc:grpChg chg="mod">
          <ac:chgData name="#ALISTAIR YONG JIA JIN#" userId="a6a417cd-a477-42ba-8767-cb902a623224" providerId="ADAL" clId="{E7DC71DE-92F6-4CA6-83A7-B7FFED60B6B8}" dt="2025-09-01T14:33:27.433" v="1608" actId="1076"/>
          <ac:grpSpMkLst>
            <pc:docMk/>
            <pc:sldMk cId="1366400852" sldId="396"/>
            <ac:grpSpMk id="28" creationId="{9D7F2EEC-99D1-99F5-B8B3-E93C43593B8C}"/>
          </ac:grpSpMkLst>
        </pc:grpChg>
        <pc:cxnChg chg="add mod">
          <ac:chgData name="#ALISTAIR YONG JIA JIN#" userId="a6a417cd-a477-42ba-8767-cb902a623224" providerId="ADAL" clId="{E7DC71DE-92F6-4CA6-83A7-B7FFED60B6B8}" dt="2025-09-01T14:34:01.738" v="1614" actId="13822"/>
          <ac:cxnSpMkLst>
            <pc:docMk/>
            <pc:sldMk cId="1366400852" sldId="396"/>
            <ac:cxnSpMk id="10" creationId="{E9E2CCBA-8C13-6DD3-8A98-3E32894DC43C}"/>
          </ac:cxnSpMkLst>
        </pc:cxnChg>
      </pc:sldChg>
      <pc:sldChg chg="addSp delSp modSp add mod addAnim delAnim modAnim">
        <pc:chgData name="#ALISTAIR YONG JIA JIN#" userId="a6a417cd-a477-42ba-8767-cb902a623224" providerId="ADAL" clId="{E7DC71DE-92F6-4CA6-83A7-B7FFED60B6B8}" dt="2025-09-01T14:41:56.116" v="1675"/>
        <pc:sldMkLst>
          <pc:docMk/>
          <pc:sldMk cId="2798635565" sldId="397"/>
        </pc:sldMkLst>
        <pc:spChg chg="mod">
          <ac:chgData name="#ALISTAIR YONG JIA JIN#" userId="a6a417cd-a477-42ba-8767-cb902a623224" providerId="ADAL" clId="{E7DC71DE-92F6-4CA6-83A7-B7FFED60B6B8}" dt="2025-09-01T14:35:48.102" v="1632" actId="14100"/>
          <ac:spMkLst>
            <pc:docMk/>
            <pc:sldMk cId="2798635565" sldId="397"/>
            <ac:spMk id="5" creationId="{AEBA80AB-E393-B7C1-2CC5-5EF6D9A408F8}"/>
          </ac:spMkLst>
        </pc:spChg>
        <pc:spChg chg="mod">
          <ac:chgData name="#ALISTAIR YONG JIA JIN#" userId="a6a417cd-a477-42ba-8767-cb902a623224" providerId="ADAL" clId="{E7DC71DE-92F6-4CA6-83A7-B7FFED60B6B8}" dt="2025-09-01T14:36:50.184" v="1639"/>
          <ac:spMkLst>
            <pc:docMk/>
            <pc:sldMk cId="2798635565" sldId="397"/>
            <ac:spMk id="12" creationId="{5A135548-0C50-DABB-FCB6-568029A50CDF}"/>
          </ac:spMkLst>
        </pc:spChg>
        <pc:spChg chg="mod">
          <ac:chgData name="#ALISTAIR YONG JIA JIN#" userId="a6a417cd-a477-42ba-8767-cb902a623224" providerId="ADAL" clId="{E7DC71DE-92F6-4CA6-83A7-B7FFED60B6B8}" dt="2025-09-01T14:36:50.184" v="1639"/>
          <ac:spMkLst>
            <pc:docMk/>
            <pc:sldMk cId="2798635565" sldId="397"/>
            <ac:spMk id="22" creationId="{DB73292A-597C-3CC4-D3FD-E10F047D4258}"/>
          </ac:spMkLst>
        </pc:spChg>
        <pc:spChg chg="add del">
          <ac:chgData name="#ALISTAIR YONG JIA JIN#" userId="a6a417cd-a477-42ba-8767-cb902a623224" providerId="ADAL" clId="{E7DC71DE-92F6-4CA6-83A7-B7FFED60B6B8}" dt="2025-09-01T14:37:02.232" v="1643" actId="478"/>
          <ac:spMkLst>
            <pc:docMk/>
            <pc:sldMk cId="2798635565" sldId="397"/>
            <ac:spMk id="23" creationId="{978CAFBE-B188-638D-4886-06ED442C002A}"/>
          </ac:spMkLst>
        </pc:spChg>
        <pc:grpChg chg="mod">
          <ac:chgData name="#ALISTAIR YONG JIA JIN#" userId="a6a417cd-a477-42ba-8767-cb902a623224" providerId="ADAL" clId="{E7DC71DE-92F6-4CA6-83A7-B7FFED60B6B8}" dt="2025-09-01T14:39:50.579" v="1656" actId="1076"/>
          <ac:grpSpMkLst>
            <pc:docMk/>
            <pc:sldMk cId="2798635565" sldId="397"/>
            <ac:grpSpMk id="6" creationId="{53DD1813-D022-C7B1-B9D3-02D1D4D90C8F}"/>
          </ac:grpSpMkLst>
        </pc:grpChg>
        <pc:grpChg chg="add mod">
          <ac:chgData name="#ALISTAIR YONG JIA JIN#" userId="a6a417cd-a477-42ba-8767-cb902a623224" providerId="ADAL" clId="{E7DC71DE-92F6-4CA6-83A7-B7FFED60B6B8}" dt="2025-09-01T14:36:50.184" v="1639"/>
          <ac:grpSpMkLst>
            <pc:docMk/>
            <pc:sldMk cId="2798635565" sldId="397"/>
            <ac:grpSpMk id="11" creationId="{D854AD3E-552E-C680-8FFF-B67200F223CD}"/>
          </ac:grpSpMkLst>
        </pc:grpChg>
        <pc:grpChg chg="mod ord">
          <ac:chgData name="#ALISTAIR YONG JIA JIN#" userId="a6a417cd-a477-42ba-8767-cb902a623224" providerId="ADAL" clId="{E7DC71DE-92F6-4CA6-83A7-B7FFED60B6B8}" dt="2025-09-01T14:36:16.694" v="1636" actId="166"/>
          <ac:grpSpMkLst>
            <pc:docMk/>
            <pc:sldMk cId="2798635565" sldId="397"/>
            <ac:grpSpMk id="13" creationId="{FBC1FAEE-D22F-49D6-69CE-7151185E4F48}"/>
          </ac:grpSpMkLst>
        </pc:grpChg>
        <pc:grpChg chg="del">
          <ac:chgData name="#ALISTAIR YONG JIA JIN#" userId="a6a417cd-a477-42ba-8767-cb902a623224" providerId="ADAL" clId="{E7DC71DE-92F6-4CA6-83A7-B7FFED60B6B8}" dt="2025-09-01T14:35:14.061" v="1626" actId="478"/>
          <ac:grpSpMkLst>
            <pc:docMk/>
            <pc:sldMk cId="2798635565" sldId="397"/>
            <ac:grpSpMk id="17" creationId="{99FCA24A-67A4-2F98-D3F6-27A3D1DAAB0C}"/>
          </ac:grpSpMkLst>
        </pc:grpChg>
        <pc:grpChg chg="mod">
          <ac:chgData name="#ALISTAIR YONG JIA JIN#" userId="a6a417cd-a477-42ba-8767-cb902a623224" providerId="ADAL" clId="{E7DC71DE-92F6-4CA6-83A7-B7FFED60B6B8}" dt="2025-09-01T14:39:50.579" v="1656" actId="1076"/>
          <ac:grpSpMkLst>
            <pc:docMk/>
            <pc:sldMk cId="2798635565" sldId="397"/>
            <ac:grpSpMk id="28" creationId="{AA43A89A-C283-F6D5-EF24-C9F663907688}"/>
          </ac:grpSpMkLst>
        </pc:grpChg>
        <pc:grpChg chg="ord">
          <ac:chgData name="#ALISTAIR YONG JIA JIN#" userId="a6a417cd-a477-42ba-8767-cb902a623224" providerId="ADAL" clId="{E7DC71DE-92F6-4CA6-83A7-B7FFED60B6B8}" dt="2025-09-01T14:36:16.694" v="1636" actId="166"/>
          <ac:grpSpMkLst>
            <pc:docMk/>
            <pc:sldMk cId="2798635565" sldId="397"/>
            <ac:grpSpMk id="33" creationId="{13E08712-9688-D951-585E-B4650D1CA15D}"/>
          </ac:grpSpMkLst>
        </pc:grpChg>
        <pc:cxnChg chg="add mod ord">
          <ac:chgData name="#ALISTAIR YONG JIA JIN#" userId="a6a417cd-a477-42ba-8767-cb902a623224" providerId="ADAL" clId="{E7DC71DE-92F6-4CA6-83A7-B7FFED60B6B8}" dt="2025-09-01T14:36:16.694" v="1636" actId="166"/>
          <ac:cxnSpMkLst>
            <pc:docMk/>
            <pc:sldMk cId="2798635565" sldId="397"/>
            <ac:cxnSpMk id="10" creationId="{BE353490-F9DB-A830-21AA-2971CA9636BA}"/>
          </ac:cxnSpMkLst>
        </pc:cxnChg>
      </pc:sldChg>
      <pc:sldChg chg="addSp delSp modSp add mod modAnim">
        <pc:chgData name="#ALISTAIR YONG JIA JIN#" userId="a6a417cd-a477-42ba-8767-cb902a623224" providerId="ADAL" clId="{E7DC71DE-92F6-4CA6-83A7-B7FFED60B6B8}" dt="2025-09-01T14:42:47.061" v="1679" actId="478"/>
        <pc:sldMkLst>
          <pc:docMk/>
          <pc:sldMk cId="1310431678" sldId="398"/>
        </pc:sldMkLst>
        <pc:spChg chg="del">
          <ac:chgData name="#ALISTAIR YONG JIA JIN#" userId="a6a417cd-a477-42ba-8767-cb902a623224" providerId="ADAL" clId="{E7DC71DE-92F6-4CA6-83A7-B7FFED60B6B8}" dt="2025-09-01T14:40:07.980" v="1661" actId="478"/>
          <ac:spMkLst>
            <pc:docMk/>
            <pc:sldMk cId="1310431678" sldId="398"/>
            <ac:spMk id="3" creationId="{9E47F306-E67A-F456-4A18-68F49DCA925D}"/>
          </ac:spMkLst>
        </pc:spChg>
        <pc:spChg chg="del">
          <ac:chgData name="#ALISTAIR YONG JIA JIN#" userId="a6a417cd-a477-42ba-8767-cb902a623224" providerId="ADAL" clId="{E7DC71DE-92F6-4CA6-83A7-B7FFED60B6B8}" dt="2025-09-01T14:42:47.061" v="1679" actId="478"/>
          <ac:spMkLst>
            <pc:docMk/>
            <pc:sldMk cId="1310431678" sldId="398"/>
            <ac:spMk id="5" creationId="{87EB6E4C-0A27-F79A-6BFA-3E3796DAD90E}"/>
          </ac:spMkLst>
        </pc:spChg>
        <pc:spChg chg="add mod">
          <ac:chgData name="#ALISTAIR YONG JIA JIN#" userId="a6a417cd-a477-42ba-8767-cb902a623224" providerId="ADAL" clId="{E7DC71DE-92F6-4CA6-83A7-B7FFED60B6B8}" dt="2025-09-01T14:39:33.606" v="1655"/>
          <ac:spMkLst>
            <pc:docMk/>
            <pc:sldMk cId="1310431678" sldId="398"/>
            <ac:spMk id="9" creationId="{7AECEB48-0AFF-B30C-B3C8-8A2C8DD8EE43}"/>
          </ac:spMkLst>
        </pc:spChg>
        <pc:spChg chg="add mod">
          <ac:chgData name="#ALISTAIR YONG JIA JIN#" userId="a6a417cd-a477-42ba-8767-cb902a623224" providerId="ADAL" clId="{E7DC71DE-92F6-4CA6-83A7-B7FFED60B6B8}" dt="2025-09-01T14:40:40.523" v="1665" actId="1076"/>
          <ac:spMkLst>
            <pc:docMk/>
            <pc:sldMk cId="1310431678" sldId="398"/>
            <ac:spMk id="11" creationId="{A96C69F4-3926-6676-7C4E-18CCAFFC72CE}"/>
          </ac:spMkLst>
        </pc:spChg>
        <pc:spChg chg="add mod">
          <ac:chgData name="#ALISTAIR YONG JIA JIN#" userId="a6a417cd-a477-42ba-8767-cb902a623224" providerId="ADAL" clId="{E7DC71DE-92F6-4CA6-83A7-B7FFED60B6B8}" dt="2025-09-01T14:42:31.934" v="1677"/>
          <ac:spMkLst>
            <pc:docMk/>
            <pc:sldMk cId="1310431678" sldId="398"/>
            <ac:spMk id="12" creationId="{741751E7-BCCB-80EB-6C19-7AF803BC4247}"/>
          </ac:spMkLst>
        </pc:spChg>
        <pc:spChg chg="mod">
          <ac:chgData name="#ALISTAIR YONG JIA JIN#" userId="a6a417cd-a477-42ba-8767-cb902a623224" providerId="ADAL" clId="{E7DC71DE-92F6-4CA6-83A7-B7FFED60B6B8}" dt="2025-09-01T14:42:31.934" v="1677"/>
          <ac:spMkLst>
            <pc:docMk/>
            <pc:sldMk cId="1310431678" sldId="398"/>
            <ac:spMk id="18" creationId="{9AB39326-DC73-FD44-8D67-2CDBB7E563A7}"/>
          </ac:spMkLst>
        </pc:spChg>
        <pc:spChg chg="mod">
          <ac:chgData name="#ALISTAIR YONG JIA JIN#" userId="a6a417cd-a477-42ba-8767-cb902a623224" providerId="ADAL" clId="{E7DC71DE-92F6-4CA6-83A7-B7FFED60B6B8}" dt="2025-09-01T14:42:31.934" v="1677"/>
          <ac:spMkLst>
            <pc:docMk/>
            <pc:sldMk cId="1310431678" sldId="398"/>
            <ac:spMk id="19" creationId="{4EED4EE0-95C1-9E64-1F98-95B0C2B1F360}"/>
          </ac:spMkLst>
        </pc:spChg>
        <pc:spChg chg="mod">
          <ac:chgData name="#ALISTAIR YONG JIA JIN#" userId="a6a417cd-a477-42ba-8767-cb902a623224" providerId="ADAL" clId="{E7DC71DE-92F6-4CA6-83A7-B7FFED60B6B8}" dt="2025-09-01T14:42:31.934" v="1677"/>
          <ac:spMkLst>
            <pc:docMk/>
            <pc:sldMk cId="1310431678" sldId="398"/>
            <ac:spMk id="31" creationId="{FDD7D2BB-5CEA-E77D-BAC2-DF29AFE761D7}"/>
          </ac:spMkLst>
        </pc:spChg>
        <pc:spChg chg="mod">
          <ac:chgData name="#ALISTAIR YONG JIA JIN#" userId="a6a417cd-a477-42ba-8767-cb902a623224" providerId="ADAL" clId="{E7DC71DE-92F6-4CA6-83A7-B7FFED60B6B8}" dt="2025-09-01T14:42:31.934" v="1677"/>
          <ac:spMkLst>
            <pc:docMk/>
            <pc:sldMk cId="1310431678" sldId="398"/>
            <ac:spMk id="32" creationId="{6628B74D-A0FB-7E2E-F531-D5A21059E200}"/>
          </ac:spMkLst>
        </pc:spChg>
        <pc:grpChg chg="mod">
          <ac:chgData name="#ALISTAIR YONG JIA JIN#" userId="a6a417cd-a477-42ba-8767-cb902a623224" providerId="ADAL" clId="{E7DC71DE-92F6-4CA6-83A7-B7FFED60B6B8}" dt="2025-09-01T14:39:59.101" v="1657" actId="1076"/>
          <ac:grpSpMkLst>
            <pc:docMk/>
            <pc:sldMk cId="1310431678" sldId="398"/>
            <ac:grpSpMk id="6" creationId="{5C0EF3BD-8087-67F0-B7BF-75B283B296BC}"/>
          </ac:grpSpMkLst>
        </pc:grpChg>
        <pc:grpChg chg="add mod">
          <ac:chgData name="#ALISTAIR YONG JIA JIN#" userId="a6a417cd-a477-42ba-8767-cb902a623224" providerId="ADAL" clId="{E7DC71DE-92F6-4CA6-83A7-B7FFED60B6B8}" dt="2025-09-01T14:42:31.934" v="1677"/>
          <ac:grpSpMkLst>
            <pc:docMk/>
            <pc:sldMk cId="1310431678" sldId="398"/>
            <ac:grpSpMk id="17" creationId="{DB8533E0-B118-5F54-A5AD-59ADDF47212A}"/>
          </ac:grpSpMkLst>
        </pc:grpChg>
        <pc:grpChg chg="del mod ord">
          <ac:chgData name="#ALISTAIR YONG JIA JIN#" userId="a6a417cd-a477-42ba-8767-cb902a623224" providerId="ADAL" clId="{E7DC71DE-92F6-4CA6-83A7-B7FFED60B6B8}" dt="2025-09-01T14:42:47.061" v="1679" actId="478"/>
          <ac:grpSpMkLst>
            <pc:docMk/>
            <pc:sldMk cId="1310431678" sldId="398"/>
            <ac:grpSpMk id="20" creationId="{B1AB02D6-B46B-DD13-3A97-ABDEF66AD2D5}"/>
          </ac:grpSpMkLst>
        </pc:grpChg>
        <pc:grpChg chg="add mod">
          <ac:chgData name="#ALISTAIR YONG JIA JIN#" userId="a6a417cd-a477-42ba-8767-cb902a623224" providerId="ADAL" clId="{E7DC71DE-92F6-4CA6-83A7-B7FFED60B6B8}" dt="2025-09-01T14:42:31.934" v="1677"/>
          <ac:grpSpMkLst>
            <pc:docMk/>
            <pc:sldMk cId="1310431678" sldId="398"/>
            <ac:grpSpMk id="22" creationId="{D0F49EDE-BB1B-1752-D462-1E21FCFD788D}"/>
          </ac:grpSpMkLst>
        </pc:grpChg>
        <pc:grpChg chg="del mod ord">
          <ac:chgData name="#ALISTAIR YONG JIA JIN#" userId="a6a417cd-a477-42ba-8767-cb902a623224" providerId="ADAL" clId="{E7DC71DE-92F6-4CA6-83A7-B7FFED60B6B8}" dt="2025-09-01T14:42:47.061" v="1679" actId="478"/>
          <ac:grpSpMkLst>
            <pc:docMk/>
            <pc:sldMk cId="1310431678" sldId="398"/>
            <ac:grpSpMk id="25" creationId="{1A3BB89E-AA42-9F09-0377-6C7B83F88740}"/>
          </ac:grpSpMkLst>
        </pc:grpChg>
        <pc:grpChg chg="mod">
          <ac:chgData name="#ALISTAIR YONG JIA JIN#" userId="a6a417cd-a477-42ba-8767-cb902a623224" providerId="ADAL" clId="{E7DC71DE-92F6-4CA6-83A7-B7FFED60B6B8}" dt="2025-09-01T14:39:59.101" v="1657" actId="1076"/>
          <ac:grpSpMkLst>
            <pc:docMk/>
            <pc:sldMk cId="1310431678" sldId="398"/>
            <ac:grpSpMk id="28" creationId="{1AD11255-9CE7-4AD6-F247-5D0ED28CEC1A}"/>
          </ac:grpSpMkLst>
        </pc:grpChg>
      </pc:sldChg>
      <pc:sldChg chg="delSp modSp add mod modAnim">
        <pc:chgData name="#ALISTAIR YONG JIA JIN#" userId="a6a417cd-a477-42ba-8767-cb902a623224" providerId="ADAL" clId="{E7DC71DE-92F6-4CA6-83A7-B7FFED60B6B8}" dt="2025-09-01T14:45:06.661" v="1705"/>
        <pc:sldMkLst>
          <pc:docMk/>
          <pc:sldMk cId="479264999" sldId="399"/>
        </pc:sldMkLst>
        <pc:spChg chg="del">
          <ac:chgData name="#ALISTAIR YONG JIA JIN#" userId="a6a417cd-a477-42ba-8767-cb902a623224" providerId="ADAL" clId="{E7DC71DE-92F6-4CA6-83A7-B7FFED60B6B8}" dt="2025-09-01T14:42:52.655" v="1680" actId="478"/>
          <ac:spMkLst>
            <pc:docMk/>
            <pc:sldMk cId="479264999" sldId="399"/>
            <ac:spMk id="12" creationId="{7DB01AF6-0162-B410-E0D2-2E8E6E08617E}"/>
          </ac:spMkLst>
        </pc:spChg>
        <pc:spChg chg="del">
          <ac:chgData name="#ALISTAIR YONG JIA JIN#" userId="a6a417cd-a477-42ba-8767-cb902a623224" providerId="ADAL" clId="{E7DC71DE-92F6-4CA6-83A7-B7FFED60B6B8}" dt="2025-09-01T14:42:56.572" v="1681" actId="478"/>
          <ac:spMkLst>
            <pc:docMk/>
            <pc:sldMk cId="479264999" sldId="399"/>
            <ac:spMk id="23" creationId="{40BEA439-8A5B-AFC5-86B3-971ACCE58C28}"/>
          </ac:spMkLst>
        </pc:spChg>
        <pc:grpChg chg="mod">
          <ac:chgData name="#ALISTAIR YONG JIA JIN#" userId="a6a417cd-a477-42ba-8767-cb902a623224" providerId="ADAL" clId="{E7DC71DE-92F6-4CA6-83A7-B7FFED60B6B8}" dt="2025-09-01T14:43:12.547" v="1684" actId="1076"/>
          <ac:grpSpMkLst>
            <pc:docMk/>
            <pc:sldMk cId="479264999" sldId="399"/>
            <ac:grpSpMk id="6" creationId="{207B0637-90D7-2C33-C1A5-376035DCBD72}"/>
          </ac:grpSpMkLst>
        </pc:grpChg>
        <pc:grpChg chg="del">
          <ac:chgData name="#ALISTAIR YONG JIA JIN#" userId="a6a417cd-a477-42ba-8767-cb902a623224" providerId="ADAL" clId="{E7DC71DE-92F6-4CA6-83A7-B7FFED60B6B8}" dt="2025-09-01T14:42:52.655" v="1680" actId="478"/>
          <ac:grpSpMkLst>
            <pc:docMk/>
            <pc:sldMk cId="479264999" sldId="399"/>
            <ac:grpSpMk id="17" creationId="{F15D0A94-181C-68AD-A623-48F5CDF69ED3}"/>
          </ac:grpSpMkLst>
        </pc:grpChg>
        <pc:grpChg chg="del">
          <ac:chgData name="#ALISTAIR YONG JIA JIN#" userId="a6a417cd-a477-42ba-8767-cb902a623224" providerId="ADAL" clId="{E7DC71DE-92F6-4CA6-83A7-B7FFED60B6B8}" dt="2025-09-01T14:42:52.655" v="1680" actId="478"/>
          <ac:grpSpMkLst>
            <pc:docMk/>
            <pc:sldMk cId="479264999" sldId="399"/>
            <ac:grpSpMk id="22" creationId="{54C400B5-6638-E99F-8692-62A58E502A16}"/>
          </ac:grpSpMkLst>
        </pc:grpChg>
        <pc:grpChg chg="del">
          <ac:chgData name="#ALISTAIR YONG JIA JIN#" userId="a6a417cd-a477-42ba-8767-cb902a623224" providerId="ADAL" clId="{E7DC71DE-92F6-4CA6-83A7-B7FFED60B6B8}" dt="2025-09-01T14:43:07.226" v="1683" actId="478"/>
          <ac:grpSpMkLst>
            <pc:docMk/>
            <pc:sldMk cId="479264999" sldId="399"/>
            <ac:grpSpMk id="28" creationId="{BC71D9CC-5C0F-707A-A828-02ED6DBB3AA1}"/>
          </ac:grpSpMkLst>
        </pc:grpChg>
      </pc:sldChg>
      <pc:sldChg chg="add del modAnim">
        <pc:chgData name="#ALISTAIR YONG JIA JIN#" userId="a6a417cd-a477-42ba-8767-cb902a623224" providerId="ADAL" clId="{E7DC71DE-92F6-4CA6-83A7-B7FFED60B6B8}" dt="2025-09-01T14:38:24.947" v="1650" actId="2890"/>
        <pc:sldMkLst>
          <pc:docMk/>
          <pc:sldMk cId="930530533" sldId="399"/>
        </pc:sldMkLst>
      </pc:sldChg>
      <pc:sldChg chg="add del">
        <pc:chgData name="#ALISTAIR YONG JIA JIN#" userId="a6a417cd-a477-42ba-8767-cb902a623224" providerId="ADAL" clId="{E7DC71DE-92F6-4CA6-83A7-B7FFED60B6B8}" dt="2025-09-01T14:38:48.144" v="1652" actId="47"/>
        <pc:sldMkLst>
          <pc:docMk/>
          <pc:sldMk cId="2059686410" sldId="399"/>
        </pc:sldMkLst>
      </pc:sldChg>
      <pc:sldChg chg="addSp delSp modSp add mod ord delAnim modAnim">
        <pc:chgData name="#ALISTAIR YONG JIA JIN#" userId="a6a417cd-a477-42ba-8767-cb902a623224" providerId="ADAL" clId="{E7DC71DE-92F6-4CA6-83A7-B7FFED60B6B8}" dt="2025-09-01T14:44:57.280" v="1704"/>
        <pc:sldMkLst>
          <pc:docMk/>
          <pc:sldMk cId="3816539112" sldId="400"/>
        </pc:sldMkLst>
        <pc:spChg chg="mod">
          <ac:chgData name="#ALISTAIR YONG JIA JIN#" userId="a6a417cd-a477-42ba-8767-cb902a623224" providerId="ADAL" clId="{E7DC71DE-92F6-4CA6-83A7-B7FFED60B6B8}" dt="2025-09-01T14:43:50.569" v="1691"/>
          <ac:spMkLst>
            <pc:docMk/>
            <pc:sldMk cId="3816539112" sldId="400"/>
            <ac:spMk id="5" creationId="{15568A10-9A06-A884-7E75-0F08FA4F618C}"/>
          </ac:spMkLst>
        </pc:spChg>
        <pc:spChg chg="mod">
          <ac:chgData name="#ALISTAIR YONG JIA JIN#" userId="a6a417cd-a477-42ba-8767-cb902a623224" providerId="ADAL" clId="{E7DC71DE-92F6-4CA6-83A7-B7FFED60B6B8}" dt="2025-09-01T14:44:00.571" v="1693" actId="20577"/>
          <ac:spMkLst>
            <pc:docMk/>
            <pc:sldMk cId="3816539112" sldId="400"/>
            <ac:spMk id="7" creationId="{C51D967A-1A42-26A2-BF93-E6CD4E37853A}"/>
          </ac:spMkLst>
        </pc:spChg>
        <pc:spChg chg="mod">
          <ac:chgData name="#ALISTAIR YONG JIA JIN#" userId="a6a417cd-a477-42ba-8767-cb902a623224" providerId="ADAL" clId="{E7DC71DE-92F6-4CA6-83A7-B7FFED60B6B8}" dt="2025-09-01T14:43:50.569" v="1691"/>
          <ac:spMkLst>
            <pc:docMk/>
            <pc:sldMk cId="3816539112" sldId="400"/>
            <ac:spMk id="9" creationId="{D07AE5E1-A88C-5D4B-E4ED-0695F323372A}"/>
          </ac:spMkLst>
        </pc:spChg>
        <pc:spChg chg="del">
          <ac:chgData name="#ALISTAIR YONG JIA JIN#" userId="a6a417cd-a477-42ba-8767-cb902a623224" providerId="ADAL" clId="{E7DC71DE-92F6-4CA6-83A7-B7FFED60B6B8}" dt="2025-09-01T14:43:49.646" v="1690" actId="478"/>
          <ac:spMkLst>
            <pc:docMk/>
            <pc:sldMk cId="3816539112" sldId="400"/>
            <ac:spMk id="11" creationId="{228A9CD6-992A-C5CE-38CA-51952E7BB7C6}"/>
          </ac:spMkLst>
        </pc:spChg>
        <pc:spChg chg="del">
          <ac:chgData name="#ALISTAIR YONG JIA JIN#" userId="a6a417cd-a477-42ba-8767-cb902a623224" providerId="ADAL" clId="{E7DC71DE-92F6-4CA6-83A7-B7FFED60B6B8}" dt="2025-09-01T14:44:04.807" v="1695" actId="478"/>
          <ac:spMkLst>
            <pc:docMk/>
            <pc:sldMk cId="3816539112" sldId="400"/>
            <ac:spMk id="12" creationId="{3479383D-4695-7F6A-1CD7-031DD2602D2B}"/>
          </ac:spMkLst>
        </pc:spChg>
        <pc:spChg chg="mod">
          <ac:chgData name="#ALISTAIR YONG JIA JIN#" userId="a6a417cd-a477-42ba-8767-cb902a623224" providerId="ADAL" clId="{E7DC71DE-92F6-4CA6-83A7-B7FFED60B6B8}" dt="2025-09-01T14:44:07.648" v="1696" actId="14100"/>
          <ac:spMkLst>
            <pc:docMk/>
            <pc:sldMk cId="3816539112" sldId="400"/>
            <ac:spMk id="16" creationId="{21DE4861-83BF-7C5B-7F5F-0B1ADDC04881}"/>
          </ac:spMkLst>
        </pc:spChg>
        <pc:spChg chg="mod">
          <ac:chgData name="#ALISTAIR YONG JIA JIN#" userId="a6a417cd-a477-42ba-8767-cb902a623224" providerId="ADAL" clId="{E7DC71DE-92F6-4CA6-83A7-B7FFED60B6B8}" dt="2025-09-01T14:43:50.569" v="1691"/>
          <ac:spMkLst>
            <pc:docMk/>
            <pc:sldMk cId="3816539112" sldId="400"/>
            <ac:spMk id="21" creationId="{A53B94BA-60C7-3FBF-3B2A-F2E230F2585D}"/>
          </ac:spMkLst>
        </pc:spChg>
        <pc:spChg chg="mod">
          <ac:chgData name="#ALISTAIR YONG JIA JIN#" userId="a6a417cd-a477-42ba-8767-cb902a623224" providerId="ADAL" clId="{E7DC71DE-92F6-4CA6-83A7-B7FFED60B6B8}" dt="2025-09-01T14:43:50.569" v="1691"/>
          <ac:spMkLst>
            <pc:docMk/>
            <pc:sldMk cId="3816539112" sldId="400"/>
            <ac:spMk id="24" creationId="{886FF68F-69D5-377D-82A4-43D02DFB65C5}"/>
          </ac:spMkLst>
        </pc:spChg>
        <pc:spChg chg="mod">
          <ac:chgData name="#ALISTAIR YONG JIA JIN#" userId="a6a417cd-a477-42ba-8767-cb902a623224" providerId="ADAL" clId="{E7DC71DE-92F6-4CA6-83A7-B7FFED60B6B8}" dt="2025-09-01T14:43:50.569" v="1691"/>
          <ac:spMkLst>
            <pc:docMk/>
            <pc:sldMk cId="3816539112" sldId="400"/>
            <ac:spMk id="26" creationId="{8984D64B-A825-1C5D-FB80-CA844A0C9952}"/>
          </ac:spMkLst>
        </pc:spChg>
        <pc:spChg chg="mod">
          <ac:chgData name="#ALISTAIR YONG JIA JIN#" userId="a6a417cd-a477-42ba-8767-cb902a623224" providerId="ADAL" clId="{E7DC71DE-92F6-4CA6-83A7-B7FFED60B6B8}" dt="2025-09-01T14:43:50.569" v="1691"/>
          <ac:spMkLst>
            <pc:docMk/>
            <pc:sldMk cId="3816539112" sldId="400"/>
            <ac:spMk id="27" creationId="{6FAC4ABB-B424-638C-F3DB-A69BC4C68AB0}"/>
          </ac:spMkLst>
        </pc:spChg>
        <pc:spChg chg="add mod">
          <ac:chgData name="#ALISTAIR YONG JIA JIN#" userId="a6a417cd-a477-42ba-8767-cb902a623224" providerId="ADAL" clId="{E7DC71DE-92F6-4CA6-83A7-B7FFED60B6B8}" dt="2025-09-01T14:43:50.569" v="1691"/>
          <ac:spMkLst>
            <pc:docMk/>
            <pc:sldMk cId="3816539112" sldId="400"/>
            <ac:spMk id="37" creationId="{49EB19A1-28E7-07C7-8C8E-BD3B6F3864E7}"/>
          </ac:spMkLst>
        </pc:spChg>
        <pc:spChg chg="add mod">
          <ac:chgData name="#ALISTAIR YONG JIA JIN#" userId="a6a417cd-a477-42ba-8767-cb902a623224" providerId="ADAL" clId="{E7DC71DE-92F6-4CA6-83A7-B7FFED60B6B8}" dt="2025-09-01T14:44:24.362" v="1701" actId="1076"/>
          <ac:spMkLst>
            <pc:docMk/>
            <pc:sldMk cId="3816539112" sldId="400"/>
            <ac:spMk id="38" creationId="{006E3689-0BA2-3E60-4DF1-6F12B81DB6F9}"/>
          </ac:spMkLst>
        </pc:spChg>
        <pc:grpChg chg="add mod">
          <ac:chgData name="#ALISTAIR YONG JIA JIN#" userId="a6a417cd-a477-42ba-8767-cb902a623224" providerId="ADAL" clId="{E7DC71DE-92F6-4CA6-83A7-B7FFED60B6B8}" dt="2025-09-01T14:43:50.569" v="1691"/>
          <ac:grpSpMkLst>
            <pc:docMk/>
            <pc:sldMk cId="3816539112" sldId="400"/>
            <ac:grpSpMk id="3" creationId="{1ED3173F-3EEA-D2E6-61A5-7E6BE09E59DD}"/>
          </ac:grpSpMkLst>
        </pc:grpChg>
        <pc:grpChg chg="del">
          <ac:chgData name="#ALISTAIR YONG JIA JIN#" userId="a6a417cd-a477-42ba-8767-cb902a623224" providerId="ADAL" clId="{E7DC71DE-92F6-4CA6-83A7-B7FFED60B6B8}" dt="2025-09-01T14:43:49.646" v="1690" actId="478"/>
          <ac:grpSpMkLst>
            <pc:docMk/>
            <pc:sldMk cId="3816539112" sldId="400"/>
            <ac:grpSpMk id="13" creationId="{57642442-B71E-257C-89A7-E266ADECC361}"/>
          </ac:grpSpMkLst>
        </pc:grpChg>
        <pc:grpChg chg="del">
          <ac:chgData name="#ALISTAIR YONG JIA JIN#" userId="a6a417cd-a477-42ba-8767-cb902a623224" providerId="ADAL" clId="{E7DC71DE-92F6-4CA6-83A7-B7FFED60B6B8}" dt="2025-09-01T14:44:04.807" v="1695" actId="478"/>
          <ac:grpSpMkLst>
            <pc:docMk/>
            <pc:sldMk cId="3816539112" sldId="400"/>
            <ac:grpSpMk id="17" creationId="{4AD99EDF-07B0-24F5-3E3A-D0D7386A1F6E}"/>
          </ac:grpSpMkLst>
        </pc:grpChg>
        <pc:grpChg chg="add mod">
          <ac:chgData name="#ALISTAIR YONG JIA JIN#" userId="a6a417cd-a477-42ba-8767-cb902a623224" providerId="ADAL" clId="{E7DC71DE-92F6-4CA6-83A7-B7FFED60B6B8}" dt="2025-09-01T14:43:50.569" v="1691"/>
          <ac:grpSpMkLst>
            <pc:docMk/>
            <pc:sldMk cId="3816539112" sldId="400"/>
            <ac:grpSpMk id="20" creationId="{474B5AAA-DC16-FE06-4207-27DF59D199EC}"/>
          </ac:grpSpMkLst>
        </pc:grpChg>
        <pc:grpChg chg="del">
          <ac:chgData name="#ALISTAIR YONG JIA JIN#" userId="a6a417cd-a477-42ba-8767-cb902a623224" providerId="ADAL" clId="{E7DC71DE-92F6-4CA6-83A7-B7FFED60B6B8}" dt="2025-09-01T14:44:04.807" v="1695" actId="478"/>
          <ac:grpSpMkLst>
            <pc:docMk/>
            <pc:sldMk cId="3816539112" sldId="400"/>
            <ac:grpSpMk id="22" creationId="{40EAB64B-6596-FCDF-E062-87E36B82A4C0}"/>
          </ac:grpSpMkLst>
        </pc:grpChg>
        <pc:grpChg chg="add mod">
          <ac:chgData name="#ALISTAIR YONG JIA JIN#" userId="a6a417cd-a477-42ba-8767-cb902a623224" providerId="ADAL" clId="{E7DC71DE-92F6-4CA6-83A7-B7FFED60B6B8}" dt="2025-09-01T14:43:50.569" v="1691"/>
          <ac:grpSpMkLst>
            <pc:docMk/>
            <pc:sldMk cId="3816539112" sldId="400"/>
            <ac:grpSpMk id="25" creationId="{F45AA84F-EA0B-DFE1-5CE7-0B21F3BFB593}"/>
          </ac:grpSpMkLst>
        </pc:grpChg>
        <pc:grpChg chg="del">
          <ac:chgData name="#ALISTAIR YONG JIA JIN#" userId="a6a417cd-a477-42ba-8767-cb902a623224" providerId="ADAL" clId="{E7DC71DE-92F6-4CA6-83A7-B7FFED60B6B8}" dt="2025-09-01T14:43:49.646" v="1690" actId="478"/>
          <ac:grpSpMkLst>
            <pc:docMk/>
            <pc:sldMk cId="3816539112" sldId="400"/>
            <ac:grpSpMk id="33" creationId="{6976043D-3032-123D-572B-7DB23A341CC6}"/>
          </ac:grpSpMkLst>
        </pc:grpChg>
        <pc:cxnChg chg="del mod">
          <ac:chgData name="#ALISTAIR YONG JIA JIN#" userId="a6a417cd-a477-42ba-8767-cb902a623224" providerId="ADAL" clId="{E7DC71DE-92F6-4CA6-83A7-B7FFED60B6B8}" dt="2025-09-01T14:43:49.646" v="1690" actId="478"/>
          <ac:cxnSpMkLst>
            <pc:docMk/>
            <pc:sldMk cId="3816539112" sldId="400"/>
            <ac:cxnSpMk id="10" creationId="{50A44D9E-5B58-6487-AFC1-76BBB0CD5970}"/>
          </ac:cxnSpMkLst>
        </pc:cxnChg>
      </pc:sldChg>
      <pc:sldChg chg="addSp delSp modSp add del mod modAnim">
        <pc:chgData name="#ALISTAIR YONG JIA JIN#" userId="a6a417cd-a477-42ba-8767-cb902a623224" providerId="ADAL" clId="{E7DC71DE-92F6-4CA6-83A7-B7FFED60B6B8}" dt="2025-09-01T14:59:55.614" v="1847" actId="47"/>
        <pc:sldMkLst>
          <pc:docMk/>
          <pc:sldMk cId="859532337" sldId="401"/>
        </pc:sldMkLst>
        <pc:spChg chg="del">
          <ac:chgData name="#ALISTAIR YONG JIA JIN#" userId="a6a417cd-a477-42ba-8767-cb902a623224" providerId="ADAL" clId="{E7DC71DE-92F6-4CA6-83A7-B7FFED60B6B8}" dt="2025-09-01T14:54:10.728" v="1776" actId="478"/>
          <ac:spMkLst>
            <pc:docMk/>
            <pc:sldMk cId="859532337" sldId="401"/>
            <ac:spMk id="43" creationId="{B2449F91-BB3E-1769-2A04-1465B0B721F2}"/>
          </ac:spMkLst>
        </pc:spChg>
        <pc:picChg chg="del">
          <ac:chgData name="#ALISTAIR YONG JIA JIN#" userId="a6a417cd-a477-42ba-8767-cb902a623224" providerId="ADAL" clId="{E7DC71DE-92F6-4CA6-83A7-B7FFED60B6B8}" dt="2025-09-01T14:52:25.967" v="1769" actId="478"/>
          <ac:picMkLst>
            <pc:docMk/>
            <pc:sldMk cId="859532337" sldId="401"/>
            <ac:picMk id="4" creationId="{16C69CB9-57F4-E3BF-5689-BB523C190DD7}"/>
          </ac:picMkLst>
        </pc:picChg>
        <pc:picChg chg="add del mod">
          <ac:chgData name="#ALISTAIR YONG JIA JIN#" userId="a6a417cd-a477-42ba-8767-cb902a623224" providerId="ADAL" clId="{E7DC71DE-92F6-4CA6-83A7-B7FFED60B6B8}" dt="2025-09-01T14:54:34.817" v="1779" actId="1076"/>
          <ac:picMkLst>
            <pc:docMk/>
            <pc:sldMk cId="859532337" sldId="401"/>
            <ac:picMk id="44" creationId="{16326613-6923-CDFB-8159-0E9716F0FD04}"/>
          </ac:picMkLst>
        </pc:picChg>
      </pc:sldChg>
      <pc:sldChg chg="addSp delSp modSp add mod modAnim">
        <pc:chgData name="#ALISTAIR YONG JIA JIN#" userId="a6a417cd-a477-42ba-8767-cb902a623224" providerId="ADAL" clId="{E7DC71DE-92F6-4CA6-83A7-B7FFED60B6B8}" dt="2025-09-01T14:59:51.358" v="1846" actId="14100"/>
        <pc:sldMkLst>
          <pc:docMk/>
          <pc:sldMk cId="2615393277" sldId="402"/>
        </pc:sldMkLst>
        <pc:spChg chg="mod">
          <ac:chgData name="#ALISTAIR YONG JIA JIN#" userId="a6a417cd-a477-42ba-8767-cb902a623224" providerId="ADAL" clId="{E7DC71DE-92F6-4CA6-83A7-B7FFED60B6B8}" dt="2025-09-01T14:57:07.624" v="1813" actId="1076"/>
          <ac:spMkLst>
            <pc:docMk/>
            <pc:sldMk cId="2615393277" sldId="402"/>
            <ac:spMk id="27" creationId="{D9D877E1-B6E4-75C9-8936-4BF26D14977D}"/>
          </ac:spMkLst>
        </pc:spChg>
        <pc:spChg chg="mod">
          <ac:chgData name="#ALISTAIR YONG JIA JIN#" userId="a6a417cd-a477-42ba-8767-cb902a623224" providerId="ADAL" clId="{E7DC71DE-92F6-4CA6-83A7-B7FFED60B6B8}" dt="2025-09-01T14:57:07.624" v="1813" actId="1076"/>
          <ac:spMkLst>
            <pc:docMk/>
            <pc:sldMk cId="2615393277" sldId="402"/>
            <ac:spMk id="31" creationId="{AC62BBA7-0F0C-53D7-3C7F-2C37C517A2F8}"/>
          </ac:spMkLst>
        </pc:spChg>
        <pc:spChg chg="mod">
          <ac:chgData name="#ALISTAIR YONG JIA JIN#" userId="a6a417cd-a477-42ba-8767-cb902a623224" providerId="ADAL" clId="{E7DC71DE-92F6-4CA6-83A7-B7FFED60B6B8}" dt="2025-09-01T14:57:07.624" v="1813" actId="1076"/>
          <ac:spMkLst>
            <pc:docMk/>
            <pc:sldMk cId="2615393277" sldId="402"/>
            <ac:spMk id="35" creationId="{F38765BA-7397-CDB1-094A-C804362443A4}"/>
          </ac:spMkLst>
        </pc:spChg>
        <pc:spChg chg="mod">
          <ac:chgData name="#ALISTAIR YONG JIA JIN#" userId="a6a417cd-a477-42ba-8767-cb902a623224" providerId="ADAL" clId="{E7DC71DE-92F6-4CA6-83A7-B7FFED60B6B8}" dt="2025-09-01T14:57:07.624" v="1813" actId="1076"/>
          <ac:spMkLst>
            <pc:docMk/>
            <pc:sldMk cId="2615393277" sldId="402"/>
            <ac:spMk id="39" creationId="{28D67171-E221-09BC-4AE0-96EE7D899D83}"/>
          </ac:spMkLst>
        </pc:spChg>
        <pc:spChg chg="mod ord">
          <ac:chgData name="#ALISTAIR YONG JIA JIN#" userId="a6a417cd-a477-42ba-8767-cb902a623224" providerId="ADAL" clId="{E7DC71DE-92F6-4CA6-83A7-B7FFED60B6B8}" dt="2025-09-01T14:59:51.358" v="1846" actId="14100"/>
          <ac:spMkLst>
            <pc:docMk/>
            <pc:sldMk cId="2615393277" sldId="402"/>
            <ac:spMk id="43" creationId="{0DB7A968-E3B3-AD8F-9471-19163C71E40C}"/>
          </ac:spMkLst>
        </pc:spChg>
        <pc:grpChg chg="mod">
          <ac:chgData name="#ALISTAIR YONG JIA JIN#" userId="a6a417cd-a477-42ba-8767-cb902a623224" providerId="ADAL" clId="{E7DC71DE-92F6-4CA6-83A7-B7FFED60B6B8}" dt="2025-09-01T14:57:07.624" v="1813" actId="1076"/>
          <ac:grpSpMkLst>
            <pc:docMk/>
            <pc:sldMk cId="2615393277" sldId="402"/>
            <ac:grpSpMk id="24" creationId="{58BEF330-A5CA-AE24-3A5B-C6325E092674}"/>
          </ac:grpSpMkLst>
        </pc:grpChg>
        <pc:grpChg chg="mod">
          <ac:chgData name="#ALISTAIR YONG JIA JIN#" userId="a6a417cd-a477-42ba-8767-cb902a623224" providerId="ADAL" clId="{E7DC71DE-92F6-4CA6-83A7-B7FFED60B6B8}" dt="2025-09-01T14:57:07.624" v="1813" actId="1076"/>
          <ac:grpSpMkLst>
            <pc:docMk/>
            <pc:sldMk cId="2615393277" sldId="402"/>
            <ac:grpSpMk id="28" creationId="{81BF0394-F01D-9B5E-E9EA-A21AC005C20C}"/>
          </ac:grpSpMkLst>
        </pc:grpChg>
        <pc:grpChg chg="mod">
          <ac:chgData name="#ALISTAIR YONG JIA JIN#" userId="a6a417cd-a477-42ba-8767-cb902a623224" providerId="ADAL" clId="{E7DC71DE-92F6-4CA6-83A7-B7FFED60B6B8}" dt="2025-09-01T14:57:07.624" v="1813" actId="1076"/>
          <ac:grpSpMkLst>
            <pc:docMk/>
            <pc:sldMk cId="2615393277" sldId="402"/>
            <ac:grpSpMk id="32" creationId="{DD8DE404-89D3-8FB0-99E7-1EBAB89871B4}"/>
          </ac:grpSpMkLst>
        </pc:grpChg>
        <pc:grpChg chg="mod">
          <ac:chgData name="#ALISTAIR YONG JIA JIN#" userId="a6a417cd-a477-42ba-8767-cb902a623224" providerId="ADAL" clId="{E7DC71DE-92F6-4CA6-83A7-B7FFED60B6B8}" dt="2025-09-01T14:57:07.624" v="1813" actId="1076"/>
          <ac:grpSpMkLst>
            <pc:docMk/>
            <pc:sldMk cId="2615393277" sldId="402"/>
            <ac:grpSpMk id="36" creationId="{DA117B9D-FB1B-D5FB-DADE-7EDA3E51DE5A}"/>
          </ac:grpSpMkLst>
        </pc:grpChg>
        <pc:grpChg chg="mod">
          <ac:chgData name="#ALISTAIR YONG JIA JIN#" userId="a6a417cd-a477-42ba-8767-cb902a623224" providerId="ADAL" clId="{E7DC71DE-92F6-4CA6-83A7-B7FFED60B6B8}" dt="2025-09-01T14:57:07.624" v="1813" actId="1076"/>
          <ac:grpSpMkLst>
            <pc:docMk/>
            <pc:sldMk cId="2615393277" sldId="402"/>
            <ac:grpSpMk id="40" creationId="{FED6FA3C-1657-1FD8-527B-F6EBC683DFB6}"/>
          </ac:grpSpMkLst>
        </pc:grpChg>
        <pc:picChg chg="add mod">
          <ac:chgData name="#ALISTAIR YONG JIA JIN#" userId="a6a417cd-a477-42ba-8767-cb902a623224" providerId="ADAL" clId="{E7DC71DE-92F6-4CA6-83A7-B7FFED60B6B8}" dt="2025-09-01T14:54:45.297" v="1782" actId="1076"/>
          <ac:picMkLst>
            <pc:docMk/>
            <pc:sldMk cId="2615393277" sldId="402"/>
            <ac:picMk id="3" creationId="{A3B0E132-E50E-113A-C18A-896FCD2F9E02}"/>
          </ac:picMkLst>
        </pc:picChg>
        <pc:picChg chg="del">
          <ac:chgData name="#ALISTAIR YONG JIA JIN#" userId="a6a417cd-a477-42ba-8767-cb902a623224" providerId="ADAL" clId="{E7DC71DE-92F6-4CA6-83A7-B7FFED60B6B8}" dt="2025-09-01T14:54:41.916" v="1780" actId="478"/>
          <ac:picMkLst>
            <pc:docMk/>
            <pc:sldMk cId="2615393277" sldId="402"/>
            <ac:picMk id="4" creationId="{349CD7D1-F4A4-9281-E074-CC62118D690A}"/>
          </ac:picMkLst>
        </pc:picChg>
      </pc:sldChg>
      <pc:sldChg chg="add del">
        <pc:chgData name="#ALISTAIR YONG JIA JIN#" userId="a6a417cd-a477-42ba-8767-cb902a623224" providerId="ADAL" clId="{E7DC71DE-92F6-4CA6-83A7-B7FFED60B6B8}" dt="2025-09-01T15:06:57.329" v="1948" actId="47"/>
        <pc:sldMkLst>
          <pc:docMk/>
          <pc:sldMk cId="3549466832" sldId="403"/>
        </pc:sldMkLst>
      </pc:sldChg>
      <pc:sldChg chg="addSp modSp add mod modAnim">
        <pc:chgData name="#ALISTAIR YONG JIA JIN#" userId="a6a417cd-a477-42ba-8767-cb902a623224" providerId="ADAL" clId="{E7DC71DE-92F6-4CA6-83A7-B7FFED60B6B8}" dt="2025-09-01T15:05:29.951" v="1927" actId="14100"/>
        <pc:sldMkLst>
          <pc:docMk/>
          <pc:sldMk cId="2081862108" sldId="404"/>
        </pc:sldMkLst>
        <pc:spChg chg="add mod">
          <ac:chgData name="#ALISTAIR YONG JIA JIN#" userId="a6a417cd-a477-42ba-8767-cb902a623224" providerId="ADAL" clId="{E7DC71DE-92F6-4CA6-83A7-B7FFED60B6B8}" dt="2025-09-01T15:04:32" v="1906" actId="1037"/>
          <ac:spMkLst>
            <pc:docMk/>
            <pc:sldMk cId="2081862108" sldId="404"/>
            <ac:spMk id="3" creationId="{08806A79-9AC9-DE3F-C305-930A56BADB3B}"/>
          </ac:spMkLst>
        </pc:spChg>
        <pc:spChg chg="add mod">
          <ac:chgData name="#ALISTAIR YONG JIA JIN#" userId="a6a417cd-a477-42ba-8767-cb902a623224" providerId="ADAL" clId="{E7DC71DE-92F6-4CA6-83A7-B7FFED60B6B8}" dt="2025-09-01T15:05:29.951" v="1927" actId="14100"/>
          <ac:spMkLst>
            <pc:docMk/>
            <pc:sldMk cId="2081862108" sldId="404"/>
            <ac:spMk id="5" creationId="{36B18152-4A32-4B8A-49BE-5A38B8C27C26}"/>
          </ac:spMkLst>
        </pc:spChg>
      </pc:sldChg>
      <pc:sldChg chg="modSp add mod ord">
        <pc:chgData name="#ALISTAIR YONG JIA JIN#" userId="a6a417cd-a477-42ba-8767-cb902a623224" providerId="ADAL" clId="{E7DC71DE-92F6-4CA6-83A7-B7FFED60B6B8}" dt="2025-09-01T15:06:02.894" v="1931" actId="1076"/>
        <pc:sldMkLst>
          <pc:docMk/>
          <pc:sldMk cId="628951991" sldId="405"/>
        </pc:sldMkLst>
        <pc:spChg chg="mod">
          <ac:chgData name="#ALISTAIR YONG JIA JIN#" userId="a6a417cd-a477-42ba-8767-cb902a623224" providerId="ADAL" clId="{E7DC71DE-92F6-4CA6-83A7-B7FFED60B6B8}" dt="2025-09-01T15:06:02.894" v="1931" actId="1076"/>
          <ac:spMkLst>
            <pc:docMk/>
            <pc:sldMk cId="628951991" sldId="405"/>
            <ac:spMk id="44" creationId="{149F55D8-2574-F6AC-112A-AB3C22AB0EB7}"/>
          </ac:spMkLst>
        </pc:spChg>
      </pc:sldChg>
      <pc:sldChg chg="addSp modSp add mod modAnim">
        <pc:chgData name="#ALISTAIR YONG JIA JIN#" userId="a6a417cd-a477-42ba-8767-cb902a623224" providerId="ADAL" clId="{E7DC71DE-92F6-4CA6-83A7-B7FFED60B6B8}" dt="2025-09-01T15:07:07.617" v="1951" actId="20577"/>
        <pc:sldMkLst>
          <pc:docMk/>
          <pc:sldMk cId="2728276968" sldId="406"/>
        </pc:sldMkLst>
        <pc:spChg chg="mod">
          <ac:chgData name="#ALISTAIR YONG JIA JIN#" userId="a6a417cd-a477-42ba-8767-cb902a623224" providerId="ADAL" clId="{E7DC71DE-92F6-4CA6-83A7-B7FFED60B6B8}" dt="2025-09-01T15:07:07.617" v="1951" actId="20577"/>
          <ac:spMkLst>
            <pc:docMk/>
            <pc:sldMk cId="2728276968" sldId="406"/>
            <ac:spMk id="5" creationId="{7F147940-8EDF-144E-6B07-4916D0057E11}"/>
          </ac:spMkLst>
        </pc:spChg>
        <pc:spChg chg="mod">
          <ac:chgData name="#ALISTAIR YONG JIA JIN#" userId="a6a417cd-a477-42ba-8767-cb902a623224" providerId="ADAL" clId="{E7DC71DE-92F6-4CA6-83A7-B7FFED60B6B8}" dt="2025-09-01T15:06:14.878" v="1933"/>
          <ac:spMkLst>
            <pc:docMk/>
            <pc:sldMk cId="2728276968" sldId="406"/>
            <ac:spMk id="6" creationId="{D6399ABA-119F-2404-E6D8-361CDBD7519B}"/>
          </ac:spMkLst>
        </pc:spChg>
        <pc:spChg chg="mod">
          <ac:chgData name="#ALISTAIR YONG JIA JIN#" userId="a6a417cd-a477-42ba-8767-cb902a623224" providerId="ADAL" clId="{E7DC71DE-92F6-4CA6-83A7-B7FFED60B6B8}" dt="2025-09-01T15:06:14.878" v="1933"/>
          <ac:spMkLst>
            <pc:docMk/>
            <pc:sldMk cId="2728276968" sldId="406"/>
            <ac:spMk id="7" creationId="{754342D6-FEFA-0D88-8907-E1BF2FEE2F5C}"/>
          </ac:spMkLst>
        </pc:spChg>
        <pc:spChg chg="mod">
          <ac:chgData name="#ALISTAIR YONG JIA JIN#" userId="a6a417cd-a477-42ba-8767-cb902a623224" providerId="ADAL" clId="{E7DC71DE-92F6-4CA6-83A7-B7FFED60B6B8}" dt="2025-09-01T15:06:30.063" v="1941" actId="1036"/>
          <ac:spMkLst>
            <pc:docMk/>
            <pc:sldMk cId="2728276968" sldId="406"/>
            <ac:spMk id="44" creationId="{741F9FE3-DEC8-02A3-E3D9-5EF6FC99F886}"/>
          </ac:spMkLst>
        </pc:spChg>
        <pc:grpChg chg="add mod">
          <ac:chgData name="#ALISTAIR YONG JIA JIN#" userId="a6a417cd-a477-42ba-8767-cb902a623224" providerId="ADAL" clId="{E7DC71DE-92F6-4CA6-83A7-B7FFED60B6B8}" dt="2025-09-01T15:06:14.878" v="1933"/>
          <ac:grpSpMkLst>
            <pc:docMk/>
            <pc:sldMk cId="2728276968" sldId="406"/>
            <ac:grpSpMk id="3" creationId="{D6D8B629-E11F-0732-B2B0-E61BF6BAE8A2}"/>
          </ac:grpSpMkLst>
        </pc:grpChg>
      </pc:sldChg>
      <pc:sldChg chg="addSp delSp modSp add mod modAnim">
        <pc:chgData name="#ALISTAIR YONG JIA JIN#" userId="a6a417cd-a477-42ba-8767-cb902a623224" providerId="ADAL" clId="{E7DC71DE-92F6-4CA6-83A7-B7FFED60B6B8}" dt="2025-09-01T15:07:12.306" v="1952" actId="20577"/>
        <pc:sldMkLst>
          <pc:docMk/>
          <pc:sldMk cId="3289103163" sldId="407"/>
        </pc:sldMkLst>
        <pc:spChg chg="mod">
          <ac:chgData name="#ALISTAIR YONG JIA JIN#" userId="a6a417cd-a477-42ba-8767-cb902a623224" providerId="ADAL" clId="{E7DC71DE-92F6-4CA6-83A7-B7FFED60B6B8}" dt="2025-09-01T15:07:12.306" v="1952" actId="20577"/>
          <ac:spMkLst>
            <pc:docMk/>
            <pc:sldMk cId="3289103163" sldId="407"/>
            <ac:spMk id="5" creationId="{7AD01DBF-A096-69D4-A60C-F2BB33370811}"/>
          </ac:spMkLst>
        </pc:spChg>
        <pc:spChg chg="add mod">
          <ac:chgData name="#ALISTAIR YONG JIA JIN#" userId="a6a417cd-a477-42ba-8767-cb902a623224" providerId="ADAL" clId="{E7DC71DE-92F6-4CA6-83A7-B7FFED60B6B8}" dt="2025-09-01T15:06:53.598" v="1946"/>
          <ac:spMkLst>
            <pc:docMk/>
            <pc:sldMk cId="3289103163" sldId="407"/>
            <ac:spMk id="8" creationId="{5A1CE2D6-4ECF-AF62-4D16-64207187266C}"/>
          </ac:spMkLst>
        </pc:spChg>
        <pc:spChg chg="mod">
          <ac:chgData name="#ALISTAIR YONG JIA JIN#" userId="a6a417cd-a477-42ba-8767-cb902a623224" providerId="ADAL" clId="{E7DC71DE-92F6-4CA6-83A7-B7FFED60B6B8}" dt="2025-09-01T15:06:37.436" v="1943" actId="1076"/>
          <ac:spMkLst>
            <pc:docMk/>
            <pc:sldMk cId="3289103163" sldId="407"/>
            <ac:spMk id="44" creationId="{998C30F0-C73D-84BD-F053-32713DE4BAD6}"/>
          </ac:spMkLst>
        </pc:spChg>
        <pc:spChg chg="del">
          <ac:chgData name="#ALISTAIR YONG JIA JIN#" userId="a6a417cd-a477-42ba-8767-cb902a623224" providerId="ADAL" clId="{E7DC71DE-92F6-4CA6-83A7-B7FFED60B6B8}" dt="2025-09-01T15:06:54.956" v="1947" actId="478"/>
          <ac:spMkLst>
            <pc:docMk/>
            <pc:sldMk cId="3289103163" sldId="407"/>
            <ac:spMk id="45" creationId="{50E433D0-4826-7561-60C8-2F9E01CD91F9}"/>
          </ac:spMkLst>
        </pc:spChg>
      </pc:sldChg>
      <pc:sldChg chg="delSp add mod delAnim modAnim">
        <pc:chgData name="#ALISTAIR YONG JIA JIN#" userId="a6a417cd-a477-42ba-8767-cb902a623224" providerId="ADAL" clId="{E7DC71DE-92F6-4CA6-83A7-B7FFED60B6B8}" dt="2025-09-01T15:07:26.170" v="1954"/>
        <pc:sldMkLst>
          <pc:docMk/>
          <pc:sldMk cId="2423099118" sldId="408"/>
        </pc:sldMkLst>
        <pc:grpChg chg="del">
          <ac:chgData name="#ALISTAIR YONG JIA JIN#" userId="a6a417cd-a477-42ba-8767-cb902a623224" providerId="ADAL" clId="{E7DC71DE-92F6-4CA6-83A7-B7FFED60B6B8}" dt="2025-09-01T15:07:01.793" v="1950" actId="478"/>
          <ac:grpSpMkLst>
            <pc:docMk/>
            <pc:sldMk cId="2423099118" sldId="408"/>
            <ac:grpSpMk id="3" creationId="{02FA939E-128C-9F08-E451-1F7DBCC3345D}"/>
          </ac:grpSpMkLst>
        </pc:grpChg>
      </pc:sldChg>
      <pc:sldMasterChg chg="modAnim">
        <pc:chgData name="#ALISTAIR YONG JIA JIN#" userId="a6a417cd-a477-42ba-8767-cb902a623224" providerId="ADAL" clId="{E7DC71DE-92F6-4CA6-83A7-B7FFED60B6B8}" dt="2025-09-01T15:11:55.947" v="1969"/>
        <pc:sldMasterMkLst>
          <pc:docMk/>
          <pc:sldMasterMk cId="233372548" sldId="2147483697"/>
        </pc:sldMasterMkLst>
      </pc:sldMasterChg>
    </pc:docChg>
  </pc:docChgLst>
  <pc:docChgLst>
    <pc:chgData name="#ALISTAIR YONG JIA JIN#" userId="a6a417cd-a477-42ba-8767-cb902a623224" providerId="ADAL" clId="{89E5FA51-3D7D-4881-B19D-7EFD5F8FE0D2}"/>
    <pc:docChg chg="undo redo custSel addSld delSld modSld sldOrd">
      <pc:chgData name="#ALISTAIR YONG JIA JIN#" userId="a6a417cd-a477-42ba-8767-cb902a623224" providerId="ADAL" clId="{89E5FA51-3D7D-4881-B19D-7EFD5F8FE0D2}" dt="2025-08-25T07:36:19.511" v="1451" actId="47"/>
      <pc:docMkLst>
        <pc:docMk/>
      </pc:docMkLst>
      <pc:sldChg chg="addSp delSp modSp new del mod modAnim modShow">
        <pc:chgData name="#ALISTAIR YONG JIA JIN#" userId="a6a417cd-a477-42ba-8767-cb902a623224" providerId="ADAL" clId="{89E5FA51-3D7D-4881-B19D-7EFD5F8FE0D2}" dt="2025-08-25T07:36:15.754" v="1450" actId="47"/>
        <pc:sldMkLst>
          <pc:docMk/>
          <pc:sldMk cId="3275038180" sldId="348"/>
        </pc:sldMkLst>
      </pc:sldChg>
      <pc:sldChg chg="addSp delSp modSp add del mod modAnim modShow">
        <pc:chgData name="#ALISTAIR YONG JIA JIN#" userId="a6a417cd-a477-42ba-8767-cb902a623224" providerId="ADAL" clId="{89E5FA51-3D7D-4881-B19D-7EFD5F8FE0D2}" dt="2025-08-25T07:36:15.754" v="1450" actId="47"/>
        <pc:sldMkLst>
          <pc:docMk/>
          <pc:sldMk cId="4255771047" sldId="349"/>
        </pc:sldMkLst>
      </pc:sldChg>
      <pc:sldChg chg="addSp delSp modSp add del mod addAnim delAnim modAnim modShow">
        <pc:chgData name="#ALISTAIR YONG JIA JIN#" userId="a6a417cd-a477-42ba-8767-cb902a623224" providerId="ADAL" clId="{89E5FA51-3D7D-4881-B19D-7EFD5F8FE0D2}" dt="2025-08-25T07:36:15.754" v="1450" actId="47"/>
        <pc:sldMkLst>
          <pc:docMk/>
          <pc:sldMk cId="1642131339" sldId="350"/>
        </pc:sldMkLst>
      </pc:sldChg>
      <pc:sldChg chg="addSp delSp modSp add del mod delAnim modAnim modShow">
        <pc:chgData name="#ALISTAIR YONG JIA JIN#" userId="a6a417cd-a477-42ba-8767-cb902a623224" providerId="ADAL" clId="{89E5FA51-3D7D-4881-B19D-7EFD5F8FE0D2}" dt="2025-08-25T07:36:15.754" v="1450" actId="47"/>
        <pc:sldMkLst>
          <pc:docMk/>
          <pc:sldMk cId="3752472014" sldId="351"/>
        </pc:sldMkLst>
      </pc:sldChg>
      <pc:sldChg chg="addSp delSp modSp add del mod addAnim delAnim modAnim">
        <pc:chgData name="#ALISTAIR YONG JIA JIN#" userId="a6a417cd-a477-42ba-8767-cb902a623224" providerId="ADAL" clId="{89E5FA51-3D7D-4881-B19D-7EFD5F8FE0D2}" dt="2025-08-25T05:49:10.943" v="676" actId="47"/>
        <pc:sldMkLst>
          <pc:docMk/>
          <pc:sldMk cId="4123184266" sldId="351"/>
        </pc:sldMkLst>
      </pc:sldChg>
      <pc:sldChg chg="add del">
        <pc:chgData name="#ALISTAIR YONG JIA JIN#" userId="a6a417cd-a477-42ba-8767-cb902a623224" providerId="ADAL" clId="{89E5FA51-3D7D-4881-B19D-7EFD5F8FE0D2}" dt="2025-08-25T05:47:11.134" v="645" actId="2890"/>
        <pc:sldMkLst>
          <pc:docMk/>
          <pc:sldMk cId="2513978214" sldId="352"/>
        </pc:sldMkLst>
      </pc:sldChg>
      <pc:sldChg chg="addSp delSp modSp add del mod delAnim modAnim modShow">
        <pc:chgData name="#ALISTAIR YONG JIA JIN#" userId="a6a417cd-a477-42ba-8767-cb902a623224" providerId="ADAL" clId="{89E5FA51-3D7D-4881-B19D-7EFD5F8FE0D2}" dt="2025-08-25T07:36:15.754" v="1450" actId="47"/>
        <pc:sldMkLst>
          <pc:docMk/>
          <pc:sldMk cId="4063264841" sldId="352"/>
        </pc:sldMkLst>
      </pc:sldChg>
      <pc:sldChg chg="add del">
        <pc:chgData name="#ALISTAIR YONG JIA JIN#" userId="a6a417cd-a477-42ba-8767-cb902a623224" providerId="ADAL" clId="{89E5FA51-3D7D-4881-B19D-7EFD5F8FE0D2}" dt="2025-08-25T05:57:05.744" v="738" actId="2890"/>
        <pc:sldMkLst>
          <pc:docMk/>
          <pc:sldMk cId="320692111" sldId="353"/>
        </pc:sldMkLst>
      </pc:sldChg>
      <pc:sldChg chg="addSp delSp modSp add mod ord modAnim modShow">
        <pc:chgData name="#ALISTAIR YONG JIA JIN#" userId="a6a417cd-a477-42ba-8767-cb902a623224" providerId="ADAL" clId="{89E5FA51-3D7D-4881-B19D-7EFD5F8FE0D2}" dt="2025-08-25T06:59:57.506" v="1403" actId="478"/>
        <pc:sldMkLst>
          <pc:docMk/>
          <pc:sldMk cId="873088945" sldId="353"/>
        </pc:sldMkLst>
      </pc:sldChg>
      <pc:sldChg chg="addSp delSp modSp add mod modAnim modShow">
        <pc:chgData name="#ALISTAIR YONG JIA JIN#" userId="a6a417cd-a477-42ba-8767-cb902a623224" providerId="ADAL" clId="{89E5FA51-3D7D-4881-B19D-7EFD5F8FE0D2}" dt="2025-08-25T07:00:01.968" v="1404" actId="478"/>
        <pc:sldMkLst>
          <pc:docMk/>
          <pc:sldMk cId="1162649125" sldId="354"/>
        </pc:sldMkLst>
      </pc:sldChg>
      <pc:sldChg chg="addSp delSp modSp add mod delAnim modAnim modShow">
        <pc:chgData name="#ALISTAIR YONG JIA JIN#" userId="a6a417cd-a477-42ba-8767-cb902a623224" providerId="ADAL" clId="{89E5FA51-3D7D-4881-B19D-7EFD5F8FE0D2}" dt="2025-08-25T07:00:11.457" v="1407" actId="478"/>
        <pc:sldMkLst>
          <pc:docMk/>
          <pc:sldMk cId="3731454533" sldId="355"/>
        </pc:sldMkLst>
      </pc:sldChg>
      <pc:sldChg chg="addSp delSp modSp add del mod modAnim">
        <pc:chgData name="#ALISTAIR YONG JIA JIN#" userId="a6a417cd-a477-42ba-8767-cb902a623224" providerId="ADAL" clId="{89E5FA51-3D7D-4881-B19D-7EFD5F8FE0D2}" dt="2025-08-25T07:00:14.661" v="1408" actId="478"/>
        <pc:sldMkLst>
          <pc:docMk/>
          <pc:sldMk cId="4071387254" sldId="356"/>
        </pc:sldMkLst>
      </pc:sldChg>
      <pc:sldChg chg="delSp modSp add del mod delAnim modAnim">
        <pc:chgData name="#ALISTAIR YONG JIA JIN#" userId="a6a417cd-a477-42ba-8767-cb902a623224" providerId="ADAL" clId="{89E5FA51-3D7D-4881-B19D-7EFD5F8FE0D2}" dt="2025-08-25T06:21:57.618" v="920" actId="47"/>
        <pc:sldMkLst>
          <pc:docMk/>
          <pc:sldMk cId="1698981342" sldId="357"/>
        </pc:sldMkLst>
      </pc:sldChg>
      <pc:sldChg chg="addSp delSp modSp add mod delAnim modAnim">
        <pc:chgData name="#ALISTAIR YONG JIA JIN#" userId="a6a417cd-a477-42ba-8767-cb902a623224" providerId="ADAL" clId="{89E5FA51-3D7D-4881-B19D-7EFD5F8FE0D2}" dt="2025-08-25T07:00:17.625" v="1409" actId="478"/>
        <pc:sldMkLst>
          <pc:docMk/>
          <pc:sldMk cId="3630979538" sldId="357"/>
        </pc:sldMkLst>
      </pc:sldChg>
      <pc:sldChg chg="addSp delSp modSp add mod addAnim delAnim modAnim">
        <pc:chgData name="#ALISTAIR YONG JIA JIN#" userId="a6a417cd-a477-42ba-8767-cb902a623224" providerId="ADAL" clId="{89E5FA51-3D7D-4881-B19D-7EFD5F8FE0D2}" dt="2025-08-25T07:00:20.256" v="1410" actId="478"/>
        <pc:sldMkLst>
          <pc:docMk/>
          <pc:sldMk cId="1077932639" sldId="358"/>
        </pc:sldMkLst>
      </pc:sldChg>
      <pc:sldChg chg="addSp delSp modSp add mod delAnim modAnim">
        <pc:chgData name="#ALISTAIR YONG JIA JIN#" userId="a6a417cd-a477-42ba-8767-cb902a623224" providerId="ADAL" clId="{89E5FA51-3D7D-4881-B19D-7EFD5F8FE0D2}" dt="2025-08-25T07:00:22.852" v="1411" actId="478"/>
        <pc:sldMkLst>
          <pc:docMk/>
          <pc:sldMk cId="814269227" sldId="359"/>
        </pc:sldMkLst>
      </pc:sldChg>
      <pc:sldChg chg="addSp delSp modSp add mod delAnim modAnim">
        <pc:chgData name="#ALISTAIR YONG JIA JIN#" userId="a6a417cd-a477-42ba-8767-cb902a623224" providerId="ADAL" clId="{89E5FA51-3D7D-4881-B19D-7EFD5F8FE0D2}" dt="2025-08-25T07:00:25.460" v="1412" actId="478"/>
        <pc:sldMkLst>
          <pc:docMk/>
          <pc:sldMk cId="2015042127" sldId="360"/>
        </pc:sldMkLst>
      </pc:sldChg>
      <pc:sldChg chg="addSp delSp modSp add mod delAnim modAnim">
        <pc:chgData name="#ALISTAIR YONG JIA JIN#" userId="a6a417cd-a477-42ba-8767-cb902a623224" providerId="ADAL" clId="{89E5FA51-3D7D-4881-B19D-7EFD5F8FE0D2}" dt="2025-08-25T07:00:28.735" v="1413" actId="478"/>
        <pc:sldMkLst>
          <pc:docMk/>
          <pc:sldMk cId="2358559350" sldId="361"/>
        </pc:sldMkLst>
      </pc:sldChg>
      <pc:sldChg chg="addSp delSp modSp add mod delAnim modAnim">
        <pc:chgData name="#ALISTAIR YONG JIA JIN#" userId="a6a417cd-a477-42ba-8767-cb902a623224" providerId="ADAL" clId="{89E5FA51-3D7D-4881-B19D-7EFD5F8FE0D2}" dt="2025-08-25T07:00:32.809" v="1414" actId="478"/>
        <pc:sldMkLst>
          <pc:docMk/>
          <pc:sldMk cId="3839911672" sldId="362"/>
        </pc:sldMkLst>
      </pc:sldChg>
      <pc:sldChg chg="addSp delSp modSp add mod delAnim modAnim">
        <pc:chgData name="#ALISTAIR YONG JIA JIN#" userId="a6a417cd-a477-42ba-8767-cb902a623224" providerId="ADAL" clId="{89E5FA51-3D7D-4881-B19D-7EFD5F8FE0D2}" dt="2025-08-25T07:00:38.216" v="1416" actId="478"/>
        <pc:sldMkLst>
          <pc:docMk/>
          <pc:sldMk cId="2257101835" sldId="363"/>
        </pc:sldMkLst>
      </pc:sldChg>
      <pc:sldChg chg="addSp delSp modSp add mod delAnim modAnim">
        <pc:chgData name="#ALISTAIR YONG JIA JIN#" userId="a6a417cd-a477-42ba-8767-cb902a623224" providerId="ADAL" clId="{89E5FA51-3D7D-4881-B19D-7EFD5F8FE0D2}" dt="2025-08-25T07:05:45.765" v="1449"/>
        <pc:sldMkLst>
          <pc:docMk/>
          <pc:sldMk cId="2274626236" sldId="364"/>
        </pc:sldMkLst>
      </pc:sldChg>
      <pc:sldChg chg="addSp delSp modSp add del mod delAnim modAnim modShow">
        <pc:chgData name="#ALISTAIR YONG JIA JIN#" userId="a6a417cd-a477-42ba-8767-cb902a623224" providerId="ADAL" clId="{89E5FA51-3D7D-4881-B19D-7EFD5F8FE0D2}" dt="2025-08-25T07:36:19.511" v="1451" actId="47"/>
        <pc:sldMkLst>
          <pc:docMk/>
          <pc:sldMk cId="1291643810" sldId="365"/>
        </pc:sldMkLst>
      </pc:sldChg>
      <pc:sldChg chg="addSp delSp modSp add del mod ord modShow">
        <pc:chgData name="#ALISTAIR YONG JIA JIN#" userId="a6a417cd-a477-42ba-8767-cb902a623224" providerId="ADAL" clId="{89E5FA51-3D7D-4881-B19D-7EFD5F8FE0D2}" dt="2025-08-25T07:36:19.511" v="1451" actId="47"/>
        <pc:sldMkLst>
          <pc:docMk/>
          <pc:sldMk cId="1779918379" sldId="366"/>
        </pc:sldMkLst>
      </pc:sldChg>
      <pc:sldChg chg="addSp delSp modSp add mod delAnim modAnim">
        <pc:chgData name="#ALISTAIR YONG JIA JIN#" userId="a6a417cd-a477-42ba-8767-cb902a623224" providerId="ADAL" clId="{89E5FA51-3D7D-4881-B19D-7EFD5F8FE0D2}" dt="2025-08-25T07:03:14.370" v="1438"/>
        <pc:sldMkLst>
          <pc:docMk/>
          <pc:sldMk cId="898970678" sldId="367"/>
        </pc:sldMkLst>
      </pc:sldChg>
      <pc:sldChg chg="delSp modSp add mod delAnim modAnim">
        <pc:chgData name="#ALISTAIR YONG JIA JIN#" userId="a6a417cd-a477-42ba-8767-cb902a623224" providerId="ADAL" clId="{89E5FA51-3D7D-4881-B19D-7EFD5F8FE0D2}" dt="2025-08-25T07:05:20.077" v="1447"/>
        <pc:sldMkLst>
          <pc:docMk/>
          <pc:sldMk cId="2618766333" sldId="368"/>
        </pc:sldMkLst>
      </pc:sldChg>
      <pc:sldChg chg="modSp add mod modAnim">
        <pc:chgData name="#ALISTAIR YONG JIA JIN#" userId="a6a417cd-a477-42ba-8767-cb902a623224" providerId="ADAL" clId="{89E5FA51-3D7D-4881-B19D-7EFD5F8FE0D2}" dt="2025-08-25T07:03:54.862" v="1444" actId="14100"/>
        <pc:sldMkLst>
          <pc:docMk/>
          <pc:sldMk cId="2163924352" sldId="3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006009-C8A5-F11E-E268-93F974210E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C0CA48C-09AF-7C9A-4195-3D2328B898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7776C944-EA5B-1FAF-B28C-8D8CA6F34CC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F00AD5-AD79-FF2F-0790-B8A4F97E4A1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4317DC3-BFDA-0947-A178-1C298ABF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8A19D3-F2AC-CA32-3DA3-E3ED416DC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7701A-D056-2203-2DC3-AE192D1E50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5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D6B0F57A-04E5-0540-A1A0-952260D73BE1}" type="datetimeFigureOut">
              <a:rPr lang="en-US" altLang="en-US"/>
              <a:pPr>
                <a:defRPr/>
              </a:pPr>
              <a:t>2/6/2026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96BB95-6A69-34AB-1339-78BD7D188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2113" y="684213"/>
            <a:ext cx="6073775" cy="3417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727E08-A12F-E29B-335E-D474A0326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FFD0A-71DC-9E9D-A3BD-CA756C07BF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BAAF5-D0F0-5094-5D9A-B211B413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BD23AC-336B-CE4A-AE44-9815AB59A4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98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4F2E6-FEDB-09D2-1149-F70ED8E69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B749F-939C-D34B-45B0-B22D29C43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20716-AEA5-5405-6A50-56B329D25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analyze the basic anatomy of a LinkedList. It consists of a series of interconnected nodes, where each node contains two parts: a reference to the </a:t>
            </a:r>
            <a:r>
              <a:rPr lang="en-US" b="1" dirty="0"/>
              <a:t>data</a:t>
            </a:r>
            <a:r>
              <a:rPr lang="en-US" dirty="0"/>
              <a:t> it holds and a reference to the </a:t>
            </a:r>
            <a:r>
              <a:rPr lang="en-US" b="1" dirty="0"/>
              <a:t>next node</a:t>
            </a:r>
            <a:r>
              <a:rPr lang="en-US" dirty="0"/>
              <a:t> in the sequence.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data can be any object, such as an integer, a string, or a key-value pair. Each node is linked to the next one in line through its reference, creating a chain of connected nodes. The last node in this sequence points to None, indicating the end of the list. The entire structure is accessed via a </a:t>
            </a:r>
            <a:r>
              <a:rPr lang="en-US" b="1" dirty="0"/>
              <a:t>header</a:t>
            </a:r>
            <a:r>
              <a:rPr lang="en-US" dirty="0"/>
              <a:t> object, which holds a reference to the first node in the list. If the reference to this header is lost, the entire list becomes inaccessible.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1C957-75AD-D87F-2EAD-76FA71EFD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529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="https://stocksnap.io/photo/people-man-UEKFJ08T9T"&gt;Photo&lt;/a&gt; by &lt;a </a:t>
            </a:r>
            <a:r>
              <a:rPr lang="en-SG" dirty="0" err="1"/>
              <a:t>href</a:t>
            </a:r>
            <a:r>
              <a:rPr lang="en-SG" dirty="0"/>
              <a:t>="https://stocksnap.io/author/20268"&gt;Tohm Brigitte&lt;/a&gt; on &lt;a </a:t>
            </a:r>
            <a:r>
              <a:rPr lang="en-SG" dirty="0" err="1"/>
              <a:t>href</a:t>
            </a:r>
            <a:r>
              <a:rPr lang="en-SG" dirty="0"/>
              <a:t>="https://stocksnap.io"&gt;</a:t>
            </a:r>
            <a:r>
              <a:rPr lang="en-SG" dirty="0" err="1"/>
              <a:t>StockSnap</a:t>
            </a:r>
            <a:r>
              <a:rPr lang="en-SG" dirty="0"/>
              <a:t>&lt;/a&gt;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71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="https://stocksnap.io/photo/people-man-UEKFJ08T9T"&gt;Photo&lt;/a&gt; by &lt;a </a:t>
            </a:r>
            <a:r>
              <a:rPr lang="en-SG" dirty="0" err="1"/>
              <a:t>href</a:t>
            </a:r>
            <a:r>
              <a:rPr lang="en-SG" dirty="0"/>
              <a:t>="https://stocksnap.io/author/20268"&gt;Tohm Brigitte&lt;/a&gt; on &lt;a </a:t>
            </a:r>
            <a:r>
              <a:rPr lang="en-SG" dirty="0" err="1"/>
              <a:t>href</a:t>
            </a:r>
            <a:r>
              <a:rPr lang="en-SG" dirty="0"/>
              <a:t>="https://stocksnap.io"&gt;</a:t>
            </a:r>
            <a:r>
              <a:rPr lang="en-SG" dirty="0" err="1"/>
              <a:t>StockSnap</a:t>
            </a:r>
            <a:r>
              <a:rPr lang="en-SG" dirty="0"/>
              <a:t>&lt;/a&gt;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203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="https://stocksnap.io/photo/people-man-UEKFJ08T9T"&gt;Photo&lt;/a&gt; by &lt;a </a:t>
            </a:r>
            <a:r>
              <a:rPr lang="en-SG" dirty="0" err="1"/>
              <a:t>href</a:t>
            </a:r>
            <a:r>
              <a:rPr lang="en-SG" dirty="0"/>
              <a:t>="https://stocksnap.io/author/20268"&gt;Tohm Brigitte&lt;/a&gt; on &lt;a </a:t>
            </a:r>
            <a:r>
              <a:rPr lang="en-SG" dirty="0" err="1"/>
              <a:t>href</a:t>
            </a:r>
            <a:r>
              <a:rPr lang="en-SG" dirty="0"/>
              <a:t>="https://stocksnap.io"&gt;</a:t>
            </a:r>
            <a:r>
              <a:rPr lang="en-SG" dirty="0" err="1"/>
              <a:t>StockSnap</a:t>
            </a:r>
            <a:r>
              <a:rPr lang="en-SG" dirty="0"/>
              <a:t>&lt;/a&gt;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651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="https://stocksnap.io/photo/people-man-UEKFJ08T9T"&gt;Photo&lt;/a&gt; by &lt;a </a:t>
            </a:r>
            <a:r>
              <a:rPr lang="en-SG" dirty="0" err="1"/>
              <a:t>href</a:t>
            </a:r>
            <a:r>
              <a:rPr lang="en-SG" dirty="0"/>
              <a:t>="https://stocksnap.io/author/20268"&gt;Tohm Brigitte&lt;/a&gt; on &lt;a </a:t>
            </a:r>
            <a:r>
              <a:rPr lang="en-SG" dirty="0" err="1"/>
              <a:t>href</a:t>
            </a:r>
            <a:r>
              <a:rPr lang="en-SG" dirty="0"/>
              <a:t>="https://stocksnap.io"&gt;</a:t>
            </a:r>
            <a:r>
              <a:rPr lang="en-SG" dirty="0" err="1"/>
              <a:t>StockSnap</a:t>
            </a:r>
            <a:r>
              <a:rPr lang="en-SG" dirty="0"/>
              <a:t>&lt;/a&gt;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4815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="https://stocksnap.io/photo/people-man-UEKFJ08T9T"&gt;Photo&lt;/a&gt; by &lt;a </a:t>
            </a:r>
            <a:r>
              <a:rPr lang="en-SG" dirty="0" err="1"/>
              <a:t>href</a:t>
            </a:r>
            <a:r>
              <a:rPr lang="en-SG" dirty="0"/>
              <a:t>="https://stocksnap.io/author/20268"&gt;Tohm Brigitte&lt;/a&gt; on &lt;a </a:t>
            </a:r>
            <a:r>
              <a:rPr lang="en-SG" dirty="0" err="1"/>
              <a:t>href</a:t>
            </a:r>
            <a:r>
              <a:rPr lang="en-SG" dirty="0"/>
              <a:t>="https://stocksnap.io"&gt;</a:t>
            </a:r>
            <a:r>
              <a:rPr lang="en-SG" dirty="0" err="1"/>
              <a:t>StockSnap</a:t>
            </a:r>
            <a:r>
              <a:rPr lang="en-SG" dirty="0"/>
              <a:t>&lt;/a&gt;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51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="https://www.vecteezy.com/free-vector/people-queue"&gt;People Queue Vectors by </a:t>
            </a:r>
            <a:r>
              <a:rPr lang="en-SG" dirty="0" err="1"/>
              <a:t>Vecteezy</a:t>
            </a:r>
            <a:r>
              <a:rPr lang="en-SG" dirty="0"/>
              <a:t>&lt;/a&gt;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7867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4EBB-74CB-7421-9AA6-FB97C7A0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0BE02-894D-3BBA-929F-7D86EEF46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7F45D-0816-0308-B9EF-8C74C7255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="https://www.vecteezy.com/free-vector/people-queue"&gt;People Queue Vectors by </a:t>
            </a:r>
            <a:r>
              <a:rPr lang="en-SG" dirty="0" err="1"/>
              <a:t>Vecteezy</a:t>
            </a:r>
            <a:r>
              <a:rPr lang="en-SG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E2D0C-D815-4E40-F4D3-0D19FF2C8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913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674EA-C4F1-FCA1-02FE-33B2C575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13BFD-D995-4A56-7E99-3AEFD129B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993D1-3A14-EFA8-C5D6-4601AB64D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="https://www.vecteezy.com/free-vector/people-queue"&gt;People Queue Vectors by </a:t>
            </a:r>
            <a:r>
              <a:rPr lang="en-SG" dirty="0" err="1"/>
              <a:t>Vecteezy</a:t>
            </a:r>
            <a:r>
              <a:rPr lang="en-SG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B858C-8F26-AA76-8692-6E927E8CF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032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D9CC-6507-A8FD-DECE-0BB6EA17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51458-2210-F66B-07E0-74FAB977D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63515-8969-7036-E785-1CF39B9DE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&lt;a </a:t>
            </a:r>
            <a:r>
              <a:rPr lang="en-SG" dirty="0" err="1"/>
              <a:t>href</a:t>
            </a:r>
            <a:r>
              <a:rPr lang="en-SG" dirty="0"/>
              <a:t>="https://www.vecteezy.com/free-vector/people-queue"&gt;People Queue Vectors by </a:t>
            </a:r>
            <a:r>
              <a:rPr lang="en-SG" dirty="0" err="1"/>
              <a:t>Vecteezy</a:t>
            </a:r>
            <a:r>
              <a:rPr lang="en-SG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5E1E6-B69B-CD4B-7040-D80CF0425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798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98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71E47-A5F9-EF1E-DCA1-49740C18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E4821-FF08-3854-91BC-0BB765F9B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D8F75-DBB6-C2D3-71A8-81D61165C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58998-4079-A3BF-9CC1-0FCD8557D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16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620C-36ED-3BD5-CB90-3CF27FE4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2E183-122A-9111-91D5-30FF9A3B0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B44BC-F8AB-7DC9-60E4-00D81AB40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ED399-5CB2-1031-A39D-DD6E864FC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7BAEA-DB03-84D3-B80B-D5936F60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2289A-D86D-F184-63A3-845016AFB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5ABA8-AC2F-9040-3B1B-BE6B4C62E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4ECD0-E627-C2AA-CA00-808A5299D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66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257E-3053-48F9-AF47-8B01721D4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174E0-5944-4878-AEF1-C5259EDCE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80E95-E146-4257-8F12-3E0D566F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C5C43-CA97-470C-ADE9-4AC83332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5057-47E6-487A-BAEE-43A95AC0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30A5-D5CA-A246-A156-56ED2EC776E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88DE-A057-42F6-A6DC-1E6DF10A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4FE7-DE29-4220-B45B-E3165A57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7D05-41BE-4646-ADC0-F29FF52F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FC04D-2B6D-4F02-9379-39DFF221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C647-66B2-43EA-9EED-9BA0B148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508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D9EB-7DC7-4DB2-8F4F-CFC94777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C1CF0-6AB6-49D7-BECC-7021BA4C3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DE906-1373-4F27-A451-5D3267D2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0FA46-69A7-4811-90E1-DEDA05B5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AD46-5D9D-4D4A-A154-E4EF4B1D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46413-4138-1741-9544-A971B9E4B9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58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648D-C56C-438A-A0B5-241602DB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FEC0-93F6-4BD7-BB41-54D2A7877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46F53-6ED2-4C35-A945-F0DB5BB6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E855A-2919-49A1-9404-A262E1AB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CF54-A1EF-4ABE-88A3-1958B154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EBC3D-C887-42C4-B1FC-D798377A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B943D-DA51-A44E-9BC0-B926421C4F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9CD365C-8F07-492B-BA5A-847747DB0CCC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159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B275-7417-43D8-9207-B8A69C1A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D745B-7392-4FF0-B273-B59D5BB3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A104B-C8A4-4139-A010-907410F45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191E3-BE5A-4659-8984-E68769E89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5E952-80E1-40AA-9342-48B3C6807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33580-B74A-4F2A-AD5E-261D58F9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028E1-C39E-4724-BB9B-5A310E0B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42FC7-CCA5-45FB-A278-92F4FC46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C4715-6A71-1C46-9980-4AE305EAD29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5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1C20-B2EB-48DC-A5EC-875632D2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DF8CB-93B7-409D-97EF-356CB343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394EB-F370-4E97-9997-BE95563E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02EBB-F440-4B59-B9FD-2AD261B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47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0B2A47-46D6-42D5-BDBE-E52134F7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62E42-B7B3-4F33-84D7-831A1B12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FE50F-0B21-4838-90C1-7F40FB4E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62868-DD1E-A642-8FEC-D36C027838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825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B924-D81C-44C0-BCB3-553AB7B0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D6CF-C78F-4B8A-9B44-1FB03E17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BBEC-DD5A-499C-A78A-03DEA8384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498EE-3406-4371-8BC1-4EFAC61D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95007-4873-4C8D-B644-8C0C3EE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8359E-A9CF-4F4B-8649-D470D91C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E60E2-CFCD-8D45-BC62-DECE35FE1F6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15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AB15-9B2D-438E-BC92-9D0A8F42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4865A-3459-441D-8F43-4997461B0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2B3DD-A484-4942-8A0C-B7C3E1672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CE3D4-C063-49D7-9B3B-782D063E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D7425-E34A-4A52-BCF8-D008C185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D05D9-6E17-46C2-A1DD-9681823A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E8B059-8C46-F247-8A74-0D28BDE5E33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65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5B43-A193-4493-A2BE-590A4341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B9682-392E-4813-AD6E-F3DCE6BF9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28A7-1DD5-422E-BEC2-46438760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67C8-162D-4B22-AD42-B006811C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B4873-B533-4221-8469-57AA3753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490574-997A-3847-9212-FE26D54637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35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23116-7B90-4155-BA93-0075939EB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8B8FC-A1A9-43F9-AFDC-2D5477B47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D2FD-FD11-4EDB-AB71-E449803E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F371-418F-48A7-B0BC-45A3E60E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3C50-2A85-45FB-BCC2-76043CB7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33E6B6-6649-824A-9F70-3BBE9847395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09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>
            <a:extLst>
              <a:ext uri="{FF2B5EF4-FFF2-40B4-BE49-F238E27FC236}">
                <a16:creationId xmlns:a16="http://schemas.microsoft.com/office/drawing/2014/main" id="{B16F45E7-D03F-4586-B0E0-EC63E966491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38200" y="1066800"/>
            <a:ext cx="10363200" cy="510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tlCol="0"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800" i="1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8F009-9366-4850-9E23-2A84A3F7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1130530"/>
            <a:ext cx="10020300" cy="5041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422F-6D07-497F-B7A0-A689BBB3B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7E0829-F0AB-F54C-9D83-2E2209BD69B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6C82-C460-43F0-9B4C-C710E9B5099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12192000" cy="712560"/>
          </a:xfrm>
          <a:prstGeom prst="rect">
            <a:avLst/>
          </a:prstGeom>
          <a:solidFill>
            <a:srgbClr val="005684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0534D-CF79-4C82-943E-954E07D7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978768-B8C8-4719-8F17-5A23840DCCE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638300" y="6416675"/>
            <a:ext cx="87630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Content Copyright Nanyang Technological University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F39C9BC-F78C-4B17-929F-32B2ED95D225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37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bldLvl="4" autoUpdateAnimBg="0"/>
      <p:bldP spid="3" grpId="0" build="p" bldLvl="4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4E137-ACEE-41BF-87CB-D2B72CD5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1" r="1898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1DDACFC5-EB70-4F0D-A5C1-F08AA8632C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719" y="2865536"/>
            <a:ext cx="6128481" cy="1672517"/>
          </a:xfrm>
        </p:spPr>
        <p:txBody>
          <a:bodyPr rtlCol="0" anchor="b">
            <a:noAutofit/>
          </a:bodyPr>
          <a:lstStyle/>
          <a:p>
            <a:pPr algn="l">
              <a:defRPr/>
            </a:pPr>
            <a: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Data Structures &amp; Algorithms in Python</a:t>
            </a: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lang="en-US" sz="1800" dirty="0"/>
              <a:t>Stacks and Queues – Lab Answers</a:t>
            </a:r>
            <a:br>
              <a:rPr lang="en-US" sz="2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altLang="en-US" sz="2000" dirty="0">
                <a:solidFill>
                  <a:schemeClr val="bg1"/>
                </a:solidFill>
                <a:latin typeface="Verdana" panose="020B0604030504040204" pitchFamily="34" charset="0"/>
              </a:rPr>
            </a:b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57AFD-D505-4500-9697-EDFFEF0B2629}"/>
              </a:ext>
            </a:extLst>
          </p:cNvPr>
          <p:cNvSpPr txBox="1"/>
          <p:nvPr/>
        </p:nvSpPr>
        <p:spPr>
          <a:xfrm>
            <a:off x="43719" y="5638800"/>
            <a:ext cx="4248279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1400" b="1" dirty="0">
                <a:solidFill>
                  <a:schemeClr val="bg1"/>
                </a:solidFill>
              </a:rPr>
              <a:t>College of Computing and Data Science </a:t>
            </a:r>
            <a:endParaRPr lang="en-SG" sz="14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DDBA02-A0B9-4A7D-9F97-3DA4C9378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6704"/>
            <a:ext cx="3878519" cy="1551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88529-2311-6B3A-314B-98FD83582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8031589-F5A1-F8DC-99A7-02991A0FE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 Recap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5391E71-29E7-2CC0-2001-65205BB6A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799" y="1436912"/>
            <a:ext cx="10548257" cy="2993567"/>
          </a:xfrm>
        </p:spPr>
        <p:txBody>
          <a:bodyPr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sz="2000" dirty="0"/>
              <a:t> consists of a connected sequence of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Link/Node</a:t>
            </a:r>
            <a:r>
              <a:rPr lang="en-US" sz="2000" dirty="0"/>
              <a:t> objects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Each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000" dirty="0"/>
              <a:t> contains a reference to a datum and a reference to the next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000" dirty="0"/>
              <a:t> in the sequence. </a:t>
            </a:r>
          </a:p>
          <a:p>
            <a:pPr lvl="1"/>
            <a:r>
              <a:rPr lang="en-US" sz="1800" dirty="0">
                <a:highlight>
                  <a:srgbClr val="FFFF00"/>
                </a:highlight>
              </a:rPr>
              <a:t>The datum is just an object. It could be just an int or a string, or it could contain a key/data pair.</a:t>
            </a:r>
            <a:br>
              <a:rPr lang="en-US" sz="1800" dirty="0">
                <a:highlight>
                  <a:srgbClr val="FFFF00"/>
                </a:highlight>
              </a:rPr>
            </a:br>
            <a:endParaRPr lang="en-US" sz="1800" dirty="0">
              <a:highlight>
                <a:srgbClr val="FFFF00"/>
              </a:highlight>
            </a:endParaRPr>
          </a:p>
          <a:p>
            <a:r>
              <a:rPr lang="en-US" sz="2000" dirty="0"/>
              <a:t>The last node in the sequence refers to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2000" dirty="0"/>
              <a:t> as its next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/>
              <a:t>The sequence of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r>
              <a:rPr lang="en-US" sz="2000" dirty="0"/>
              <a:t> is accessed via a “header” object that contains a reference to the first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 </a:t>
            </a:r>
            <a:r>
              <a:rPr lang="en-US" sz="2000" dirty="0"/>
              <a:t>in the sequence.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C98D8F-2A59-030B-4164-C138F4D9368E}"/>
              </a:ext>
            </a:extLst>
          </p:cNvPr>
          <p:cNvGrpSpPr/>
          <p:nvPr/>
        </p:nvGrpSpPr>
        <p:grpSpPr>
          <a:xfrm>
            <a:off x="944123" y="4707918"/>
            <a:ext cx="10303753" cy="947345"/>
            <a:chOff x="669047" y="1066800"/>
            <a:chExt cx="10303753" cy="94734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A6108E7-BF78-5FFB-0FD7-96E0965D5584}"/>
                </a:ext>
              </a:extLst>
            </p:cNvPr>
            <p:cNvSpPr/>
            <p:nvPr/>
          </p:nvSpPr>
          <p:spPr>
            <a:xfrm>
              <a:off x="1656335" y="1361394"/>
              <a:ext cx="715875" cy="630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rgbClr val="00B050"/>
                  </a:solidFill>
                </a:rPr>
                <a:t>John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18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4.0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CA4CC76-4F14-7779-792F-0786D3E647BA}"/>
                </a:ext>
              </a:extLst>
            </p:cNvPr>
            <p:cNvSpPr/>
            <p:nvPr/>
          </p:nvSpPr>
          <p:spPr>
            <a:xfrm>
              <a:off x="2372210" y="1352431"/>
              <a:ext cx="457200" cy="6396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5" name="Right Arrow 5">
              <a:extLst>
                <a:ext uri="{FF2B5EF4-FFF2-40B4-BE49-F238E27FC236}">
                  <a16:creationId xmlns:a16="http://schemas.microsoft.com/office/drawing/2014/main" id="{93573548-6C8E-79A8-4106-14F21D735BE7}"/>
                </a:ext>
              </a:extLst>
            </p:cNvPr>
            <p:cNvSpPr/>
            <p:nvPr/>
          </p:nvSpPr>
          <p:spPr>
            <a:xfrm>
              <a:off x="2592375" y="1507069"/>
              <a:ext cx="715917" cy="291354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391765E-8366-3D40-0DE6-2611242424AE}"/>
                </a:ext>
              </a:extLst>
            </p:cNvPr>
            <p:cNvSpPr/>
            <p:nvPr/>
          </p:nvSpPr>
          <p:spPr>
            <a:xfrm>
              <a:off x="6644412" y="1361394"/>
              <a:ext cx="892715" cy="630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rgbClr val="00B050"/>
                  </a:solidFill>
                </a:rPr>
                <a:t>Jane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25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3.7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E92FCCC-9043-028C-D9C0-71FFB573FC70}"/>
                </a:ext>
              </a:extLst>
            </p:cNvPr>
            <p:cNvSpPr/>
            <p:nvPr/>
          </p:nvSpPr>
          <p:spPr>
            <a:xfrm>
              <a:off x="7537128" y="1352430"/>
              <a:ext cx="457200" cy="6396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Right Arrow 8">
              <a:extLst>
                <a:ext uri="{FF2B5EF4-FFF2-40B4-BE49-F238E27FC236}">
                  <a16:creationId xmlns:a16="http://schemas.microsoft.com/office/drawing/2014/main" id="{B20C9235-6D4E-3871-0685-F82F39A556E8}"/>
                </a:ext>
              </a:extLst>
            </p:cNvPr>
            <p:cNvSpPr/>
            <p:nvPr/>
          </p:nvSpPr>
          <p:spPr>
            <a:xfrm>
              <a:off x="7757293" y="1507068"/>
              <a:ext cx="627529" cy="291354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83E5C51C-3349-197D-D543-FDE0C84D89A3}"/>
                </a:ext>
              </a:extLst>
            </p:cNvPr>
            <p:cNvSpPr txBox="1"/>
            <p:nvPr/>
          </p:nvSpPr>
          <p:spPr>
            <a:xfrm>
              <a:off x="1571834" y="1152751"/>
              <a:ext cx="764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0x1000</a:t>
              </a:r>
            </a:p>
          </p:txBody>
        </p: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1D94AB95-8506-6BF2-DBBB-83C1E9000C1B}"/>
                </a:ext>
              </a:extLst>
            </p:cNvPr>
            <p:cNvSpPr txBox="1"/>
            <p:nvPr/>
          </p:nvSpPr>
          <p:spPr>
            <a:xfrm>
              <a:off x="3218389" y="1140693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0x1010</a:t>
              </a:r>
            </a:p>
          </p:txBody>
        </p:sp>
        <p:sp>
          <p:nvSpPr>
            <p:cNvPr id="51" name="TextBox 19">
              <a:extLst>
                <a:ext uri="{FF2B5EF4-FFF2-40B4-BE49-F238E27FC236}">
                  <a16:creationId xmlns:a16="http://schemas.microsoft.com/office/drawing/2014/main" id="{25768F33-A60E-94ED-97A4-FDE38D16DA21}"/>
                </a:ext>
              </a:extLst>
            </p:cNvPr>
            <p:cNvSpPr txBox="1"/>
            <p:nvPr/>
          </p:nvSpPr>
          <p:spPr>
            <a:xfrm>
              <a:off x="4864944" y="1152751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0x1020</a:t>
              </a:r>
            </a:p>
          </p:txBody>
        </p:sp>
        <p:sp>
          <p:nvSpPr>
            <p:cNvPr id="52" name="TextBox 20">
              <a:extLst>
                <a:ext uri="{FF2B5EF4-FFF2-40B4-BE49-F238E27FC236}">
                  <a16:creationId xmlns:a16="http://schemas.microsoft.com/office/drawing/2014/main" id="{6A0C6239-6DD4-6BBB-B41D-900CA0B8D751}"/>
                </a:ext>
              </a:extLst>
            </p:cNvPr>
            <p:cNvSpPr txBox="1"/>
            <p:nvPr/>
          </p:nvSpPr>
          <p:spPr>
            <a:xfrm>
              <a:off x="6584945" y="1152751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0x1030</a:t>
              </a:r>
            </a:p>
          </p:txBody>
        </p:sp>
        <p:sp>
          <p:nvSpPr>
            <p:cNvPr id="53" name="TextBox 21">
              <a:extLst>
                <a:ext uri="{FF2B5EF4-FFF2-40B4-BE49-F238E27FC236}">
                  <a16:creationId xmlns:a16="http://schemas.microsoft.com/office/drawing/2014/main" id="{9F5B6ECB-A0A1-72F2-B50B-A75D510984CB}"/>
                </a:ext>
              </a:extLst>
            </p:cNvPr>
            <p:cNvSpPr txBox="1"/>
            <p:nvPr/>
          </p:nvSpPr>
          <p:spPr>
            <a:xfrm rot="16200000">
              <a:off x="2183438" y="1533742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0x1010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DFAA85E-5DE4-A80F-1C6C-C421E48BB80C}"/>
                </a:ext>
              </a:extLst>
            </p:cNvPr>
            <p:cNvGrpSpPr/>
            <p:nvPr/>
          </p:nvGrpSpPr>
          <p:grpSpPr>
            <a:xfrm>
              <a:off x="3308292" y="1352431"/>
              <a:ext cx="1233372" cy="661714"/>
              <a:chOff x="3087616" y="5441578"/>
              <a:chExt cx="1233372" cy="661714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AB736C3-D848-1C65-9412-DCD6E3B60398}"/>
                  </a:ext>
                </a:extLst>
              </p:cNvPr>
              <p:cNvSpPr/>
              <p:nvPr/>
            </p:nvSpPr>
            <p:spPr>
              <a:xfrm>
                <a:off x="3087616" y="5450542"/>
                <a:ext cx="776172" cy="6306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00B050"/>
                    </a:solidFill>
                  </a:rPr>
                  <a:t>Anna</a:t>
                </a:r>
              </a:p>
              <a:p>
                <a:r>
                  <a:rPr lang="en-US" sz="1400" dirty="0">
                    <a:solidFill>
                      <a:srgbClr val="00B050"/>
                    </a:solidFill>
                  </a:rPr>
                  <a:t>21</a:t>
                </a:r>
              </a:p>
              <a:p>
                <a:r>
                  <a:rPr lang="en-US" sz="1400" dirty="0">
                    <a:solidFill>
                      <a:srgbClr val="00B050"/>
                    </a:solidFill>
                  </a:rPr>
                  <a:t>3.5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D5FFC47-FFCF-DC79-547B-227B846AECD4}"/>
                  </a:ext>
                </a:extLst>
              </p:cNvPr>
              <p:cNvSpPr/>
              <p:nvPr/>
            </p:nvSpPr>
            <p:spPr>
              <a:xfrm>
                <a:off x="3863788" y="5441578"/>
                <a:ext cx="457200" cy="63962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57" name="TextBox 22">
                <a:extLst>
                  <a:ext uri="{FF2B5EF4-FFF2-40B4-BE49-F238E27FC236}">
                    <a16:creationId xmlns:a16="http://schemas.microsoft.com/office/drawing/2014/main" id="{B863CD8B-1D8B-CC4D-75DB-BF7BB6CAB558}"/>
                  </a:ext>
                </a:extLst>
              </p:cNvPr>
              <p:cNvSpPr txBox="1"/>
              <p:nvPr/>
            </p:nvSpPr>
            <p:spPr>
              <a:xfrm rot="16200000">
                <a:off x="3649772" y="5642428"/>
                <a:ext cx="6447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/>
                  <a:t>0x1020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D773C8B-1965-0A3F-C27C-FD8AD53514FC}"/>
                </a:ext>
              </a:extLst>
            </p:cNvPr>
            <p:cNvGrpSpPr/>
            <p:nvPr/>
          </p:nvGrpSpPr>
          <p:grpSpPr>
            <a:xfrm>
              <a:off x="4932157" y="1352430"/>
              <a:ext cx="1740410" cy="661714"/>
              <a:chOff x="4711481" y="5441577"/>
              <a:chExt cx="1740410" cy="66171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6523040-AE2C-372D-8183-2C3C564B34E6}"/>
                  </a:ext>
                </a:extLst>
              </p:cNvPr>
              <p:cNvSpPr/>
              <p:nvPr/>
            </p:nvSpPr>
            <p:spPr>
              <a:xfrm>
                <a:off x="4711481" y="5450541"/>
                <a:ext cx="892715" cy="6306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00B050"/>
                    </a:solidFill>
                  </a:rPr>
                  <a:t>Peter</a:t>
                </a:r>
              </a:p>
              <a:p>
                <a:r>
                  <a:rPr lang="en-US" sz="1400" dirty="0">
                    <a:solidFill>
                      <a:srgbClr val="00B050"/>
                    </a:solidFill>
                  </a:rPr>
                  <a:t>22</a:t>
                </a:r>
              </a:p>
              <a:p>
                <a:r>
                  <a:rPr lang="en-US" sz="1400" dirty="0">
                    <a:solidFill>
                      <a:srgbClr val="00B050"/>
                    </a:solidFill>
                  </a:rPr>
                  <a:t>3.8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C631627-7208-C5AC-B2A8-732E7BB5D176}"/>
                  </a:ext>
                </a:extLst>
              </p:cNvPr>
              <p:cNvSpPr/>
              <p:nvPr/>
            </p:nvSpPr>
            <p:spPr>
              <a:xfrm>
                <a:off x="5604197" y="5441577"/>
                <a:ext cx="457200" cy="63962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1" name="Right Arrow 21">
                <a:extLst>
                  <a:ext uri="{FF2B5EF4-FFF2-40B4-BE49-F238E27FC236}">
                    <a16:creationId xmlns:a16="http://schemas.microsoft.com/office/drawing/2014/main" id="{C7ECC8AC-437F-78C4-A715-4F28FAF88719}"/>
                  </a:ext>
                </a:extLst>
              </p:cNvPr>
              <p:cNvSpPr/>
              <p:nvPr/>
            </p:nvSpPr>
            <p:spPr>
              <a:xfrm>
                <a:off x="5824362" y="5596215"/>
                <a:ext cx="627529" cy="291354"/>
              </a:xfrm>
              <a:prstGeom prst="right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2" name="TextBox 23">
                <a:extLst>
                  <a:ext uri="{FF2B5EF4-FFF2-40B4-BE49-F238E27FC236}">
                    <a16:creationId xmlns:a16="http://schemas.microsoft.com/office/drawing/2014/main" id="{1C8A6C15-4E92-DA9E-3C83-2B413B54A02D}"/>
                  </a:ext>
                </a:extLst>
              </p:cNvPr>
              <p:cNvSpPr txBox="1"/>
              <p:nvPr/>
            </p:nvSpPr>
            <p:spPr>
              <a:xfrm rot="16200000">
                <a:off x="5380458" y="5642427"/>
                <a:ext cx="6447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/>
                  <a:t>0x1030</a:t>
                </a:r>
              </a:p>
            </p:txBody>
          </p: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46E0028-45A9-2AF0-43E6-2EC5D3366547}"/>
                </a:ext>
              </a:extLst>
            </p:cNvPr>
            <p:cNvSpPr/>
            <p:nvPr/>
          </p:nvSpPr>
          <p:spPr>
            <a:xfrm>
              <a:off x="9622884" y="1361394"/>
              <a:ext cx="892715" cy="630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rgbClr val="00B050"/>
                  </a:solidFill>
                </a:rPr>
                <a:t>Last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45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4.5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2FFCDC-9516-CDA6-80A4-0D43579823AE}"/>
                </a:ext>
              </a:extLst>
            </p:cNvPr>
            <p:cNvSpPr/>
            <p:nvPr/>
          </p:nvSpPr>
          <p:spPr>
            <a:xfrm>
              <a:off x="10515600" y="1352430"/>
              <a:ext cx="457200" cy="6396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TextBox 27">
              <a:extLst>
                <a:ext uri="{FF2B5EF4-FFF2-40B4-BE49-F238E27FC236}">
                  <a16:creationId xmlns:a16="http://schemas.microsoft.com/office/drawing/2014/main" id="{79BB0714-4533-771E-C034-7415935C4FDD}"/>
                </a:ext>
              </a:extLst>
            </p:cNvPr>
            <p:cNvSpPr txBox="1"/>
            <p:nvPr/>
          </p:nvSpPr>
          <p:spPr>
            <a:xfrm>
              <a:off x="9563417" y="1152751"/>
              <a:ext cx="7360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0x10??</a:t>
              </a:r>
            </a:p>
          </p:txBody>
        </p:sp>
        <p:sp>
          <p:nvSpPr>
            <p:cNvPr id="66" name="TextBox 28">
              <a:extLst>
                <a:ext uri="{FF2B5EF4-FFF2-40B4-BE49-F238E27FC236}">
                  <a16:creationId xmlns:a16="http://schemas.microsoft.com/office/drawing/2014/main" id="{12320F6E-277A-8A7E-D0FC-9B0957F558AF}"/>
                </a:ext>
              </a:extLst>
            </p:cNvPr>
            <p:cNvSpPr txBox="1"/>
            <p:nvPr/>
          </p:nvSpPr>
          <p:spPr>
            <a:xfrm rot="16200000">
              <a:off x="10358819" y="1490524"/>
              <a:ext cx="5229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None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112997C-04B1-6EA5-2BA7-F7C567657792}"/>
                </a:ext>
              </a:extLst>
            </p:cNvPr>
            <p:cNvCxnSpPr/>
            <p:nvPr/>
          </p:nvCxnSpPr>
          <p:spPr>
            <a:xfrm flipV="1">
              <a:off x="10620270" y="1370564"/>
              <a:ext cx="352530" cy="62149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ight Arrow 28">
              <a:extLst>
                <a:ext uri="{FF2B5EF4-FFF2-40B4-BE49-F238E27FC236}">
                  <a16:creationId xmlns:a16="http://schemas.microsoft.com/office/drawing/2014/main" id="{0EC1E45D-6951-0D13-4BA8-08C6F962CDF4}"/>
                </a:ext>
              </a:extLst>
            </p:cNvPr>
            <p:cNvSpPr/>
            <p:nvPr/>
          </p:nvSpPr>
          <p:spPr>
            <a:xfrm>
              <a:off x="8978440" y="1515412"/>
              <a:ext cx="627529" cy="291354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E8646B0-CB5D-B13B-DD83-4C02FCC207F5}"/>
                </a:ext>
              </a:extLst>
            </p:cNvPr>
            <p:cNvSpPr txBox="1"/>
            <p:nvPr/>
          </p:nvSpPr>
          <p:spPr>
            <a:xfrm>
              <a:off x="8464491" y="1476423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…</a:t>
              </a:r>
            </a:p>
          </p:txBody>
        </p:sp>
        <p:sp>
          <p:nvSpPr>
            <p:cNvPr id="70" name="Right Arrow 30">
              <a:extLst>
                <a:ext uri="{FF2B5EF4-FFF2-40B4-BE49-F238E27FC236}">
                  <a16:creationId xmlns:a16="http://schemas.microsoft.com/office/drawing/2014/main" id="{BAEB649A-328E-E3BF-37C8-A5A7E00E2F28}"/>
                </a:ext>
              </a:extLst>
            </p:cNvPr>
            <p:cNvSpPr/>
            <p:nvPr/>
          </p:nvSpPr>
          <p:spPr>
            <a:xfrm>
              <a:off x="4304629" y="1507069"/>
              <a:ext cx="627529" cy="291354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553BB-9A77-9E2E-BE13-0F52F74B1D09}"/>
                </a:ext>
              </a:extLst>
            </p:cNvPr>
            <p:cNvSpPr/>
            <p:nvPr/>
          </p:nvSpPr>
          <p:spPr>
            <a:xfrm>
              <a:off x="838468" y="1369415"/>
              <a:ext cx="236483" cy="2668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DBAE1AD-37A4-3472-3D2D-0228770E0485}"/>
                </a:ext>
              </a:extLst>
            </p:cNvPr>
            <p:cNvCxnSpPr>
              <a:stCxn id="71" idx="6"/>
            </p:cNvCxnSpPr>
            <p:nvPr/>
          </p:nvCxnSpPr>
          <p:spPr>
            <a:xfrm>
              <a:off x="1074951" y="1502848"/>
              <a:ext cx="581384" cy="12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5E1A8DE-946D-0068-5639-6666F6DC3A31}"/>
                </a:ext>
              </a:extLst>
            </p:cNvPr>
            <p:cNvSpPr txBox="1"/>
            <p:nvPr/>
          </p:nvSpPr>
          <p:spPr>
            <a:xfrm>
              <a:off x="669047" y="1066800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head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821443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66504F9-75FE-CC7C-4F69-6E94BD8FE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0530"/>
            <a:ext cx="10020300" cy="5041669"/>
          </a:xfrm>
        </p:spPr>
        <p:txBody>
          <a:bodyPr/>
          <a:lstStyle/>
          <a:p>
            <a:r>
              <a:rPr lang="en-SG" dirty="0"/>
              <a:t>First-In, Last-Out (FILO)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2FF4B-3736-4078-9F75-F5C5CB8A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Stacks (of pancakes)</a:t>
            </a:r>
          </a:p>
        </p:txBody>
      </p:sp>
      <p:pic>
        <p:nvPicPr>
          <p:cNvPr id="5" name="Content Placeholder 4" descr="A stack of pancakes on a cutting board&#10;&#10;AI-generated content may be incorrect.">
            <a:extLst>
              <a:ext uri="{FF2B5EF4-FFF2-40B4-BE49-F238E27FC236}">
                <a16:creationId xmlns:a16="http://schemas.microsoft.com/office/drawing/2014/main" id="{5B39E8AE-5624-1FDA-6EEC-E2269AADF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447800"/>
            <a:ext cx="3263503" cy="435133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89A183C-5F3B-CFDC-5CFD-E3DC191E7DE2}"/>
              </a:ext>
            </a:extLst>
          </p:cNvPr>
          <p:cNvGrpSpPr/>
          <p:nvPr/>
        </p:nvGrpSpPr>
        <p:grpSpPr>
          <a:xfrm>
            <a:off x="5486400" y="4495800"/>
            <a:ext cx="609600" cy="619510"/>
            <a:chOff x="2514600" y="3038088"/>
            <a:chExt cx="609600" cy="6195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0A7073-8464-1A50-1E83-9609724F9118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3C53EE-9684-8C42-09A5-B24C54DEAF5A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" name="Right Arrow 5">
              <a:extLst>
                <a:ext uri="{FF2B5EF4-FFF2-40B4-BE49-F238E27FC236}">
                  <a16:creationId xmlns:a16="http://schemas.microsoft.com/office/drawing/2014/main" id="{F5D1F4FA-618F-04EA-CAB4-30F1FCF7A251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33BE1B5-C1B5-3894-E31C-56A3C744172D}"/>
              </a:ext>
            </a:extLst>
          </p:cNvPr>
          <p:cNvGrpSpPr/>
          <p:nvPr/>
        </p:nvGrpSpPr>
        <p:grpSpPr>
          <a:xfrm>
            <a:off x="5391866" y="1668956"/>
            <a:ext cx="762000" cy="557842"/>
            <a:chOff x="2438399" y="2185358"/>
            <a:chExt cx="762000" cy="55784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70F7D0-8D16-B58D-2084-A3DC413D4C8E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AE9B2B-CA50-819A-8E45-56C4EEE95FF7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DF906C-CE68-09F1-4F30-4C2D3E5B9213}"/>
              </a:ext>
            </a:extLst>
          </p:cNvPr>
          <p:cNvGrpSpPr/>
          <p:nvPr/>
        </p:nvGrpSpPr>
        <p:grpSpPr>
          <a:xfrm>
            <a:off x="5486400" y="5134796"/>
            <a:ext cx="609600" cy="390912"/>
            <a:chOff x="2514600" y="3038088"/>
            <a:chExt cx="609600" cy="39091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E9A3CC-4EC8-6DA9-F2E1-221DA8BD9324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4AC258-2CD4-80FC-3E76-0B9FC8735274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B870003-73B0-75D5-27B6-963F1CCE951A}"/>
              </a:ext>
            </a:extLst>
          </p:cNvPr>
          <p:cNvGrpSpPr/>
          <p:nvPr/>
        </p:nvGrpSpPr>
        <p:grpSpPr>
          <a:xfrm>
            <a:off x="5479570" y="3856804"/>
            <a:ext cx="609600" cy="619510"/>
            <a:chOff x="2514600" y="3038088"/>
            <a:chExt cx="609600" cy="61951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CDAE39-18CD-2C5C-EA40-AC1D68B8D0D9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BD8C17-4F2A-5760-5DDF-D3F3CCB609FB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2" name="Right Arrow 5">
              <a:extLst>
                <a:ext uri="{FF2B5EF4-FFF2-40B4-BE49-F238E27FC236}">
                  <a16:creationId xmlns:a16="http://schemas.microsoft.com/office/drawing/2014/main" id="{E8E8E09C-FC5A-A266-E6B0-3B03E47E7453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FEF0DC-186E-4798-1E8D-450A65A8B44E}"/>
              </a:ext>
            </a:extLst>
          </p:cNvPr>
          <p:cNvGrpSpPr/>
          <p:nvPr/>
        </p:nvGrpSpPr>
        <p:grpSpPr>
          <a:xfrm>
            <a:off x="5479569" y="3226845"/>
            <a:ext cx="609600" cy="619510"/>
            <a:chOff x="2514600" y="3038088"/>
            <a:chExt cx="609600" cy="6195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112F540-4A71-7DCF-1751-6C80C2636EA8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C842B2-E642-F6DD-F635-F4BE60A2D7D2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6" name="Right Arrow 5">
              <a:extLst>
                <a:ext uri="{FF2B5EF4-FFF2-40B4-BE49-F238E27FC236}">
                  <a16:creationId xmlns:a16="http://schemas.microsoft.com/office/drawing/2014/main" id="{1701AC21-B589-7E11-9BA1-83D6B10892B7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2BF31A-08DB-175B-7AE0-8DAA5BCDEE2C}"/>
              </a:ext>
            </a:extLst>
          </p:cNvPr>
          <p:cNvGrpSpPr/>
          <p:nvPr/>
        </p:nvGrpSpPr>
        <p:grpSpPr>
          <a:xfrm>
            <a:off x="5468067" y="2591930"/>
            <a:ext cx="609600" cy="619510"/>
            <a:chOff x="2514600" y="3038088"/>
            <a:chExt cx="609600" cy="61951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EFEAD0-CF9C-D6D7-99C7-C2E0351B0FBA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2C3930-E73C-5FD6-4045-EBDB59A05817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0" name="Right Arrow 5">
              <a:extLst>
                <a:ext uri="{FF2B5EF4-FFF2-40B4-BE49-F238E27FC236}">
                  <a16:creationId xmlns:a16="http://schemas.microsoft.com/office/drawing/2014/main" id="{A7650650-CCD2-CF69-6941-C2648C4113C7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9D9DFD-324D-821A-46BE-3EA8598AD260}"/>
              </a:ext>
            </a:extLst>
          </p:cNvPr>
          <p:cNvCxnSpPr>
            <a:stCxn id="10" idx="4"/>
            <a:endCxn id="28" idx="0"/>
          </p:cNvCxnSpPr>
          <p:nvPr/>
        </p:nvCxnSpPr>
        <p:spPr>
          <a:xfrm>
            <a:off x="5772866" y="2226798"/>
            <a:ext cx="1" cy="36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966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CEEDC-2840-123D-B66C-300E4EE3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983EC-2B98-D33A-680D-76664F7D5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Stacks (of pancakes)</a:t>
            </a:r>
          </a:p>
        </p:txBody>
      </p:sp>
      <p:pic>
        <p:nvPicPr>
          <p:cNvPr id="5" name="Content Placeholder 4" descr="A stack of pancakes on a cutting board&#10;&#10;AI-generated content may be incorrect.">
            <a:extLst>
              <a:ext uri="{FF2B5EF4-FFF2-40B4-BE49-F238E27FC236}">
                <a16:creationId xmlns:a16="http://schemas.microsoft.com/office/drawing/2014/main" id="{03977A83-5790-6C3A-2C41-FB47128E8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447800"/>
            <a:ext cx="3263503" cy="435133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22B0667-A446-6997-5EB5-07EBE62435DD}"/>
              </a:ext>
            </a:extLst>
          </p:cNvPr>
          <p:cNvGrpSpPr/>
          <p:nvPr/>
        </p:nvGrpSpPr>
        <p:grpSpPr>
          <a:xfrm>
            <a:off x="1979736" y="4520123"/>
            <a:ext cx="609600" cy="619510"/>
            <a:chOff x="2514600" y="3038088"/>
            <a:chExt cx="609600" cy="6195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74E8B52-29D7-A5FC-1562-5F401EA5CB2B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E05DB9-38B3-EA6C-AFE0-1CE239C676D1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" name="Right Arrow 5">
              <a:extLst>
                <a:ext uri="{FF2B5EF4-FFF2-40B4-BE49-F238E27FC236}">
                  <a16:creationId xmlns:a16="http://schemas.microsoft.com/office/drawing/2014/main" id="{E26E7CB1-7C78-8D90-BA99-A0C0331DF85E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F23288-E4D8-5547-7201-82037E0EBA3E}"/>
              </a:ext>
            </a:extLst>
          </p:cNvPr>
          <p:cNvGrpSpPr/>
          <p:nvPr/>
        </p:nvGrpSpPr>
        <p:grpSpPr>
          <a:xfrm>
            <a:off x="1885202" y="1693279"/>
            <a:ext cx="762000" cy="557842"/>
            <a:chOff x="2438399" y="2185358"/>
            <a:chExt cx="762000" cy="55784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C644438-24DA-BE3A-8D2A-E6952AAC4A43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162D1E-AD5C-F3A4-BDCE-FD4E83313F03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4A3BAE-3072-8EF1-A7C9-3E66E1CE6647}"/>
              </a:ext>
            </a:extLst>
          </p:cNvPr>
          <p:cNvGrpSpPr/>
          <p:nvPr/>
        </p:nvGrpSpPr>
        <p:grpSpPr>
          <a:xfrm>
            <a:off x="1979736" y="5159119"/>
            <a:ext cx="609600" cy="390912"/>
            <a:chOff x="2514600" y="3038088"/>
            <a:chExt cx="609600" cy="39091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EF007C-5899-1956-0A96-A046FBC19CE0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3A8CAB-FB74-6512-7035-A1633C8DC999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ABCCF9-7F61-E8B9-E2ED-589750244C55}"/>
              </a:ext>
            </a:extLst>
          </p:cNvPr>
          <p:cNvGrpSpPr/>
          <p:nvPr/>
        </p:nvGrpSpPr>
        <p:grpSpPr>
          <a:xfrm>
            <a:off x="1972906" y="3881127"/>
            <a:ext cx="609600" cy="619510"/>
            <a:chOff x="2514600" y="3038088"/>
            <a:chExt cx="609600" cy="61951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841976-7F1C-F71D-B540-0FEA1878D5E2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E35B229-7D8A-BAD8-0B4B-573B615FCA9D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2" name="Right Arrow 5">
              <a:extLst>
                <a:ext uri="{FF2B5EF4-FFF2-40B4-BE49-F238E27FC236}">
                  <a16:creationId xmlns:a16="http://schemas.microsoft.com/office/drawing/2014/main" id="{4FF265D2-20C1-9903-B0A9-4A38921CC699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4EF0242-E2AA-F751-1921-2DA90C750B41}"/>
              </a:ext>
            </a:extLst>
          </p:cNvPr>
          <p:cNvGrpSpPr/>
          <p:nvPr/>
        </p:nvGrpSpPr>
        <p:grpSpPr>
          <a:xfrm>
            <a:off x="1972905" y="3251168"/>
            <a:ext cx="609600" cy="619510"/>
            <a:chOff x="2514600" y="3038088"/>
            <a:chExt cx="609600" cy="6195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52F8CC-FB87-B865-6AAE-9C01ED3DAFB1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068DCC-6B0E-DBA5-2A00-FD5D33DE0882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6" name="Right Arrow 5">
              <a:extLst>
                <a:ext uri="{FF2B5EF4-FFF2-40B4-BE49-F238E27FC236}">
                  <a16:creationId xmlns:a16="http://schemas.microsoft.com/office/drawing/2014/main" id="{C9858E47-E6BB-26B8-4E3E-FF311E52D4FF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EDCA7F-5CE3-0DA5-09BA-B0E4F03AF1F3}"/>
              </a:ext>
            </a:extLst>
          </p:cNvPr>
          <p:cNvGrpSpPr/>
          <p:nvPr/>
        </p:nvGrpSpPr>
        <p:grpSpPr>
          <a:xfrm>
            <a:off x="1961403" y="2616253"/>
            <a:ext cx="609600" cy="619510"/>
            <a:chOff x="2514600" y="3038088"/>
            <a:chExt cx="609600" cy="61951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CC5920-9887-C8C9-0F03-88E1EB8A56E7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EBF7083-2011-695E-8E3C-BD70F541A850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0" name="Right Arrow 5">
              <a:extLst>
                <a:ext uri="{FF2B5EF4-FFF2-40B4-BE49-F238E27FC236}">
                  <a16:creationId xmlns:a16="http://schemas.microsoft.com/office/drawing/2014/main" id="{C30BB38E-6136-21D1-B7F3-CEDD931EB34C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ADA5C5-5A49-1AAF-B69D-41E220321838}"/>
              </a:ext>
            </a:extLst>
          </p:cNvPr>
          <p:cNvCxnSpPr>
            <a:cxnSpLocks/>
            <a:stCxn id="10" idx="4"/>
            <a:endCxn id="28" idx="0"/>
          </p:cNvCxnSpPr>
          <p:nvPr/>
        </p:nvCxnSpPr>
        <p:spPr>
          <a:xfrm>
            <a:off x="2266202" y="2251121"/>
            <a:ext cx="1" cy="36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4743C511-DFE7-199C-3BAB-D96687EC6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509" y="3137205"/>
            <a:ext cx="3486637" cy="7049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E7C7517-62D0-93E3-D208-860313EF4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509" y="1535379"/>
            <a:ext cx="2848373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04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EC99-C486-9EBA-A7F9-22085AB3B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33BC-2DC2-CD8E-49BA-0801D424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Stacks (of pancakes)</a:t>
            </a:r>
          </a:p>
        </p:txBody>
      </p:sp>
      <p:pic>
        <p:nvPicPr>
          <p:cNvPr id="5" name="Content Placeholder 4" descr="A stack of pancakes on a cutting board&#10;&#10;AI-generated content may be incorrect.">
            <a:extLst>
              <a:ext uri="{FF2B5EF4-FFF2-40B4-BE49-F238E27FC236}">
                <a16:creationId xmlns:a16="http://schemas.microsoft.com/office/drawing/2014/main" id="{5BA79AC7-988F-03FE-3074-327346DD1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447800"/>
            <a:ext cx="3263503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DF7043-4430-98FC-40A8-764A71237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003" y="1720088"/>
            <a:ext cx="3829584" cy="523948"/>
          </a:xfrm>
          <a:prstGeom prst="rect">
            <a:avLst/>
          </a:prstGeom>
        </p:spPr>
      </p:pic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7C3B934-3E71-5486-4188-D8954F0C42D5}"/>
              </a:ext>
            </a:extLst>
          </p:cNvPr>
          <p:cNvGrpSpPr/>
          <p:nvPr/>
        </p:nvGrpSpPr>
        <p:grpSpPr>
          <a:xfrm>
            <a:off x="1979736" y="4520123"/>
            <a:ext cx="609600" cy="619510"/>
            <a:chOff x="2514600" y="3038088"/>
            <a:chExt cx="609600" cy="619510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DC232FB-AD58-6946-5A43-DA96DD6ABC35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714A5CA-422E-B354-3967-3D637A5F7A15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14" name="Right Arrow 5">
              <a:extLst>
                <a:ext uri="{FF2B5EF4-FFF2-40B4-BE49-F238E27FC236}">
                  <a16:creationId xmlns:a16="http://schemas.microsoft.com/office/drawing/2014/main" id="{44FAC757-4E76-196F-CD3B-51A56DF0F36D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237EA29-5F35-3F66-6FAA-F4F9B5693FFA}"/>
              </a:ext>
            </a:extLst>
          </p:cNvPr>
          <p:cNvGrpSpPr/>
          <p:nvPr/>
        </p:nvGrpSpPr>
        <p:grpSpPr>
          <a:xfrm>
            <a:off x="1979736" y="5159119"/>
            <a:ext cx="609600" cy="390912"/>
            <a:chOff x="2514600" y="3038088"/>
            <a:chExt cx="609600" cy="390912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40A6EB7-D0F7-8E97-CD09-396F635812CB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A777121-4627-6DAE-BAFB-85DE01E9E37D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B5D4C90-A1E1-301F-4440-E27133E178B5}"/>
              </a:ext>
            </a:extLst>
          </p:cNvPr>
          <p:cNvGrpSpPr/>
          <p:nvPr/>
        </p:nvGrpSpPr>
        <p:grpSpPr>
          <a:xfrm>
            <a:off x="1972906" y="3881127"/>
            <a:ext cx="609600" cy="619510"/>
            <a:chOff x="2514600" y="3038088"/>
            <a:chExt cx="609600" cy="619510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4EB572A-78E4-397F-E8FC-F0EE4F8BB12A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5E1478F-5E0E-5BBA-EFF7-BB5BDF455990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21" name="Right Arrow 5">
              <a:extLst>
                <a:ext uri="{FF2B5EF4-FFF2-40B4-BE49-F238E27FC236}">
                  <a16:creationId xmlns:a16="http://schemas.microsoft.com/office/drawing/2014/main" id="{0D92014C-533C-E075-6CBF-9132ECB38AA9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1983803-6CF5-69F4-4165-A8E1CE5036ED}"/>
              </a:ext>
            </a:extLst>
          </p:cNvPr>
          <p:cNvGrpSpPr/>
          <p:nvPr/>
        </p:nvGrpSpPr>
        <p:grpSpPr>
          <a:xfrm>
            <a:off x="1972905" y="3251168"/>
            <a:ext cx="609600" cy="619510"/>
            <a:chOff x="2514600" y="3038088"/>
            <a:chExt cx="609600" cy="619510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7398C13-AC49-EA01-E8C4-7F8CD9F3D2A2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9B324E0-AF2B-BAC0-BE68-0C5F7E2A54D7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25" name="Right Arrow 5">
              <a:extLst>
                <a:ext uri="{FF2B5EF4-FFF2-40B4-BE49-F238E27FC236}">
                  <a16:creationId xmlns:a16="http://schemas.microsoft.com/office/drawing/2014/main" id="{7C4CCD5D-AFF2-7B4C-6F62-A97255CBAE49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5B55CCE-D457-EBE4-68AF-9B99B4BAF48B}"/>
              </a:ext>
            </a:extLst>
          </p:cNvPr>
          <p:cNvGrpSpPr/>
          <p:nvPr/>
        </p:nvGrpSpPr>
        <p:grpSpPr>
          <a:xfrm>
            <a:off x="1961403" y="2616253"/>
            <a:ext cx="609600" cy="619510"/>
            <a:chOff x="2514600" y="3038088"/>
            <a:chExt cx="609600" cy="619510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3BDABF5-7C82-08BF-B980-F3085AD0400D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629BD7C-E304-738B-4540-402A193F572E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29" name="Right Arrow 5">
              <a:extLst>
                <a:ext uri="{FF2B5EF4-FFF2-40B4-BE49-F238E27FC236}">
                  <a16:creationId xmlns:a16="http://schemas.microsoft.com/office/drawing/2014/main" id="{B0D1D4F6-4786-7096-75D6-91B830FA3091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4E30B8B-1EC5-7476-9C13-7FE760BA48FA}"/>
              </a:ext>
            </a:extLst>
          </p:cNvPr>
          <p:cNvGrpSpPr/>
          <p:nvPr/>
        </p:nvGrpSpPr>
        <p:grpSpPr>
          <a:xfrm>
            <a:off x="1961402" y="1981776"/>
            <a:ext cx="609600" cy="619510"/>
            <a:chOff x="2514600" y="3038088"/>
            <a:chExt cx="609600" cy="61951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BA66A21-FC8B-49EB-EED0-BBF30FBCD0E0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C6E2428B-980F-CBC6-10F8-D9DB2E818CE1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33" name="Right Arrow 5">
              <a:extLst>
                <a:ext uri="{FF2B5EF4-FFF2-40B4-BE49-F238E27FC236}">
                  <a16:creationId xmlns:a16="http://schemas.microsoft.com/office/drawing/2014/main" id="{B7C43F3D-64EA-D09D-9477-65B558D7283C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8588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77D1-7B36-CC83-0112-2B44EE49B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4639-DE11-55B9-300D-0795C488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Stacks (of pancakes)</a:t>
            </a:r>
          </a:p>
        </p:txBody>
      </p:sp>
      <p:pic>
        <p:nvPicPr>
          <p:cNvPr id="5" name="Content Placeholder 4" descr="A stack of pancakes on a cutting board&#10;&#10;AI-generated content may be incorrect.">
            <a:extLst>
              <a:ext uri="{FF2B5EF4-FFF2-40B4-BE49-F238E27FC236}">
                <a16:creationId xmlns:a16="http://schemas.microsoft.com/office/drawing/2014/main" id="{4A4A367D-0AA7-4E00-E901-D16DC22E9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447800"/>
            <a:ext cx="3263503" cy="4351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4FC3BA-F807-9C24-3D1D-363106D84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703" y="1515956"/>
            <a:ext cx="3315163" cy="141942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DE68759-4E0A-A37F-E37C-72A9C560B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703" y="3442866"/>
            <a:ext cx="3334215" cy="523948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EE7BAA3C-5378-14BC-992E-7804F82442BB}"/>
              </a:ext>
            </a:extLst>
          </p:cNvPr>
          <p:cNvGrpSpPr/>
          <p:nvPr/>
        </p:nvGrpSpPr>
        <p:grpSpPr>
          <a:xfrm>
            <a:off x="1979736" y="4520123"/>
            <a:ext cx="609600" cy="619510"/>
            <a:chOff x="2514600" y="3038088"/>
            <a:chExt cx="609600" cy="61951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7B4C9AF-6094-4A2E-EBFD-5635CAEE5129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84BF139-4D75-4764-0F5E-9E99661C484B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9" name="Right Arrow 5">
              <a:extLst>
                <a:ext uri="{FF2B5EF4-FFF2-40B4-BE49-F238E27FC236}">
                  <a16:creationId xmlns:a16="http://schemas.microsoft.com/office/drawing/2014/main" id="{A38F98E2-E17A-9A94-5F92-89AA636FD78E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95001EA-C868-7E2B-D90E-84DC87C07D8F}"/>
              </a:ext>
            </a:extLst>
          </p:cNvPr>
          <p:cNvGrpSpPr/>
          <p:nvPr/>
        </p:nvGrpSpPr>
        <p:grpSpPr>
          <a:xfrm>
            <a:off x="1979736" y="5159119"/>
            <a:ext cx="609600" cy="390912"/>
            <a:chOff x="2514600" y="3038088"/>
            <a:chExt cx="609600" cy="39091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CB48ACC-1540-2E97-2FDC-DDE818AB1438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E2C66CA-5EE8-2A05-4E04-C30815321916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3A4925-AC1C-0FC5-C486-63FEBDC72145}"/>
              </a:ext>
            </a:extLst>
          </p:cNvPr>
          <p:cNvGrpSpPr/>
          <p:nvPr/>
        </p:nvGrpSpPr>
        <p:grpSpPr>
          <a:xfrm>
            <a:off x="1972906" y="3881127"/>
            <a:ext cx="609600" cy="619510"/>
            <a:chOff x="2514600" y="3038088"/>
            <a:chExt cx="609600" cy="61951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3F909F5-A060-2402-828B-1376DA6DA9A1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2A6A7F4-B48F-3CFA-9CC5-877D33F23F70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6" name="Right Arrow 5">
              <a:extLst>
                <a:ext uri="{FF2B5EF4-FFF2-40B4-BE49-F238E27FC236}">
                  <a16:creationId xmlns:a16="http://schemas.microsoft.com/office/drawing/2014/main" id="{C72DB238-5334-1DE6-91FA-330C1EBC17B1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B20D027-9EA4-E7E5-8A73-B712CF69D336}"/>
              </a:ext>
            </a:extLst>
          </p:cNvPr>
          <p:cNvGrpSpPr/>
          <p:nvPr/>
        </p:nvGrpSpPr>
        <p:grpSpPr>
          <a:xfrm>
            <a:off x="1972905" y="3251168"/>
            <a:ext cx="609600" cy="619510"/>
            <a:chOff x="2514600" y="3038088"/>
            <a:chExt cx="609600" cy="61951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F0C226F-AADC-BD1F-AC3E-EFB5BD2922B2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5338915-8E77-E09B-44B5-7E96B0BC862C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50" name="Right Arrow 5">
              <a:extLst>
                <a:ext uri="{FF2B5EF4-FFF2-40B4-BE49-F238E27FC236}">
                  <a16:creationId xmlns:a16="http://schemas.microsoft.com/office/drawing/2014/main" id="{EDBE70A7-8506-FA54-CD27-9EAB68AD4B0F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0BC2F74-5B54-D84A-D5D6-6CBC2A36D637}"/>
              </a:ext>
            </a:extLst>
          </p:cNvPr>
          <p:cNvGrpSpPr/>
          <p:nvPr/>
        </p:nvGrpSpPr>
        <p:grpSpPr>
          <a:xfrm>
            <a:off x="1961403" y="2616253"/>
            <a:ext cx="609600" cy="619510"/>
            <a:chOff x="2514600" y="3038088"/>
            <a:chExt cx="609600" cy="61951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D07C9BB-FA5A-E44C-2C17-DF2C7BC91127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47C5072-C8F8-FB26-4948-6E43F238B499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54" name="Right Arrow 5">
              <a:extLst>
                <a:ext uri="{FF2B5EF4-FFF2-40B4-BE49-F238E27FC236}">
                  <a16:creationId xmlns:a16="http://schemas.microsoft.com/office/drawing/2014/main" id="{86EFE2A3-2ED8-CEF0-FBD8-7BE4CCC8E62A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D00917A-ED00-A8E7-3D2B-9B21EF4E34F7}"/>
              </a:ext>
            </a:extLst>
          </p:cNvPr>
          <p:cNvGrpSpPr/>
          <p:nvPr/>
        </p:nvGrpSpPr>
        <p:grpSpPr>
          <a:xfrm>
            <a:off x="1961402" y="1981776"/>
            <a:ext cx="609600" cy="619510"/>
            <a:chOff x="2514600" y="3038088"/>
            <a:chExt cx="609600" cy="61951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1F6FB8-3E73-D933-EF5D-2B48A1650D0E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9AE069B-EE3E-A0E1-ED84-04A14046F144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58" name="Right Arrow 5">
              <a:extLst>
                <a:ext uri="{FF2B5EF4-FFF2-40B4-BE49-F238E27FC236}">
                  <a16:creationId xmlns:a16="http://schemas.microsoft.com/office/drawing/2014/main" id="{4B9F6B26-3A23-4534-5E26-1E39EBDF9652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6313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95B3A-6793-1938-8D81-8B4CA600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9F70-8D23-2D44-B5D2-45058896F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Stacks (of pancakes)</a:t>
            </a:r>
          </a:p>
        </p:txBody>
      </p:sp>
      <p:pic>
        <p:nvPicPr>
          <p:cNvPr id="5" name="Content Placeholder 4" descr="A stack of pancakes on a cutting board&#10;&#10;AI-generated content may be incorrect.">
            <a:extLst>
              <a:ext uri="{FF2B5EF4-FFF2-40B4-BE49-F238E27FC236}">
                <a16:creationId xmlns:a16="http://schemas.microsoft.com/office/drawing/2014/main" id="{1CAFC42F-1288-399C-503B-68E26FCDD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447800"/>
            <a:ext cx="3263503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0B9C1B-A3DC-1AA9-2120-7BA1A4E43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689" y="1690117"/>
            <a:ext cx="3343742" cy="100026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EA2B7E4-2BA3-5BE5-9A53-92C67B243ADE}"/>
              </a:ext>
            </a:extLst>
          </p:cNvPr>
          <p:cNvGrpSpPr/>
          <p:nvPr/>
        </p:nvGrpSpPr>
        <p:grpSpPr>
          <a:xfrm>
            <a:off x="1979736" y="4520123"/>
            <a:ext cx="609600" cy="619510"/>
            <a:chOff x="2514600" y="3038088"/>
            <a:chExt cx="609600" cy="6195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B9587C-116E-846D-BC26-E4BFC19063F6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8D9E2C-7F65-374A-1B58-02E71DCBF2C1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" name="Right Arrow 5">
              <a:extLst>
                <a:ext uri="{FF2B5EF4-FFF2-40B4-BE49-F238E27FC236}">
                  <a16:creationId xmlns:a16="http://schemas.microsoft.com/office/drawing/2014/main" id="{195C2A5F-1EC1-B5C1-4ACF-4B4EC8E34CA7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071C2D-3DF8-5B91-4037-CF66C11C6CE6}"/>
              </a:ext>
            </a:extLst>
          </p:cNvPr>
          <p:cNvGrpSpPr/>
          <p:nvPr/>
        </p:nvGrpSpPr>
        <p:grpSpPr>
          <a:xfrm>
            <a:off x="1885202" y="1693279"/>
            <a:ext cx="762000" cy="557842"/>
            <a:chOff x="2438399" y="2185358"/>
            <a:chExt cx="762000" cy="55784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F1D44-2D37-B010-920D-183110E8986D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3DF36C-13AA-DC32-ED14-916D348211A4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F9EC92-FA30-352C-8A6B-AF7FCB79EDD8}"/>
              </a:ext>
            </a:extLst>
          </p:cNvPr>
          <p:cNvGrpSpPr/>
          <p:nvPr/>
        </p:nvGrpSpPr>
        <p:grpSpPr>
          <a:xfrm>
            <a:off x="1979736" y="5159119"/>
            <a:ext cx="609600" cy="390912"/>
            <a:chOff x="2514600" y="3038088"/>
            <a:chExt cx="609600" cy="39091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359045-569F-2A64-079E-CE1F8C6610E4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87AE82-7FC7-4702-138A-68D1C43B76DA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B4D7FD1-F6F7-9CCE-141D-8D46C58A8704}"/>
              </a:ext>
            </a:extLst>
          </p:cNvPr>
          <p:cNvGrpSpPr/>
          <p:nvPr/>
        </p:nvGrpSpPr>
        <p:grpSpPr>
          <a:xfrm>
            <a:off x="1972906" y="3881127"/>
            <a:ext cx="609600" cy="619510"/>
            <a:chOff x="2514600" y="3038088"/>
            <a:chExt cx="609600" cy="61951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EA287-7E45-F653-3461-96189249C991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08BFEF-1ECD-E213-2837-23A25B3B36EF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1" name="Right Arrow 5">
              <a:extLst>
                <a:ext uri="{FF2B5EF4-FFF2-40B4-BE49-F238E27FC236}">
                  <a16:creationId xmlns:a16="http://schemas.microsoft.com/office/drawing/2014/main" id="{D18F21B6-2E19-7E23-D07D-0EAA0831BD19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BB1DA0-D9D6-15E0-8FE3-438A4362E251}"/>
              </a:ext>
            </a:extLst>
          </p:cNvPr>
          <p:cNvGrpSpPr/>
          <p:nvPr/>
        </p:nvGrpSpPr>
        <p:grpSpPr>
          <a:xfrm>
            <a:off x="1972905" y="3251168"/>
            <a:ext cx="609600" cy="619510"/>
            <a:chOff x="2514600" y="3038088"/>
            <a:chExt cx="609600" cy="61951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C94841-AF03-57EA-C52E-D7647AF2A30D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3EB88FE-64A8-BEBE-2732-A6E398414BD8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5" name="Right Arrow 5">
              <a:extLst>
                <a:ext uri="{FF2B5EF4-FFF2-40B4-BE49-F238E27FC236}">
                  <a16:creationId xmlns:a16="http://schemas.microsoft.com/office/drawing/2014/main" id="{40EBBEB4-2CE4-14DF-849D-151A85C61727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76264D-3917-0F59-BCF9-2B3E292F585E}"/>
              </a:ext>
            </a:extLst>
          </p:cNvPr>
          <p:cNvGrpSpPr/>
          <p:nvPr/>
        </p:nvGrpSpPr>
        <p:grpSpPr>
          <a:xfrm>
            <a:off x="1961403" y="2616253"/>
            <a:ext cx="609600" cy="619510"/>
            <a:chOff x="2514600" y="3038088"/>
            <a:chExt cx="609600" cy="61951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F890B5B-4D0A-C800-A72B-079EAB4A246C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A8D7247-8D1C-4686-2E42-AC148F449C62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9" name="Right Arrow 5">
              <a:extLst>
                <a:ext uri="{FF2B5EF4-FFF2-40B4-BE49-F238E27FC236}">
                  <a16:creationId xmlns:a16="http://schemas.microsoft.com/office/drawing/2014/main" id="{6367E4F9-D513-7F2C-B49B-CF656A23131A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838C95-F2A8-F000-F392-0CF4912EFBC5}"/>
              </a:ext>
            </a:extLst>
          </p:cNvPr>
          <p:cNvCxnSpPr>
            <a:cxnSpLocks/>
            <a:stCxn id="12" idx="4"/>
            <a:endCxn id="27" idx="0"/>
          </p:cNvCxnSpPr>
          <p:nvPr/>
        </p:nvCxnSpPr>
        <p:spPr>
          <a:xfrm>
            <a:off x="2266202" y="2251121"/>
            <a:ext cx="1" cy="36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D0F34FD-7383-9AB7-BFB4-0240B8D317CD}"/>
              </a:ext>
            </a:extLst>
          </p:cNvPr>
          <p:cNvGrpSpPr/>
          <p:nvPr/>
        </p:nvGrpSpPr>
        <p:grpSpPr>
          <a:xfrm>
            <a:off x="2589335" y="2497165"/>
            <a:ext cx="762000" cy="431580"/>
            <a:chOff x="2589335" y="2497165"/>
            <a:chExt cx="762000" cy="431580"/>
          </a:xfrm>
        </p:grpSpPr>
        <p:sp>
          <p:nvSpPr>
            <p:cNvPr id="34" name="Arrow: Left 33">
              <a:extLst>
                <a:ext uri="{FF2B5EF4-FFF2-40B4-BE49-F238E27FC236}">
                  <a16:creationId xmlns:a16="http://schemas.microsoft.com/office/drawing/2014/main" id="{D6669479-E0C0-A8F0-23DB-15A66E2A1D53}"/>
                </a:ext>
              </a:extLst>
            </p:cNvPr>
            <p:cNvSpPr/>
            <p:nvPr/>
          </p:nvSpPr>
          <p:spPr>
            <a:xfrm>
              <a:off x="2645025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62E6E39-6AB7-91CC-0764-EEA8ADA1F47B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466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6DCD6-1101-F89A-9D27-1255232B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FB59-253A-D760-1BA7-127D893F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Queues (of people)</a:t>
            </a:r>
          </a:p>
        </p:txBody>
      </p:sp>
      <p:pic>
        <p:nvPicPr>
          <p:cNvPr id="38" name="Picture 37" descr="A line of people standing in line&#10;&#10;AI-generated content may be incorrect.">
            <a:extLst>
              <a:ext uri="{FF2B5EF4-FFF2-40B4-BE49-F238E27FC236}">
                <a16:creationId xmlns:a16="http://schemas.microsoft.com/office/drawing/2014/main" id="{A308A49F-CCD5-5FFA-D088-996CF056D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1" y="1828800"/>
            <a:ext cx="3962400" cy="39624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25663AD1-7F0F-5C21-2A29-DEC1669A3A84}"/>
              </a:ext>
            </a:extLst>
          </p:cNvPr>
          <p:cNvGrpSpPr/>
          <p:nvPr/>
        </p:nvGrpSpPr>
        <p:grpSpPr>
          <a:xfrm>
            <a:off x="1371600" y="4114800"/>
            <a:ext cx="762000" cy="557842"/>
            <a:chOff x="2438399" y="2185358"/>
            <a:chExt cx="762000" cy="55784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85CCB4A-0BDA-B86C-F151-3F876A06EFAD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AD3287C-CE02-DF84-9541-ACFD996C1F98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BDA6B1-5A62-7D5C-1E42-D684B9E538C1}"/>
              </a:ext>
            </a:extLst>
          </p:cNvPr>
          <p:cNvGrpSpPr/>
          <p:nvPr/>
        </p:nvGrpSpPr>
        <p:grpSpPr>
          <a:xfrm>
            <a:off x="2386670" y="4331142"/>
            <a:ext cx="470831" cy="367167"/>
            <a:chOff x="2358889" y="2253878"/>
            <a:chExt cx="470831" cy="39646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3A330D-7031-7414-742F-7FA878D4729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F08E047-B356-59AC-71E7-8371BC1B6FA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077A6ED1-B620-A767-244D-13262B88A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0530"/>
            <a:ext cx="10020300" cy="5041669"/>
          </a:xfrm>
        </p:spPr>
        <p:txBody>
          <a:bodyPr/>
          <a:lstStyle/>
          <a:p>
            <a:r>
              <a:rPr lang="en-SG" dirty="0"/>
              <a:t>First-In, First-Out (FIFO)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5C4D5C-0D29-D299-9C9A-ADABE70B9CF4}"/>
              </a:ext>
            </a:extLst>
          </p:cNvPr>
          <p:cNvCxnSpPr>
            <a:stCxn id="40" idx="6"/>
            <a:endCxn id="43" idx="1"/>
          </p:cNvCxnSpPr>
          <p:nvPr/>
        </p:nvCxnSpPr>
        <p:spPr>
          <a:xfrm flipV="1">
            <a:off x="1905000" y="4517298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ight Arrow 5">
            <a:extLst>
              <a:ext uri="{FF2B5EF4-FFF2-40B4-BE49-F238E27FC236}">
                <a16:creationId xmlns:a16="http://schemas.microsoft.com/office/drawing/2014/main" id="{B108FC05-A6BA-FCA2-758B-2F0756B51E5A}"/>
              </a:ext>
            </a:extLst>
          </p:cNvPr>
          <p:cNvSpPr/>
          <p:nvPr/>
        </p:nvSpPr>
        <p:spPr>
          <a:xfrm>
            <a:off x="2809082" y="440594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E0C4CE2-CC45-F8FC-AE76-DEC32629289A}"/>
              </a:ext>
            </a:extLst>
          </p:cNvPr>
          <p:cNvGrpSpPr/>
          <p:nvPr/>
        </p:nvGrpSpPr>
        <p:grpSpPr>
          <a:xfrm>
            <a:off x="3113881" y="4333714"/>
            <a:ext cx="470831" cy="367167"/>
            <a:chOff x="2358889" y="2253878"/>
            <a:chExt cx="470831" cy="39646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3559861-090A-2E24-FA5B-23241644555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BF14E13-24A4-6BE9-A136-555AA947B03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52" name="Right Arrow 5">
            <a:extLst>
              <a:ext uri="{FF2B5EF4-FFF2-40B4-BE49-F238E27FC236}">
                <a16:creationId xmlns:a16="http://schemas.microsoft.com/office/drawing/2014/main" id="{D2FC177E-20D6-6F93-E420-6097340939AF}"/>
              </a:ext>
            </a:extLst>
          </p:cNvPr>
          <p:cNvSpPr/>
          <p:nvPr/>
        </p:nvSpPr>
        <p:spPr>
          <a:xfrm>
            <a:off x="3536293" y="4408517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C5B31E2-17F8-3334-C206-EEC786B2ADC2}"/>
              </a:ext>
            </a:extLst>
          </p:cNvPr>
          <p:cNvGrpSpPr/>
          <p:nvPr/>
        </p:nvGrpSpPr>
        <p:grpSpPr>
          <a:xfrm>
            <a:off x="3845241" y="4331142"/>
            <a:ext cx="470831" cy="367167"/>
            <a:chOff x="2358889" y="2253878"/>
            <a:chExt cx="470831" cy="39646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C74D088-1BB0-D651-2C69-AFDED40409D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5B45C72-620C-4A21-E778-3E93CEF0A4B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4" name="Right Arrow 5">
            <a:extLst>
              <a:ext uri="{FF2B5EF4-FFF2-40B4-BE49-F238E27FC236}">
                <a16:creationId xmlns:a16="http://schemas.microsoft.com/office/drawing/2014/main" id="{00AC06C9-0680-E689-8B63-417C68CE406E}"/>
              </a:ext>
            </a:extLst>
          </p:cNvPr>
          <p:cNvSpPr/>
          <p:nvPr/>
        </p:nvSpPr>
        <p:spPr>
          <a:xfrm>
            <a:off x="4267653" y="440594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B1EA80A-64E5-FC1D-B333-3CD985980266}"/>
              </a:ext>
            </a:extLst>
          </p:cNvPr>
          <p:cNvGrpSpPr/>
          <p:nvPr/>
        </p:nvGrpSpPr>
        <p:grpSpPr>
          <a:xfrm>
            <a:off x="4576601" y="4328570"/>
            <a:ext cx="470831" cy="367167"/>
            <a:chOff x="2358889" y="2253878"/>
            <a:chExt cx="470831" cy="396468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415D87A-F332-DA1D-684C-A76A9C156D1D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73D0F68-96D9-DCF3-567D-8556BCDAD1BF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8" name="Right Arrow 5">
            <a:extLst>
              <a:ext uri="{FF2B5EF4-FFF2-40B4-BE49-F238E27FC236}">
                <a16:creationId xmlns:a16="http://schemas.microsoft.com/office/drawing/2014/main" id="{D5187E0C-87A4-8DE6-2FB9-71903FACB111}"/>
              </a:ext>
            </a:extLst>
          </p:cNvPr>
          <p:cNvSpPr/>
          <p:nvPr/>
        </p:nvSpPr>
        <p:spPr>
          <a:xfrm>
            <a:off x="4999013" y="4403373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FDE6159-9083-B465-E86B-0A537D9C21E6}"/>
              </a:ext>
            </a:extLst>
          </p:cNvPr>
          <p:cNvGrpSpPr/>
          <p:nvPr/>
        </p:nvGrpSpPr>
        <p:grpSpPr>
          <a:xfrm>
            <a:off x="5307961" y="4325998"/>
            <a:ext cx="470831" cy="367167"/>
            <a:chOff x="2358889" y="2253878"/>
            <a:chExt cx="470831" cy="39646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155278E-DFE7-CE87-7177-ADED0F24D26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9071056-4A8E-F89B-EB5C-A43987E557AC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322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7F182-5118-DCD4-0027-F64B96D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AF2E-747A-501B-684E-778C054D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Queues (of people)</a:t>
            </a:r>
          </a:p>
        </p:txBody>
      </p:sp>
      <p:pic>
        <p:nvPicPr>
          <p:cNvPr id="38" name="Picture 37" descr="A line of people standing in line&#10;&#10;AI-generated content may be incorrect.">
            <a:extLst>
              <a:ext uri="{FF2B5EF4-FFF2-40B4-BE49-F238E27FC236}">
                <a16:creationId xmlns:a16="http://schemas.microsoft.com/office/drawing/2014/main" id="{50D6BCB6-B835-C7FD-53F3-6118CA3A2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1" y="1828800"/>
            <a:ext cx="3962400" cy="39624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E08E918-072A-2E2A-1793-3D7B43F604E1}"/>
              </a:ext>
            </a:extLst>
          </p:cNvPr>
          <p:cNvGrpSpPr/>
          <p:nvPr/>
        </p:nvGrpSpPr>
        <p:grpSpPr>
          <a:xfrm>
            <a:off x="1371600" y="4114800"/>
            <a:ext cx="762000" cy="557842"/>
            <a:chOff x="2438399" y="2185358"/>
            <a:chExt cx="762000" cy="55784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597E19A-773D-6D91-D380-930F5F280A47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C456272-9E8A-A9BD-1EF9-3966523A3287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C4331BA-9057-44E2-CB18-7995E1517543}"/>
              </a:ext>
            </a:extLst>
          </p:cNvPr>
          <p:cNvGrpSpPr/>
          <p:nvPr/>
        </p:nvGrpSpPr>
        <p:grpSpPr>
          <a:xfrm>
            <a:off x="2386670" y="4331142"/>
            <a:ext cx="470831" cy="367167"/>
            <a:chOff x="2358889" y="2253878"/>
            <a:chExt cx="470831" cy="39646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8675C2B-0B1E-DD72-9A44-4B1673588BA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3B27737-F7B3-AC70-DC47-95C8D3E67D9F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7385FB5-7444-69CF-2BF8-70DDB00FD0EE}"/>
              </a:ext>
            </a:extLst>
          </p:cNvPr>
          <p:cNvCxnSpPr>
            <a:stCxn id="40" idx="6"/>
            <a:endCxn id="43" idx="1"/>
          </p:cNvCxnSpPr>
          <p:nvPr/>
        </p:nvCxnSpPr>
        <p:spPr>
          <a:xfrm flipV="1">
            <a:off x="1905000" y="4517298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ight Arrow 5">
            <a:extLst>
              <a:ext uri="{FF2B5EF4-FFF2-40B4-BE49-F238E27FC236}">
                <a16:creationId xmlns:a16="http://schemas.microsoft.com/office/drawing/2014/main" id="{9F9FCCB4-0FCF-1FD5-19BC-E4F510E5914F}"/>
              </a:ext>
            </a:extLst>
          </p:cNvPr>
          <p:cNvSpPr/>
          <p:nvPr/>
        </p:nvSpPr>
        <p:spPr>
          <a:xfrm>
            <a:off x="2809082" y="440594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EE0A2EA-CD8C-E127-7986-C538A5B1DB2B}"/>
              </a:ext>
            </a:extLst>
          </p:cNvPr>
          <p:cNvGrpSpPr/>
          <p:nvPr/>
        </p:nvGrpSpPr>
        <p:grpSpPr>
          <a:xfrm>
            <a:off x="3113881" y="4333714"/>
            <a:ext cx="470831" cy="367167"/>
            <a:chOff x="2358889" y="2253878"/>
            <a:chExt cx="470831" cy="39646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58D0C5-4A34-7A56-6F53-B7727EB36E3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2C7C8D5-E35B-802C-CCB7-081CF20988E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52" name="Right Arrow 5">
            <a:extLst>
              <a:ext uri="{FF2B5EF4-FFF2-40B4-BE49-F238E27FC236}">
                <a16:creationId xmlns:a16="http://schemas.microsoft.com/office/drawing/2014/main" id="{D42EDAF1-7EEE-B9DB-2723-EA8C4EDD92B8}"/>
              </a:ext>
            </a:extLst>
          </p:cNvPr>
          <p:cNvSpPr/>
          <p:nvPr/>
        </p:nvSpPr>
        <p:spPr>
          <a:xfrm>
            <a:off x="3536293" y="4408517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2738336-E928-BAB1-5C46-7FF32419438E}"/>
              </a:ext>
            </a:extLst>
          </p:cNvPr>
          <p:cNvGrpSpPr/>
          <p:nvPr/>
        </p:nvGrpSpPr>
        <p:grpSpPr>
          <a:xfrm>
            <a:off x="3845241" y="4331142"/>
            <a:ext cx="470831" cy="367167"/>
            <a:chOff x="2358889" y="2253878"/>
            <a:chExt cx="470831" cy="39646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0312D92-81CD-688E-DC17-AA3DFB66FE5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BE6A333-CCE2-9739-4A2B-B8FE50AE88C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4" name="Right Arrow 5">
            <a:extLst>
              <a:ext uri="{FF2B5EF4-FFF2-40B4-BE49-F238E27FC236}">
                <a16:creationId xmlns:a16="http://schemas.microsoft.com/office/drawing/2014/main" id="{E0A33B03-B136-C3CB-18C2-D9529CEECBFA}"/>
              </a:ext>
            </a:extLst>
          </p:cNvPr>
          <p:cNvSpPr/>
          <p:nvPr/>
        </p:nvSpPr>
        <p:spPr>
          <a:xfrm>
            <a:off x="4267653" y="440594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6871B91-1C98-0344-18E9-83C785A4C879}"/>
              </a:ext>
            </a:extLst>
          </p:cNvPr>
          <p:cNvGrpSpPr/>
          <p:nvPr/>
        </p:nvGrpSpPr>
        <p:grpSpPr>
          <a:xfrm>
            <a:off x="4576601" y="4328570"/>
            <a:ext cx="470831" cy="367167"/>
            <a:chOff x="2358889" y="2253878"/>
            <a:chExt cx="470831" cy="396468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6A65BCF-16D5-5A02-1D98-E39941BEE04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B5CC347-2E15-60BD-7D49-3E15F8C38B1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8" name="Right Arrow 5">
            <a:extLst>
              <a:ext uri="{FF2B5EF4-FFF2-40B4-BE49-F238E27FC236}">
                <a16:creationId xmlns:a16="http://schemas.microsoft.com/office/drawing/2014/main" id="{EE2E7C2C-B436-A948-05AB-3787701012C3}"/>
              </a:ext>
            </a:extLst>
          </p:cNvPr>
          <p:cNvSpPr/>
          <p:nvPr/>
        </p:nvSpPr>
        <p:spPr>
          <a:xfrm>
            <a:off x="4999013" y="4403373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766C39B-3F72-2190-5E4E-345EAC7C955B}"/>
              </a:ext>
            </a:extLst>
          </p:cNvPr>
          <p:cNvGrpSpPr/>
          <p:nvPr/>
        </p:nvGrpSpPr>
        <p:grpSpPr>
          <a:xfrm>
            <a:off x="5307961" y="4325998"/>
            <a:ext cx="470831" cy="367167"/>
            <a:chOff x="2358889" y="2253878"/>
            <a:chExt cx="470831" cy="39646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2941D88-B651-4715-DAAE-CF1ED31CE82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AF54DD4-DF89-E245-6B3A-57E68A04CEE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B235F7E-31BF-2234-D8ED-686D2D3F0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780" y="1887073"/>
            <a:ext cx="3477110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3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98C8E-105F-E64E-450A-E912C469A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FB9D-5DC7-479E-4E72-E703072E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Queues (of people)</a:t>
            </a:r>
          </a:p>
        </p:txBody>
      </p:sp>
      <p:pic>
        <p:nvPicPr>
          <p:cNvPr id="38" name="Picture 37" descr="A line of people standing in line&#10;&#10;AI-generated content may be incorrect.">
            <a:extLst>
              <a:ext uri="{FF2B5EF4-FFF2-40B4-BE49-F238E27FC236}">
                <a16:creationId xmlns:a16="http://schemas.microsoft.com/office/drawing/2014/main" id="{4433F84D-388A-2630-69C3-B467131F7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1" y="1828800"/>
            <a:ext cx="3962400" cy="396240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0AE06160-E31B-76B1-FA64-D4968F7A5801}"/>
              </a:ext>
            </a:extLst>
          </p:cNvPr>
          <p:cNvGrpSpPr/>
          <p:nvPr/>
        </p:nvGrpSpPr>
        <p:grpSpPr>
          <a:xfrm>
            <a:off x="2386670" y="4331142"/>
            <a:ext cx="470831" cy="367167"/>
            <a:chOff x="2358889" y="2253878"/>
            <a:chExt cx="470831" cy="39646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4F05E56-99D4-688E-59DE-E8FA53EE8E3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33446F9-DF8E-3097-DCD2-9E5D5C14CE2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8" name="Right Arrow 5">
            <a:extLst>
              <a:ext uri="{FF2B5EF4-FFF2-40B4-BE49-F238E27FC236}">
                <a16:creationId xmlns:a16="http://schemas.microsoft.com/office/drawing/2014/main" id="{65360C7D-588D-4E3B-D29F-AFD4D0738D69}"/>
              </a:ext>
            </a:extLst>
          </p:cNvPr>
          <p:cNvSpPr/>
          <p:nvPr/>
        </p:nvSpPr>
        <p:spPr>
          <a:xfrm>
            <a:off x="2809082" y="440594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27AC43-1AFA-EC70-D7F0-883E2E61CC36}"/>
              </a:ext>
            </a:extLst>
          </p:cNvPr>
          <p:cNvGrpSpPr/>
          <p:nvPr/>
        </p:nvGrpSpPr>
        <p:grpSpPr>
          <a:xfrm>
            <a:off x="3113881" y="4333714"/>
            <a:ext cx="470831" cy="367167"/>
            <a:chOff x="2358889" y="2253878"/>
            <a:chExt cx="470831" cy="39646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077C075-92B7-281B-05E4-EA3F560F425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17FB47B-A721-3F80-E9F1-BD9C80F37BA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52" name="Right Arrow 5">
            <a:extLst>
              <a:ext uri="{FF2B5EF4-FFF2-40B4-BE49-F238E27FC236}">
                <a16:creationId xmlns:a16="http://schemas.microsoft.com/office/drawing/2014/main" id="{982E97CC-CAE5-3B95-76F1-6E15A6B2D935}"/>
              </a:ext>
            </a:extLst>
          </p:cNvPr>
          <p:cNvSpPr/>
          <p:nvPr/>
        </p:nvSpPr>
        <p:spPr>
          <a:xfrm>
            <a:off x="3536293" y="4408517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F09553A-D87B-7666-C337-DF9DBE0A7B3A}"/>
              </a:ext>
            </a:extLst>
          </p:cNvPr>
          <p:cNvGrpSpPr/>
          <p:nvPr/>
        </p:nvGrpSpPr>
        <p:grpSpPr>
          <a:xfrm>
            <a:off x="3845241" y="4331142"/>
            <a:ext cx="470831" cy="367167"/>
            <a:chOff x="2358889" y="2253878"/>
            <a:chExt cx="470831" cy="39646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D87A900-9C16-DB61-8B87-6404D4757DD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AC3D98E-F480-4850-F9A9-6303A0D2D84E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4" name="Right Arrow 5">
            <a:extLst>
              <a:ext uri="{FF2B5EF4-FFF2-40B4-BE49-F238E27FC236}">
                <a16:creationId xmlns:a16="http://schemas.microsoft.com/office/drawing/2014/main" id="{3F4820B4-F8FF-27AC-4C45-D664507B4791}"/>
              </a:ext>
            </a:extLst>
          </p:cNvPr>
          <p:cNvSpPr/>
          <p:nvPr/>
        </p:nvSpPr>
        <p:spPr>
          <a:xfrm>
            <a:off x="4267653" y="440594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16C8948-9A53-7860-9B9E-4C825187C5FC}"/>
              </a:ext>
            </a:extLst>
          </p:cNvPr>
          <p:cNvGrpSpPr/>
          <p:nvPr/>
        </p:nvGrpSpPr>
        <p:grpSpPr>
          <a:xfrm>
            <a:off x="4576601" y="4328570"/>
            <a:ext cx="470831" cy="367167"/>
            <a:chOff x="2358889" y="2253878"/>
            <a:chExt cx="470831" cy="396468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3452C2D-BA4F-36B6-A2F4-AD688E20353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E22A004-FFE1-EFCA-9E71-636FC68EB03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8" name="Right Arrow 5">
            <a:extLst>
              <a:ext uri="{FF2B5EF4-FFF2-40B4-BE49-F238E27FC236}">
                <a16:creationId xmlns:a16="http://schemas.microsoft.com/office/drawing/2014/main" id="{362C2534-D765-7C0C-1280-C4F008272E36}"/>
              </a:ext>
            </a:extLst>
          </p:cNvPr>
          <p:cNvSpPr/>
          <p:nvPr/>
        </p:nvSpPr>
        <p:spPr>
          <a:xfrm>
            <a:off x="4999013" y="4403373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8AA3FB8-7B97-5BC0-60FB-109BC410D5ED}"/>
              </a:ext>
            </a:extLst>
          </p:cNvPr>
          <p:cNvGrpSpPr/>
          <p:nvPr/>
        </p:nvGrpSpPr>
        <p:grpSpPr>
          <a:xfrm>
            <a:off x="5307961" y="4325998"/>
            <a:ext cx="470831" cy="367167"/>
            <a:chOff x="2358889" y="2253878"/>
            <a:chExt cx="470831" cy="39646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2396B33-7448-6074-EC61-AAC86F604CA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59B4F13-04BC-7DA2-6B75-C404A0D3A37D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9D89F02-2642-B833-C208-DF45B0BA3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218" y="2012007"/>
            <a:ext cx="4982270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64" grpId="0" animBg="1"/>
      <p:bldP spid="6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4780-FCB5-0019-9350-EF5C49C3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D65C-078F-9688-7EBE-92483166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Queues (of people)</a:t>
            </a:r>
          </a:p>
        </p:txBody>
      </p:sp>
      <p:pic>
        <p:nvPicPr>
          <p:cNvPr id="38" name="Picture 37" descr="A line of people standing in line&#10;&#10;AI-generated content may be incorrect.">
            <a:extLst>
              <a:ext uri="{FF2B5EF4-FFF2-40B4-BE49-F238E27FC236}">
                <a16:creationId xmlns:a16="http://schemas.microsoft.com/office/drawing/2014/main" id="{DCE7FD3C-2B2B-6D5C-AEFE-7C4030A79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1" y="1828800"/>
            <a:ext cx="3962400" cy="396240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523DC06A-274C-B00D-03CF-E12BD5FA75D8}"/>
              </a:ext>
            </a:extLst>
          </p:cNvPr>
          <p:cNvGrpSpPr/>
          <p:nvPr/>
        </p:nvGrpSpPr>
        <p:grpSpPr>
          <a:xfrm>
            <a:off x="2386670" y="4331142"/>
            <a:ext cx="470831" cy="367167"/>
            <a:chOff x="2358889" y="2253878"/>
            <a:chExt cx="470831" cy="39646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99CBBDA-69F8-925E-6840-FB231235FAE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B97FFA6-F06B-B8C5-D0B7-E4ADC6CD248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8" name="Right Arrow 5">
            <a:extLst>
              <a:ext uri="{FF2B5EF4-FFF2-40B4-BE49-F238E27FC236}">
                <a16:creationId xmlns:a16="http://schemas.microsoft.com/office/drawing/2014/main" id="{AFA87B74-C440-6CAA-CAA8-6A9F49CEAF30}"/>
              </a:ext>
            </a:extLst>
          </p:cNvPr>
          <p:cNvSpPr/>
          <p:nvPr/>
        </p:nvSpPr>
        <p:spPr>
          <a:xfrm>
            <a:off x="2809082" y="440594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1AC0653-02F5-ADC3-7FEF-22A2DE503440}"/>
              </a:ext>
            </a:extLst>
          </p:cNvPr>
          <p:cNvGrpSpPr/>
          <p:nvPr/>
        </p:nvGrpSpPr>
        <p:grpSpPr>
          <a:xfrm>
            <a:off x="3113881" y="4333714"/>
            <a:ext cx="470831" cy="367167"/>
            <a:chOff x="2358889" y="2253878"/>
            <a:chExt cx="470831" cy="39646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8F95AE8-5E6C-5895-CB93-D0E2353B3A8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C4C8247-4DD6-8BD3-9E80-5048DF128201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52" name="Right Arrow 5">
            <a:extLst>
              <a:ext uri="{FF2B5EF4-FFF2-40B4-BE49-F238E27FC236}">
                <a16:creationId xmlns:a16="http://schemas.microsoft.com/office/drawing/2014/main" id="{46B89829-6E59-EE27-BBA2-9381C420DB34}"/>
              </a:ext>
            </a:extLst>
          </p:cNvPr>
          <p:cNvSpPr/>
          <p:nvPr/>
        </p:nvSpPr>
        <p:spPr>
          <a:xfrm>
            <a:off x="3536293" y="4408517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A6F1A9E-1C48-66D2-716D-A327CCFF6ED9}"/>
              </a:ext>
            </a:extLst>
          </p:cNvPr>
          <p:cNvGrpSpPr/>
          <p:nvPr/>
        </p:nvGrpSpPr>
        <p:grpSpPr>
          <a:xfrm>
            <a:off x="3845241" y="4331142"/>
            <a:ext cx="470831" cy="367167"/>
            <a:chOff x="2358889" y="2253878"/>
            <a:chExt cx="470831" cy="39646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FE301DB-3D3B-985B-3570-02B81F40E58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9798537-3603-373B-88E8-BED678A04634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4" name="Right Arrow 5">
            <a:extLst>
              <a:ext uri="{FF2B5EF4-FFF2-40B4-BE49-F238E27FC236}">
                <a16:creationId xmlns:a16="http://schemas.microsoft.com/office/drawing/2014/main" id="{2479FC8B-C54A-3472-96EC-9CF8DC162625}"/>
              </a:ext>
            </a:extLst>
          </p:cNvPr>
          <p:cNvSpPr/>
          <p:nvPr/>
        </p:nvSpPr>
        <p:spPr>
          <a:xfrm>
            <a:off x="4267653" y="440594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4F2E405-74E1-FC27-E4B5-7E24BCB7CE82}"/>
              </a:ext>
            </a:extLst>
          </p:cNvPr>
          <p:cNvGrpSpPr/>
          <p:nvPr/>
        </p:nvGrpSpPr>
        <p:grpSpPr>
          <a:xfrm>
            <a:off x="4576601" y="4328570"/>
            <a:ext cx="470831" cy="367167"/>
            <a:chOff x="2358889" y="2253878"/>
            <a:chExt cx="470831" cy="396468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BA48747-88DA-ACA2-0754-0F6B7811D92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AD343BE-EFBD-60FA-A12A-1865A53A918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8" name="Right Arrow 5">
            <a:extLst>
              <a:ext uri="{FF2B5EF4-FFF2-40B4-BE49-F238E27FC236}">
                <a16:creationId xmlns:a16="http://schemas.microsoft.com/office/drawing/2014/main" id="{B82CBB10-0A37-78C6-F2B1-0C73861D93A9}"/>
              </a:ext>
            </a:extLst>
          </p:cNvPr>
          <p:cNvSpPr/>
          <p:nvPr/>
        </p:nvSpPr>
        <p:spPr>
          <a:xfrm>
            <a:off x="4999013" y="4403373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F09B4E-AA25-2B53-E3E3-E4ECAAE93D26}"/>
              </a:ext>
            </a:extLst>
          </p:cNvPr>
          <p:cNvGrpSpPr/>
          <p:nvPr/>
        </p:nvGrpSpPr>
        <p:grpSpPr>
          <a:xfrm>
            <a:off x="5307961" y="4325998"/>
            <a:ext cx="470831" cy="367167"/>
            <a:chOff x="2358889" y="2253878"/>
            <a:chExt cx="470831" cy="39646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B1CC042-12B8-0F88-4A7B-6D9EFEC449E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DCB9461-6037-0177-4953-AB6C583B4B1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6FF33AA-AB91-4BB3-87F3-407BC844F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131" y="1371600"/>
            <a:ext cx="3315163" cy="1352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B0906-62B6-5824-FADB-62D774762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726" y="2933631"/>
            <a:ext cx="3362794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8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2" grpId="0" animBg="1"/>
      <p:bldP spid="6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020A-7174-BFEC-F363-DE8E5A29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8CEEF4F-8F18-4374-00BC-721DC50E24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619797"/>
              </p:ext>
            </p:extLst>
          </p:nvPr>
        </p:nvGraphicFramePr>
        <p:xfrm>
          <a:off x="2419350" y="2244725"/>
          <a:ext cx="7353300" cy="1728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540078348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601721682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 algn="ctr"/>
                      <a:r>
                        <a:rPr lang="en-SG" sz="3200" dirty="0"/>
                        <a:t>Stacks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3200" dirty="0"/>
                        <a:t>Queues</a:t>
                      </a:r>
                      <a:endParaRPr lang="en-SG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186428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r>
                        <a:rPr lang="en-SG" dirty="0"/>
                        <a:t>Last-In, First-Out (LIFO)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First-In, First-Out (FIFO)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144356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r>
                        <a:rPr lang="en-SG" dirty="0"/>
                        <a:t>push() and pop()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enqueue() and dequeue()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917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8124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BD78E2-8F60-4FE9-AB92-C50D665E75DF}"/>
              </a:ext>
            </a:extLst>
          </p:cNvPr>
          <p:cNvSpPr/>
          <p:nvPr/>
        </p:nvSpPr>
        <p:spPr>
          <a:xfrm>
            <a:off x="1295400" y="919669"/>
            <a:ext cx="9601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SG" dirty="0"/>
          </a:p>
          <a:p>
            <a:r>
              <a:rPr lang="en-SG" dirty="0"/>
              <a:t> </a:t>
            </a:r>
          </a:p>
          <a:p>
            <a:r>
              <a:rPr lang="en-SG" dirty="0"/>
              <a:t>1. Write a function </a:t>
            </a:r>
            <a:r>
              <a:rPr lang="en-SG" dirty="0" err="1"/>
              <a:t>removeUntil</a:t>
            </a:r>
            <a:r>
              <a:rPr lang="en-SG" dirty="0"/>
              <a:t>() that removes all values from a stack of integers until but not including the first occurrence of a given value. The function accepts two parameters: a reference to the stack and the value to stop at. The function definition is as follows: </a:t>
            </a:r>
          </a:p>
          <a:p>
            <a:endParaRPr lang="en-SG" dirty="0"/>
          </a:p>
          <a:p>
            <a:r>
              <a:rPr lang="en-SG" dirty="0"/>
              <a:t>	def </a:t>
            </a:r>
            <a:r>
              <a:rPr lang="en-SG" dirty="0" err="1"/>
              <a:t>removeUntil</a:t>
            </a:r>
            <a:r>
              <a:rPr lang="en-SG" dirty="0"/>
              <a:t>(stack, value): </a:t>
            </a:r>
          </a:p>
          <a:p>
            <a:endParaRPr lang="en-SG" dirty="0"/>
          </a:p>
          <a:p>
            <a:r>
              <a:rPr lang="en-SG" dirty="0"/>
              <a:t>Given a stack [1 2 3 4 5 6 5 4 3 2 1] with the topmost number displayed on the left, calling </a:t>
            </a:r>
          </a:p>
          <a:p>
            <a:r>
              <a:rPr lang="en-SG" dirty="0" err="1"/>
              <a:t>removeUntil</a:t>
            </a:r>
            <a:r>
              <a:rPr lang="en-SG" dirty="0"/>
              <a:t>() with value = 5 will produce the stack [5 6 5 4 3 2 1].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6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FC67-C487-A7F5-1276-E7704740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4D9E9-85AD-998B-2912-D15486FE60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"/>
          <a:stretch>
            <a:fillRect/>
          </a:stretch>
        </p:blipFill>
        <p:spPr>
          <a:xfrm>
            <a:off x="6781800" y="2762157"/>
            <a:ext cx="3829318" cy="1333686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69AD302-6463-E29A-F7F4-A20F21517FF7}"/>
              </a:ext>
            </a:extLst>
          </p:cNvPr>
          <p:cNvGrpSpPr/>
          <p:nvPr/>
        </p:nvGrpSpPr>
        <p:grpSpPr>
          <a:xfrm>
            <a:off x="3810000" y="4419600"/>
            <a:ext cx="609600" cy="619510"/>
            <a:chOff x="2514600" y="3038088"/>
            <a:chExt cx="609600" cy="61951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4B648BA-83A6-7D64-87AE-23E4283DF1D6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C63CE35-8E30-E71C-4418-EDDE42710789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4" name="Right Arrow 5">
              <a:extLst>
                <a:ext uri="{FF2B5EF4-FFF2-40B4-BE49-F238E27FC236}">
                  <a16:creationId xmlns:a16="http://schemas.microsoft.com/office/drawing/2014/main" id="{E21C8961-3039-FEC3-0268-0C643065264A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3589EFA-6FA0-BB6C-02A1-3B83DEE5816F}"/>
              </a:ext>
            </a:extLst>
          </p:cNvPr>
          <p:cNvGrpSpPr/>
          <p:nvPr/>
        </p:nvGrpSpPr>
        <p:grpSpPr>
          <a:xfrm>
            <a:off x="3810000" y="5058596"/>
            <a:ext cx="609600" cy="390912"/>
            <a:chOff x="2514600" y="3038088"/>
            <a:chExt cx="609600" cy="39091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08DF2FF-EF1D-C3DC-D20A-D0871A57DC2E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4B80813-9BC7-62AA-2E35-F2115681CE2B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E4EE77B-8834-195B-7F4F-F382090EE1A8}"/>
              </a:ext>
            </a:extLst>
          </p:cNvPr>
          <p:cNvGrpSpPr/>
          <p:nvPr/>
        </p:nvGrpSpPr>
        <p:grpSpPr>
          <a:xfrm>
            <a:off x="3803170" y="3780604"/>
            <a:ext cx="609600" cy="619510"/>
            <a:chOff x="2514600" y="3038088"/>
            <a:chExt cx="609600" cy="6195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4428C0D-C268-AC4B-3A5A-492F6B40BCBF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EA97A12-0380-B61E-9696-716DE70C4556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1" name="Right Arrow 5">
              <a:extLst>
                <a:ext uri="{FF2B5EF4-FFF2-40B4-BE49-F238E27FC236}">
                  <a16:creationId xmlns:a16="http://schemas.microsoft.com/office/drawing/2014/main" id="{7A0C137C-ECE6-4970-6C9F-F6FF34783F19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53B04EE-DE1B-C6CA-86F6-5E509D55D820}"/>
              </a:ext>
            </a:extLst>
          </p:cNvPr>
          <p:cNvGrpSpPr/>
          <p:nvPr/>
        </p:nvGrpSpPr>
        <p:grpSpPr>
          <a:xfrm>
            <a:off x="3803169" y="3150645"/>
            <a:ext cx="609600" cy="619510"/>
            <a:chOff x="2514600" y="3038088"/>
            <a:chExt cx="609600" cy="61951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094C661-DABF-47B8-5B2C-6B6E48D261EA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1164530-CE0A-D163-1987-CA373C6861F1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5" name="Right Arrow 5">
              <a:extLst>
                <a:ext uri="{FF2B5EF4-FFF2-40B4-BE49-F238E27FC236}">
                  <a16:creationId xmlns:a16="http://schemas.microsoft.com/office/drawing/2014/main" id="{0F65C677-A788-EC09-3447-B84026FED7D9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F5F092D-6B67-B1E9-64CC-909AC4372EB7}"/>
              </a:ext>
            </a:extLst>
          </p:cNvPr>
          <p:cNvGrpSpPr/>
          <p:nvPr/>
        </p:nvGrpSpPr>
        <p:grpSpPr>
          <a:xfrm>
            <a:off x="3791667" y="2515730"/>
            <a:ext cx="609600" cy="619510"/>
            <a:chOff x="2514600" y="3038088"/>
            <a:chExt cx="609600" cy="61951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571A71B-8ADA-3970-E230-6DC041862A14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92DCE5C-8001-2382-CE73-76FBC70C2A6E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9" name="Right Arrow 5">
              <a:extLst>
                <a:ext uri="{FF2B5EF4-FFF2-40B4-BE49-F238E27FC236}">
                  <a16:creationId xmlns:a16="http://schemas.microsoft.com/office/drawing/2014/main" id="{1C7F20ED-2A20-7008-AC69-AAC43B6731EE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9149777-D886-C02E-02DD-874245C66E37}"/>
              </a:ext>
            </a:extLst>
          </p:cNvPr>
          <p:cNvGrpSpPr/>
          <p:nvPr/>
        </p:nvGrpSpPr>
        <p:grpSpPr>
          <a:xfrm>
            <a:off x="3791666" y="1881253"/>
            <a:ext cx="609600" cy="619510"/>
            <a:chOff x="2514600" y="3038088"/>
            <a:chExt cx="609600" cy="61951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D5FFCCC-4F45-3128-9CBD-2D907E961FBA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83B4B4A-7C09-C024-3411-559EDD0EBE63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53" name="Right Arrow 5">
              <a:extLst>
                <a:ext uri="{FF2B5EF4-FFF2-40B4-BE49-F238E27FC236}">
                  <a16:creationId xmlns:a16="http://schemas.microsoft.com/office/drawing/2014/main" id="{10C4AA32-139C-8C5F-BD0B-D1467A0D31BB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990447-4961-97E7-DF2B-04BFD3199A90}"/>
              </a:ext>
            </a:extLst>
          </p:cNvPr>
          <p:cNvSpPr/>
          <p:nvPr/>
        </p:nvSpPr>
        <p:spPr>
          <a:xfrm>
            <a:off x="7162800" y="2984410"/>
            <a:ext cx="3448318" cy="67319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410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805A-2F01-57BD-6268-CAC772A7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35E-8D27-14B2-6435-F4211F9C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BCBF4-9122-699E-8002-22F0C49CE5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"/>
          <a:stretch>
            <a:fillRect/>
          </a:stretch>
        </p:blipFill>
        <p:spPr>
          <a:xfrm>
            <a:off x="6781800" y="2762157"/>
            <a:ext cx="3829318" cy="1333686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B5F6624-F4AF-84BE-81B7-5AF17C73A5D7}"/>
              </a:ext>
            </a:extLst>
          </p:cNvPr>
          <p:cNvGrpSpPr/>
          <p:nvPr/>
        </p:nvGrpSpPr>
        <p:grpSpPr>
          <a:xfrm>
            <a:off x="3810000" y="4419600"/>
            <a:ext cx="609600" cy="619510"/>
            <a:chOff x="2514600" y="3038088"/>
            <a:chExt cx="609600" cy="61951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AFA4A8C-9802-7785-F68E-3313465463F3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8C2FE6B-FEA7-302B-775F-C9C0AF7A7BC8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4" name="Right Arrow 5">
              <a:extLst>
                <a:ext uri="{FF2B5EF4-FFF2-40B4-BE49-F238E27FC236}">
                  <a16:creationId xmlns:a16="http://schemas.microsoft.com/office/drawing/2014/main" id="{66F90335-6B47-EE34-5420-1DF818F50DBE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97C86C7-8B6A-6FDB-F203-B658366BF33D}"/>
              </a:ext>
            </a:extLst>
          </p:cNvPr>
          <p:cNvGrpSpPr/>
          <p:nvPr/>
        </p:nvGrpSpPr>
        <p:grpSpPr>
          <a:xfrm>
            <a:off x="3810000" y="5058596"/>
            <a:ext cx="609600" cy="390912"/>
            <a:chOff x="2514600" y="3038088"/>
            <a:chExt cx="609600" cy="39091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57261A4-138E-4167-D144-FD90F0C6E6BE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8290B23-36C6-87BB-4AA8-8A8881DA9361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DDAF58-FAB8-F039-B719-D04C6B490E09}"/>
              </a:ext>
            </a:extLst>
          </p:cNvPr>
          <p:cNvGrpSpPr/>
          <p:nvPr/>
        </p:nvGrpSpPr>
        <p:grpSpPr>
          <a:xfrm>
            <a:off x="3803170" y="3780604"/>
            <a:ext cx="609600" cy="619510"/>
            <a:chOff x="2514600" y="3038088"/>
            <a:chExt cx="609600" cy="6195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214BB12-ABA4-D3E9-0E83-EE826A94D9D1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6291F11-21F4-A611-B0DD-C57325D3910F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1" name="Right Arrow 5">
              <a:extLst>
                <a:ext uri="{FF2B5EF4-FFF2-40B4-BE49-F238E27FC236}">
                  <a16:creationId xmlns:a16="http://schemas.microsoft.com/office/drawing/2014/main" id="{0AC58816-69D8-1AB8-BFC4-9FAB8CA15D56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97C388-9E5C-3D25-C92B-10DA685E214B}"/>
              </a:ext>
            </a:extLst>
          </p:cNvPr>
          <p:cNvSpPr/>
          <p:nvPr/>
        </p:nvSpPr>
        <p:spPr>
          <a:xfrm>
            <a:off x="7620000" y="3629405"/>
            <a:ext cx="1219200" cy="46590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684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F7A3164-ED6F-E5F9-0EF7-9C6E97AF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03E3EE-0BFA-85EA-1379-8F0CFE55D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EB376A-CF9C-6DE5-3DB5-020767D61738}"/>
              </a:ext>
            </a:extLst>
          </p:cNvPr>
          <p:cNvSpPr/>
          <p:nvPr/>
        </p:nvSpPr>
        <p:spPr>
          <a:xfrm>
            <a:off x="1295400" y="919669"/>
            <a:ext cx="9601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SG" dirty="0"/>
          </a:p>
          <a:p>
            <a:r>
              <a:rPr lang="en-SG" dirty="0"/>
              <a:t> </a:t>
            </a:r>
          </a:p>
          <a:p>
            <a:r>
              <a:rPr lang="en-SG" dirty="0"/>
              <a:t>2. Write a recursive function </a:t>
            </a:r>
            <a:r>
              <a:rPr lang="en-SG" dirty="0" err="1"/>
              <a:t>recursiveReverse</a:t>
            </a:r>
            <a:r>
              <a:rPr lang="en-SG" dirty="0"/>
              <a:t>() that reverses the order of items stored in a queue of integers. The function accepts a single parameter: a reference to the queue. The function definition is as follows: </a:t>
            </a:r>
          </a:p>
          <a:p>
            <a:endParaRPr lang="en-SG" dirty="0"/>
          </a:p>
          <a:p>
            <a:r>
              <a:rPr lang="en-SG" dirty="0"/>
              <a:t>	def </a:t>
            </a:r>
            <a:r>
              <a:rPr lang="en-SG" dirty="0" err="1"/>
              <a:t>recursiveReverse</a:t>
            </a:r>
            <a:r>
              <a:rPr lang="en-SG" dirty="0"/>
              <a:t>(queue):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472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63EDD-5320-044C-88E5-26F4E748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945BD23-18CA-4AF6-3B01-EBB9A49C1E96}"/>
              </a:ext>
            </a:extLst>
          </p:cNvPr>
          <p:cNvSpPr/>
          <p:nvPr/>
        </p:nvSpPr>
        <p:spPr>
          <a:xfrm>
            <a:off x="4375137" y="2700235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885378-5ABB-DC42-6EAD-C1B11C1F37EE}"/>
              </a:ext>
            </a:extLst>
          </p:cNvPr>
          <p:cNvSpPr/>
          <p:nvPr/>
        </p:nvSpPr>
        <p:spPr>
          <a:xfrm>
            <a:off x="1091077" y="270023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6BDD8-CEB7-B61B-4277-336D7974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7FC17-0FFC-4D95-330C-0014556CE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C6FB2A5-DCFF-58CF-F12A-09318C8BD0A1}"/>
              </a:ext>
            </a:extLst>
          </p:cNvPr>
          <p:cNvGrpSpPr/>
          <p:nvPr/>
        </p:nvGrpSpPr>
        <p:grpSpPr>
          <a:xfrm>
            <a:off x="1881242" y="3429000"/>
            <a:ext cx="470831" cy="367167"/>
            <a:chOff x="2358889" y="2253878"/>
            <a:chExt cx="470831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EC1707-615D-7D75-2276-F1953967DB6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4CC454-24BD-B154-C705-69CA40CB0151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8" name="Right Arrow 5">
            <a:extLst>
              <a:ext uri="{FF2B5EF4-FFF2-40B4-BE49-F238E27FC236}">
                <a16:creationId xmlns:a16="http://schemas.microsoft.com/office/drawing/2014/main" id="{07EEB061-0565-8ADA-09F2-BACFC281DE9F}"/>
              </a:ext>
            </a:extLst>
          </p:cNvPr>
          <p:cNvSpPr/>
          <p:nvPr/>
        </p:nvSpPr>
        <p:spPr>
          <a:xfrm>
            <a:off x="2303654" y="3503803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E978E-9FE0-DCF1-33FE-C1BDF537077E}"/>
              </a:ext>
            </a:extLst>
          </p:cNvPr>
          <p:cNvGrpSpPr/>
          <p:nvPr/>
        </p:nvGrpSpPr>
        <p:grpSpPr>
          <a:xfrm>
            <a:off x="2608453" y="3431572"/>
            <a:ext cx="470831" cy="367167"/>
            <a:chOff x="2358889" y="2253878"/>
            <a:chExt cx="470831" cy="3964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2C9F25-8516-F7F9-F6EC-B7933D002F4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091074-57CF-E317-46B7-2C477C6B7D7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2" name="Right Arrow 5">
            <a:extLst>
              <a:ext uri="{FF2B5EF4-FFF2-40B4-BE49-F238E27FC236}">
                <a16:creationId xmlns:a16="http://schemas.microsoft.com/office/drawing/2014/main" id="{E4D6639E-806F-3E28-FC7C-FA0C037BF500}"/>
              </a:ext>
            </a:extLst>
          </p:cNvPr>
          <p:cNvSpPr/>
          <p:nvPr/>
        </p:nvSpPr>
        <p:spPr>
          <a:xfrm>
            <a:off x="3030865" y="350637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685A93-7189-D4AF-C91D-FFA2B39DA4DD}"/>
              </a:ext>
            </a:extLst>
          </p:cNvPr>
          <p:cNvGrpSpPr/>
          <p:nvPr/>
        </p:nvGrpSpPr>
        <p:grpSpPr>
          <a:xfrm>
            <a:off x="3339813" y="3429000"/>
            <a:ext cx="470831" cy="367167"/>
            <a:chOff x="2358889" y="2253878"/>
            <a:chExt cx="470831" cy="3964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49B5E73-334C-B85F-66A3-DF892D52E8C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484B46-561C-C821-F5E6-D3FC39CC61FA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3881EB-67CF-57EE-C305-D151FFF0CEAF}"/>
              </a:ext>
            </a:extLst>
          </p:cNvPr>
          <p:cNvGrpSpPr/>
          <p:nvPr/>
        </p:nvGrpSpPr>
        <p:grpSpPr>
          <a:xfrm>
            <a:off x="1195442" y="4098496"/>
            <a:ext cx="762000" cy="431580"/>
            <a:chOff x="2589335" y="2497165"/>
            <a:chExt cx="762000" cy="431580"/>
          </a:xfrm>
        </p:grpSpPr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5EB210FC-0058-22A2-B406-49701BF4A8CD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5454BCC-D8AE-E72B-FD00-EF3247D2B1E1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EBCEBE-E052-EA47-87D4-EF95BDBF2126}"/>
              </a:ext>
            </a:extLst>
          </p:cNvPr>
          <p:cNvSpPr/>
          <p:nvPr/>
        </p:nvSpPr>
        <p:spPr>
          <a:xfrm>
            <a:off x="8052923" y="3383982"/>
            <a:ext cx="2919877" cy="2286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3C7CEC7-D9D6-3809-AF37-8F5D0A18AFD6}"/>
              </a:ext>
            </a:extLst>
          </p:cNvPr>
          <p:cNvGrpSpPr/>
          <p:nvPr/>
        </p:nvGrpSpPr>
        <p:grpSpPr>
          <a:xfrm>
            <a:off x="1066800" y="3210652"/>
            <a:ext cx="762000" cy="557842"/>
            <a:chOff x="2438399" y="2185358"/>
            <a:chExt cx="762000" cy="55784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E811D32-F656-38D9-0EEB-580F762BB99A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0D70B9C-5000-B82A-FE1F-87C99090BFBA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7CE2D3-3B33-B28E-4FC2-AA1ADDD1E2B7}"/>
              </a:ext>
            </a:extLst>
          </p:cNvPr>
          <p:cNvCxnSpPr>
            <a:stCxn id="25" idx="6"/>
            <a:endCxn id="6" idx="1"/>
          </p:cNvCxnSpPr>
          <p:nvPr/>
        </p:nvCxnSpPr>
        <p:spPr>
          <a:xfrm flipV="1">
            <a:off x="1600200" y="3615156"/>
            <a:ext cx="281042" cy="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631466-29EF-F168-C366-6ED34E5BC1D7}"/>
              </a:ext>
            </a:extLst>
          </p:cNvPr>
          <p:cNvCxnSpPr>
            <a:stCxn id="25" idx="6"/>
            <a:endCxn id="10" idx="1"/>
          </p:cNvCxnSpPr>
          <p:nvPr/>
        </p:nvCxnSpPr>
        <p:spPr>
          <a:xfrm>
            <a:off x="1600200" y="3616094"/>
            <a:ext cx="1008253" cy="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14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7037E-7 L 0.01133 0.1178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0" y="588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81481E-6 L 1.66667E-6 0.0324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33333E-6 L 0.2668 -0.00023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33" y="-2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33333E-6 L 0.26393 -0.0002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90" y="-23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0.26302 0.00023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51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3.7037E-6 L 0.26432 3.7037E-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16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0.26497 -4.81481E-6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8" grpId="0" animBg="1"/>
      <p:bldP spid="1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6F494-B7DC-E4A2-2B03-8283D57BB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3CFB3F4-EF2E-7ADE-AD51-E03A1FF450A1}"/>
              </a:ext>
            </a:extLst>
          </p:cNvPr>
          <p:cNvSpPr/>
          <p:nvPr/>
        </p:nvSpPr>
        <p:spPr>
          <a:xfrm>
            <a:off x="4375137" y="2700235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1CF95A-A829-C65C-F7D4-0DC9BF916F0A}"/>
              </a:ext>
            </a:extLst>
          </p:cNvPr>
          <p:cNvSpPr/>
          <p:nvPr/>
        </p:nvSpPr>
        <p:spPr>
          <a:xfrm>
            <a:off x="1091077" y="270023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4BA11-14F2-88C7-4942-FCE890DA7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CD61B-68D6-401F-4585-D632C0CF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75D14BC-BFD4-0F73-087D-D7B438ADE442}"/>
              </a:ext>
            </a:extLst>
          </p:cNvPr>
          <p:cNvGrpSpPr/>
          <p:nvPr/>
        </p:nvGrpSpPr>
        <p:grpSpPr>
          <a:xfrm>
            <a:off x="2096043" y="3431572"/>
            <a:ext cx="470831" cy="367167"/>
            <a:chOff x="2358889" y="2253878"/>
            <a:chExt cx="470831" cy="3964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E427DF-B585-0B70-B7F4-016965DF248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3648D9-FC26-A9EA-F251-5448B348922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2" name="Right Arrow 5">
            <a:extLst>
              <a:ext uri="{FF2B5EF4-FFF2-40B4-BE49-F238E27FC236}">
                <a16:creationId xmlns:a16="http://schemas.microsoft.com/office/drawing/2014/main" id="{E0609E38-C22A-CE2C-F132-D9EAC4B7FC1E}"/>
              </a:ext>
            </a:extLst>
          </p:cNvPr>
          <p:cNvSpPr/>
          <p:nvPr/>
        </p:nvSpPr>
        <p:spPr>
          <a:xfrm>
            <a:off x="2518455" y="350637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C11659-8160-646E-6B80-439FB0791E38}"/>
              </a:ext>
            </a:extLst>
          </p:cNvPr>
          <p:cNvGrpSpPr/>
          <p:nvPr/>
        </p:nvGrpSpPr>
        <p:grpSpPr>
          <a:xfrm>
            <a:off x="2827403" y="3429000"/>
            <a:ext cx="470831" cy="367167"/>
            <a:chOff x="2358889" y="2253878"/>
            <a:chExt cx="470831" cy="3964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9807906-AC82-5A27-5864-917DB021EBF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C27E44D-9F49-3856-BB03-C89236593F6E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460D67-3477-2628-B7CE-BA4D5F65BB8D}"/>
              </a:ext>
            </a:extLst>
          </p:cNvPr>
          <p:cNvGrpSpPr/>
          <p:nvPr/>
        </p:nvGrpSpPr>
        <p:grpSpPr>
          <a:xfrm>
            <a:off x="1195442" y="4098496"/>
            <a:ext cx="762000" cy="431580"/>
            <a:chOff x="2589335" y="2497165"/>
            <a:chExt cx="762000" cy="431580"/>
          </a:xfrm>
        </p:grpSpPr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FAC60AD5-26B7-AAEB-49E0-95BEBC8FC1A2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32DF045-7877-25E5-E1D4-8F8C9DE34F0F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3BCAC4-D897-53DE-30A7-BC17D5C9CB86}"/>
              </a:ext>
            </a:extLst>
          </p:cNvPr>
          <p:cNvSpPr/>
          <p:nvPr/>
        </p:nvSpPr>
        <p:spPr>
          <a:xfrm>
            <a:off x="8052923" y="3383981"/>
            <a:ext cx="2919877" cy="45459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BDBB0B-B6DA-53C7-0505-1EB1CEC6468A}"/>
              </a:ext>
            </a:extLst>
          </p:cNvPr>
          <p:cNvSpPr/>
          <p:nvPr/>
        </p:nvSpPr>
        <p:spPr>
          <a:xfrm>
            <a:off x="1193265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A4D2A6-CAFF-F4D0-753E-E2F9BB46D866}"/>
              </a:ext>
            </a:extLst>
          </p:cNvPr>
          <p:cNvGrpSpPr/>
          <p:nvPr/>
        </p:nvGrpSpPr>
        <p:grpSpPr>
          <a:xfrm>
            <a:off x="2162738" y="1732421"/>
            <a:ext cx="470831" cy="367167"/>
            <a:chOff x="2358889" y="2253878"/>
            <a:chExt cx="470831" cy="39646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9E14EF-B644-3CC3-1EF6-98FEEBAC5A8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C3CAC67-70E4-B328-9323-862AE8157B01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75DCF02-BD0E-9048-579F-B452E70140DB}"/>
              </a:ext>
            </a:extLst>
          </p:cNvPr>
          <p:cNvGrpSpPr/>
          <p:nvPr/>
        </p:nvGrpSpPr>
        <p:grpSpPr>
          <a:xfrm>
            <a:off x="1299617" y="1631184"/>
            <a:ext cx="762000" cy="431580"/>
            <a:chOff x="2589335" y="2497165"/>
            <a:chExt cx="762000" cy="431580"/>
          </a:xfrm>
        </p:grpSpPr>
        <p:sp>
          <p:nvSpPr>
            <p:cNvPr id="26" name="Arrow: Left 25">
              <a:extLst>
                <a:ext uri="{FF2B5EF4-FFF2-40B4-BE49-F238E27FC236}">
                  <a16:creationId xmlns:a16="http://schemas.microsoft.com/office/drawing/2014/main" id="{655647E6-39CE-4400-3A45-F1D7604E874A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10D7BB-E8BB-6E2F-49C8-75B52A0774CA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7B958F-5C1C-CC67-1E97-C85A80D54BDA}"/>
              </a:ext>
            </a:extLst>
          </p:cNvPr>
          <p:cNvGrpSpPr/>
          <p:nvPr/>
        </p:nvGrpSpPr>
        <p:grpSpPr>
          <a:xfrm>
            <a:off x="1219200" y="3215640"/>
            <a:ext cx="762000" cy="557842"/>
            <a:chOff x="2438399" y="2185358"/>
            <a:chExt cx="762000" cy="557842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27F6509-2C60-9435-ABB3-A3F51E2A2F48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402768E-CB20-558F-A135-4EB4BBD1A33F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9DD7C70-3243-BCF0-F255-80F28461E160}"/>
              </a:ext>
            </a:extLst>
          </p:cNvPr>
          <p:cNvCxnSpPr>
            <a:stCxn id="43" idx="6"/>
            <a:endCxn id="10" idx="1"/>
          </p:cNvCxnSpPr>
          <p:nvPr/>
        </p:nvCxnSpPr>
        <p:spPr>
          <a:xfrm flipV="1">
            <a:off x="1752600" y="3617728"/>
            <a:ext cx="343443" cy="3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4EDDE11-D586-A933-9BB8-FB61276CF7BD}"/>
              </a:ext>
            </a:extLst>
          </p:cNvPr>
          <p:cNvCxnSpPr>
            <a:stCxn id="43" idx="6"/>
            <a:endCxn id="14" idx="1"/>
          </p:cNvCxnSpPr>
          <p:nvPr/>
        </p:nvCxnSpPr>
        <p:spPr>
          <a:xfrm flipV="1">
            <a:off x="1752600" y="3615156"/>
            <a:ext cx="1074803" cy="5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05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L 0.00013 0.1173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7 L 0.27383 -3.7037E-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85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275 -7.40741E-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27474 3.7037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0401-80B0-1D63-06D5-23590238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81A08CF-9BF0-0BA7-6A06-5AFA98BCD260}"/>
              </a:ext>
            </a:extLst>
          </p:cNvPr>
          <p:cNvSpPr/>
          <p:nvPr/>
        </p:nvSpPr>
        <p:spPr>
          <a:xfrm>
            <a:off x="1091077" y="270023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A246A-6C64-7CF2-A176-7F87D15F2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20D2E-76DF-C0D7-E8FB-C0998953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0D558DA-D347-FC9F-EC5E-24F6C4F83EF5}"/>
              </a:ext>
            </a:extLst>
          </p:cNvPr>
          <p:cNvGrpSpPr/>
          <p:nvPr/>
        </p:nvGrpSpPr>
        <p:grpSpPr>
          <a:xfrm>
            <a:off x="2965966" y="3463694"/>
            <a:ext cx="470831" cy="367168"/>
            <a:chOff x="2358889" y="2253878"/>
            <a:chExt cx="470831" cy="3964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FDEE4C-4CDC-71F3-2433-430ADA0C4D6E}"/>
                </a:ext>
              </a:extLst>
            </p:cNvPr>
            <p:cNvSpPr/>
            <p:nvPr/>
          </p:nvSpPr>
          <p:spPr>
            <a:xfrm>
              <a:off x="2358889" y="2259435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71ECDBE-F94C-CD56-CEF7-D017EDB1C9B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4725B7-CDF5-3E87-BF16-9ED005FD1FE5}"/>
              </a:ext>
            </a:extLst>
          </p:cNvPr>
          <p:cNvGrpSpPr/>
          <p:nvPr/>
        </p:nvGrpSpPr>
        <p:grpSpPr>
          <a:xfrm>
            <a:off x="1465057" y="4077201"/>
            <a:ext cx="762000" cy="431580"/>
            <a:chOff x="2589335" y="2497165"/>
            <a:chExt cx="762000" cy="431580"/>
          </a:xfrm>
        </p:grpSpPr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31A82A6E-A128-078D-6C0C-5B95D9EA6C00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7D1F7D7-3950-D893-8983-A64D465F7F51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5023353-5964-49CF-DCF2-B5F7CDAD1D11}"/>
              </a:ext>
            </a:extLst>
          </p:cNvPr>
          <p:cNvSpPr/>
          <p:nvPr/>
        </p:nvSpPr>
        <p:spPr>
          <a:xfrm>
            <a:off x="8052923" y="3383981"/>
            <a:ext cx="2919877" cy="45459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B44A2-4385-1D3C-1AED-8BA8DB5639E4}"/>
              </a:ext>
            </a:extLst>
          </p:cNvPr>
          <p:cNvSpPr/>
          <p:nvPr/>
        </p:nvSpPr>
        <p:spPr>
          <a:xfrm>
            <a:off x="1193265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9D84B9-D1E3-954F-4CA1-1863C9634DD8}"/>
              </a:ext>
            </a:extLst>
          </p:cNvPr>
          <p:cNvGrpSpPr/>
          <p:nvPr/>
        </p:nvGrpSpPr>
        <p:grpSpPr>
          <a:xfrm>
            <a:off x="2162738" y="1732421"/>
            <a:ext cx="470831" cy="367167"/>
            <a:chOff x="2358889" y="2253878"/>
            <a:chExt cx="470831" cy="39646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0D1DBD-AE89-1A3D-701C-447F16EE196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24C5E0F-1A5B-002A-CCD4-8BFE2CCFBFF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018CEC-F81A-A4E2-D639-57043BAD02D8}"/>
              </a:ext>
            </a:extLst>
          </p:cNvPr>
          <p:cNvGrpSpPr/>
          <p:nvPr/>
        </p:nvGrpSpPr>
        <p:grpSpPr>
          <a:xfrm>
            <a:off x="1299617" y="1631184"/>
            <a:ext cx="762000" cy="431580"/>
            <a:chOff x="2589335" y="2497165"/>
            <a:chExt cx="762000" cy="431580"/>
          </a:xfrm>
        </p:grpSpPr>
        <p:sp>
          <p:nvSpPr>
            <p:cNvPr id="26" name="Arrow: Left 25">
              <a:extLst>
                <a:ext uri="{FF2B5EF4-FFF2-40B4-BE49-F238E27FC236}">
                  <a16:creationId xmlns:a16="http://schemas.microsoft.com/office/drawing/2014/main" id="{C3DE0C57-F36C-D110-B8A3-78C3BD94963E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3625B7-A17E-D81B-38E4-F26E0F658F95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C92311B-43F2-ED3B-A60C-A842E622EA21}"/>
              </a:ext>
            </a:extLst>
          </p:cNvPr>
          <p:cNvSpPr/>
          <p:nvPr/>
        </p:nvSpPr>
        <p:spPr>
          <a:xfrm>
            <a:off x="3657600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B3DE1D2-B9CE-57F7-A0C2-46F07723F932}"/>
              </a:ext>
            </a:extLst>
          </p:cNvPr>
          <p:cNvGrpSpPr/>
          <p:nvPr/>
        </p:nvGrpSpPr>
        <p:grpSpPr>
          <a:xfrm>
            <a:off x="4627073" y="1732421"/>
            <a:ext cx="470831" cy="367167"/>
            <a:chOff x="2358889" y="2253878"/>
            <a:chExt cx="470831" cy="3964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6D8D84-DBAA-38C9-39CA-956994BF812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313697-1EBE-E86E-9F31-DD58C5AA7A8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AE53A0-ADD8-A3F6-BA50-F603E02C25FC}"/>
              </a:ext>
            </a:extLst>
          </p:cNvPr>
          <p:cNvGrpSpPr/>
          <p:nvPr/>
        </p:nvGrpSpPr>
        <p:grpSpPr>
          <a:xfrm>
            <a:off x="3763952" y="1631184"/>
            <a:ext cx="762000" cy="431580"/>
            <a:chOff x="2589335" y="2497165"/>
            <a:chExt cx="762000" cy="431580"/>
          </a:xfrm>
        </p:grpSpPr>
        <p:sp>
          <p:nvSpPr>
            <p:cNvPr id="29" name="Arrow: Left 28">
              <a:extLst>
                <a:ext uri="{FF2B5EF4-FFF2-40B4-BE49-F238E27FC236}">
                  <a16:creationId xmlns:a16="http://schemas.microsoft.com/office/drawing/2014/main" id="{8B960A3C-EC9D-2631-3ADE-5B9ED6C185D4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FC08578-092E-EAAE-DCBE-C4D44A097754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2C47FB91-0062-47AE-8D96-26BF35FECE56}"/>
              </a:ext>
            </a:extLst>
          </p:cNvPr>
          <p:cNvSpPr/>
          <p:nvPr/>
        </p:nvSpPr>
        <p:spPr>
          <a:xfrm>
            <a:off x="4355538" y="271547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3F7AB42-4C47-FC04-3A95-83E2177C0CE7}"/>
              </a:ext>
            </a:extLst>
          </p:cNvPr>
          <p:cNvGrpSpPr/>
          <p:nvPr/>
        </p:nvGrpSpPr>
        <p:grpSpPr>
          <a:xfrm>
            <a:off x="1524000" y="3253053"/>
            <a:ext cx="762000" cy="557842"/>
            <a:chOff x="2438399" y="2185358"/>
            <a:chExt cx="762000" cy="55784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269CB51-8229-F9C7-D9C8-BD2FAFDB4D08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A845955-E453-F9EE-9838-CCC51FD1D381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00EA70-41E7-70DB-E952-D248BB8BE144}"/>
              </a:ext>
            </a:extLst>
          </p:cNvPr>
          <p:cNvCxnSpPr>
            <a:cxnSpLocks/>
            <a:stCxn id="34" idx="6"/>
            <a:endCxn id="14" idx="1"/>
          </p:cNvCxnSpPr>
          <p:nvPr/>
        </p:nvCxnSpPr>
        <p:spPr>
          <a:xfrm flipV="1">
            <a:off x="2057400" y="3649851"/>
            <a:ext cx="908566" cy="8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42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-0.05378 0.11273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562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3.7037E-6 L 0.3168 0.0219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33" y="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DA01-B4F2-7141-53EC-3E8BBC94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7F833DA-AFA5-41CC-D478-C31D7154326B}"/>
              </a:ext>
            </a:extLst>
          </p:cNvPr>
          <p:cNvSpPr/>
          <p:nvPr/>
        </p:nvSpPr>
        <p:spPr>
          <a:xfrm>
            <a:off x="1091077" y="270023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0FFC2-D89C-4ECB-132D-B771BA60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96A78-EA1F-EB6F-457B-945671E44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DEA2645-9B59-D8EB-9B04-AEEEE89E9AF2}"/>
              </a:ext>
            </a:extLst>
          </p:cNvPr>
          <p:cNvGrpSpPr/>
          <p:nvPr/>
        </p:nvGrpSpPr>
        <p:grpSpPr>
          <a:xfrm>
            <a:off x="2329422" y="4228579"/>
            <a:ext cx="470831" cy="367168"/>
            <a:chOff x="2358889" y="2253878"/>
            <a:chExt cx="470831" cy="3964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29E3F1-9661-DBE9-CE0C-3D551FE80531}"/>
                </a:ext>
              </a:extLst>
            </p:cNvPr>
            <p:cNvSpPr/>
            <p:nvPr/>
          </p:nvSpPr>
          <p:spPr>
            <a:xfrm>
              <a:off x="2358889" y="2259435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7804FFB-2932-C428-A6F3-50A5A521BDCE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B96987-C5B5-2676-4862-24160F16FD77}"/>
              </a:ext>
            </a:extLst>
          </p:cNvPr>
          <p:cNvGrpSpPr/>
          <p:nvPr/>
        </p:nvGrpSpPr>
        <p:grpSpPr>
          <a:xfrm>
            <a:off x="1465057" y="4077201"/>
            <a:ext cx="762000" cy="431580"/>
            <a:chOff x="2589335" y="2497165"/>
            <a:chExt cx="762000" cy="431580"/>
          </a:xfrm>
        </p:grpSpPr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25252CAD-F6CC-9117-BD51-34E003AC825B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116CC8-B09B-58F4-9D02-579BD8373411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DE52B8B-AAED-0481-0BBF-6280D4FA09A8}"/>
              </a:ext>
            </a:extLst>
          </p:cNvPr>
          <p:cNvSpPr/>
          <p:nvPr/>
        </p:nvSpPr>
        <p:spPr>
          <a:xfrm>
            <a:off x="8051074" y="2930178"/>
            <a:ext cx="2362200" cy="45459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633B49-B813-B286-251E-0DEDFB371DEE}"/>
              </a:ext>
            </a:extLst>
          </p:cNvPr>
          <p:cNvSpPr/>
          <p:nvPr/>
        </p:nvSpPr>
        <p:spPr>
          <a:xfrm>
            <a:off x="1193265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6A0B75-C7DA-2C8E-847B-34901CCC0A98}"/>
              </a:ext>
            </a:extLst>
          </p:cNvPr>
          <p:cNvGrpSpPr/>
          <p:nvPr/>
        </p:nvGrpSpPr>
        <p:grpSpPr>
          <a:xfrm>
            <a:off x="2162738" y="1732421"/>
            <a:ext cx="470831" cy="367167"/>
            <a:chOff x="2358889" y="2253878"/>
            <a:chExt cx="470831" cy="39646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1A80A0C-500D-48B0-0928-FC285176D29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5350050-A1E0-C383-812F-63871456944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C83E1FE-2988-263B-A3F1-756AB4328385}"/>
              </a:ext>
            </a:extLst>
          </p:cNvPr>
          <p:cNvGrpSpPr/>
          <p:nvPr/>
        </p:nvGrpSpPr>
        <p:grpSpPr>
          <a:xfrm>
            <a:off x="1299617" y="1631184"/>
            <a:ext cx="762000" cy="431580"/>
            <a:chOff x="2589335" y="2497165"/>
            <a:chExt cx="762000" cy="431580"/>
          </a:xfrm>
        </p:grpSpPr>
        <p:sp>
          <p:nvSpPr>
            <p:cNvPr id="26" name="Arrow: Left 25">
              <a:extLst>
                <a:ext uri="{FF2B5EF4-FFF2-40B4-BE49-F238E27FC236}">
                  <a16:creationId xmlns:a16="http://schemas.microsoft.com/office/drawing/2014/main" id="{C900B402-D8CC-A751-BDD8-4050DC01F6EB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B3B579E-1DD6-DBAE-323B-0D0D1977EBD4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43A0888-CF80-ACC1-8D15-26AAA84ECA89}"/>
              </a:ext>
            </a:extLst>
          </p:cNvPr>
          <p:cNvSpPr/>
          <p:nvPr/>
        </p:nvSpPr>
        <p:spPr>
          <a:xfrm>
            <a:off x="3657600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9DDDC4-D783-0058-78A8-58CC678D3804}"/>
              </a:ext>
            </a:extLst>
          </p:cNvPr>
          <p:cNvGrpSpPr/>
          <p:nvPr/>
        </p:nvGrpSpPr>
        <p:grpSpPr>
          <a:xfrm>
            <a:off x="4627073" y="1732421"/>
            <a:ext cx="470831" cy="367167"/>
            <a:chOff x="2358889" y="2253878"/>
            <a:chExt cx="470831" cy="3964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E55133-211A-DE5D-666B-0F49319C1F9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98FC14-FA22-80E1-E0FA-B679CB6924F0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FC93629-D98E-C159-D700-36E06ABE00FB}"/>
              </a:ext>
            </a:extLst>
          </p:cNvPr>
          <p:cNvGrpSpPr/>
          <p:nvPr/>
        </p:nvGrpSpPr>
        <p:grpSpPr>
          <a:xfrm>
            <a:off x="3763952" y="1631184"/>
            <a:ext cx="762000" cy="431580"/>
            <a:chOff x="2589335" y="2497165"/>
            <a:chExt cx="762000" cy="431580"/>
          </a:xfrm>
        </p:grpSpPr>
        <p:sp>
          <p:nvSpPr>
            <p:cNvPr id="29" name="Arrow: Left 28">
              <a:extLst>
                <a:ext uri="{FF2B5EF4-FFF2-40B4-BE49-F238E27FC236}">
                  <a16:creationId xmlns:a16="http://schemas.microsoft.com/office/drawing/2014/main" id="{EE19B9C0-C156-6641-98BB-C6E0D51F3E02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4CE84F6-A8B1-EEC5-F667-ABA6C0A9EE2F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9A2C4AB-1FA3-9B0F-6E57-EB195AEC6487}"/>
              </a:ext>
            </a:extLst>
          </p:cNvPr>
          <p:cNvSpPr/>
          <p:nvPr/>
        </p:nvSpPr>
        <p:spPr>
          <a:xfrm>
            <a:off x="4355538" y="271547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917EC0-31A4-DD46-6093-14554DE785EC}"/>
              </a:ext>
            </a:extLst>
          </p:cNvPr>
          <p:cNvGrpSpPr/>
          <p:nvPr/>
        </p:nvGrpSpPr>
        <p:grpSpPr>
          <a:xfrm>
            <a:off x="5377382" y="3404558"/>
            <a:ext cx="762000" cy="557842"/>
            <a:chOff x="2438399" y="2185358"/>
            <a:chExt cx="762000" cy="55784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B9AFEFB-642E-F02A-D0CE-9E757D07E839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66C5F72-A40C-347F-17F4-7FB85C2DA3A7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024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96296E-6 L -0.31602 -0.0034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7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05035-932D-34FC-C561-25B891D6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2C618F-861D-4CE2-3C61-E933DDFE6524}"/>
              </a:ext>
            </a:extLst>
          </p:cNvPr>
          <p:cNvSpPr/>
          <p:nvPr/>
        </p:nvSpPr>
        <p:spPr>
          <a:xfrm>
            <a:off x="1091077" y="270023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8F824-0FC1-A143-D317-786FB57A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2A882-F223-F486-5DB4-945351D27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BE27A18-159B-6AFF-E6C5-278C156DE1AC}"/>
              </a:ext>
            </a:extLst>
          </p:cNvPr>
          <p:cNvGrpSpPr/>
          <p:nvPr/>
        </p:nvGrpSpPr>
        <p:grpSpPr>
          <a:xfrm>
            <a:off x="2329422" y="4228579"/>
            <a:ext cx="470831" cy="367168"/>
            <a:chOff x="2358889" y="2253878"/>
            <a:chExt cx="470831" cy="3964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D31BD1F-056E-A6A0-63EA-3D8641ADC617}"/>
                </a:ext>
              </a:extLst>
            </p:cNvPr>
            <p:cNvSpPr/>
            <p:nvPr/>
          </p:nvSpPr>
          <p:spPr>
            <a:xfrm>
              <a:off x="2358889" y="2259435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FDF04D-7C4E-3D57-3E16-AFCD8A4941AB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6C105A-17DD-8B2F-5A44-C6FD732E2F97}"/>
              </a:ext>
            </a:extLst>
          </p:cNvPr>
          <p:cNvGrpSpPr/>
          <p:nvPr/>
        </p:nvGrpSpPr>
        <p:grpSpPr>
          <a:xfrm>
            <a:off x="1465057" y="4077201"/>
            <a:ext cx="762000" cy="431580"/>
            <a:chOff x="2589335" y="2497165"/>
            <a:chExt cx="762000" cy="431580"/>
          </a:xfrm>
        </p:grpSpPr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5372F7A5-66BF-55BD-5352-48FE5B1BB558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DD0C73-9EB5-5E16-9A84-E9ADF21F7E42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CE970B-51A8-D4D4-D7C1-B1EFD7DCA980}"/>
              </a:ext>
            </a:extLst>
          </p:cNvPr>
          <p:cNvSpPr/>
          <p:nvPr/>
        </p:nvSpPr>
        <p:spPr>
          <a:xfrm>
            <a:off x="8001000" y="3841750"/>
            <a:ext cx="2286000" cy="23545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9F00D-E5E0-4CB6-D2FC-AD192163B983}"/>
              </a:ext>
            </a:extLst>
          </p:cNvPr>
          <p:cNvSpPr/>
          <p:nvPr/>
        </p:nvSpPr>
        <p:spPr>
          <a:xfrm>
            <a:off x="1193265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94396E5-ECBE-D033-3EB0-A02A203AE48F}"/>
              </a:ext>
            </a:extLst>
          </p:cNvPr>
          <p:cNvGrpSpPr/>
          <p:nvPr/>
        </p:nvGrpSpPr>
        <p:grpSpPr>
          <a:xfrm>
            <a:off x="2162738" y="1732421"/>
            <a:ext cx="470831" cy="367167"/>
            <a:chOff x="2358889" y="2253878"/>
            <a:chExt cx="470831" cy="39646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D5AE5A7-6275-A466-A2EE-2FBD1F47590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C82F4C7-32C0-70B1-72F1-3656EA9C523F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164AD5-986D-E271-EBFF-6E9BCC631EFD}"/>
              </a:ext>
            </a:extLst>
          </p:cNvPr>
          <p:cNvGrpSpPr/>
          <p:nvPr/>
        </p:nvGrpSpPr>
        <p:grpSpPr>
          <a:xfrm>
            <a:off x="1299617" y="1631184"/>
            <a:ext cx="762000" cy="431580"/>
            <a:chOff x="2589335" y="2497165"/>
            <a:chExt cx="762000" cy="431580"/>
          </a:xfrm>
        </p:grpSpPr>
        <p:sp>
          <p:nvSpPr>
            <p:cNvPr id="26" name="Arrow: Left 25">
              <a:extLst>
                <a:ext uri="{FF2B5EF4-FFF2-40B4-BE49-F238E27FC236}">
                  <a16:creationId xmlns:a16="http://schemas.microsoft.com/office/drawing/2014/main" id="{6B27AA0A-8711-73E7-46B8-D3F87BCE1452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6E7C4A0-8496-9D5D-686E-3E16AC2759B1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89C60F3-7701-EE13-C433-45759A0DDB7E}"/>
              </a:ext>
            </a:extLst>
          </p:cNvPr>
          <p:cNvSpPr/>
          <p:nvPr/>
        </p:nvSpPr>
        <p:spPr>
          <a:xfrm>
            <a:off x="3657600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EB9585-8B36-4AC3-4D4A-B7FE9EB6FC3B}"/>
              </a:ext>
            </a:extLst>
          </p:cNvPr>
          <p:cNvGrpSpPr/>
          <p:nvPr/>
        </p:nvGrpSpPr>
        <p:grpSpPr>
          <a:xfrm>
            <a:off x="4627073" y="1732421"/>
            <a:ext cx="470831" cy="367167"/>
            <a:chOff x="2358889" y="2253878"/>
            <a:chExt cx="470831" cy="3964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07D862-D23C-C5F4-66DF-C64D6DE44A21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0EFBFE-D966-2378-4D7E-6A643A7BB6C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D7F2EEC-99D1-99F5-B8B3-E93C43593B8C}"/>
              </a:ext>
            </a:extLst>
          </p:cNvPr>
          <p:cNvGrpSpPr/>
          <p:nvPr/>
        </p:nvGrpSpPr>
        <p:grpSpPr>
          <a:xfrm>
            <a:off x="3763952" y="1631184"/>
            <a:ext cx="762000" cy="431580"/>
            <a:chOff x="2589335" y="2497165"/>
            <a:chExt cx="762000" cy="431580"/>
          </a:xfrm>
        </p:grpSpPr>
        <p:sp>
          <p:nvSpPr>
            <p:cNvPr id="29" name="Arrow: Left 28">
              <a:extLst>
                <a:ext uri="{FF2B5EF4-FFF2-40B4-BE49-F238E27FC236}">
                  <a16:creationId xmlns:a16="http://schemas.microsoft.com/office/drawing/2014/main" id="{810EFC31-75C6-DCA8-7350-7994AB7B12DC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87CA4D6-5885-5C38-EC9D-212B25F96FE1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D41368-50C5-AAE2-1C5D-BBAA9CFF7A01}"/>
              </a:ext>
            </a:extLst>
          </p:cNvPr>
          <p:cNvGrpSpPr/>
          <p:nvPr/>
        </p:nvGrpSpPr>
        <p:grpSpPr>
          <a:xfrm>
            <a:off x="1524000" y="3253053"/>
            <a:ext cx="762000" cy="557842"/>
            <a:chOff x="2438399" y="2185358"/>
            <a:chExt cx="762000" cy="55784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0DBA277-A57E-9326-72FA-30486AA09620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11FA7D1-76E1-7C8B-A2C9-8B435AC7F399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E2CCBA-8C13-6DD3-8A98-3E32894DC43C}"/>
              </a:ext>
            </a:extLst>
          </p:cNvPr>
          <p:cNvCxnSpPr>
            <a:stCxn id="34" idx="6"/>
          </p:cNvCxnSpPr>
          <p:nvPr/>
        </p:nvCxnSpPr>
        <p:spPr>
          <a:xfrm flipV="1">
            <a:off x="2057400" y="3657600"/>
            <a:ext cx="381000" cy="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40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2.96296E-6 L 0.0095 -0.108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9" y="-54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65200-35C9-E93D-CBD2-B2CD680B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C211717-1520-F341-356B-E736DA0A52B4}"/>
              </a:ext>
            </a:extLst>
          </p:cNvPr>
          <p:cNvSpPr/>
          <p:nvPr/>
        </p:nvSpPr>
        <p:spPr>
          <a:xfrm>
            <a:off x="1091077" y="270023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52EE6-38AD-4C05-2128-6B69A7AA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4047D-4597-55CA-3FFF-5CDB66BA7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9ADDC2-7C62-1669-0135-011C8A92DD1D}"/>
              </a:ext>
            </a:extLst>
          </p:cNvPr>
          <p:cNvSpPr/>
          <p:nvPr/>
        </p:nvSpPr>
        <p:spPr>
          <a:xfrm>
            <a:off x="1193265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253173-5ABA-7046-27C7-F6550EE9CB43}"/>
              </a:ext>
            </a:extLst>
          </p:cNvPr>
          <p:cNvGrpSpPr/>
          <p:nvPr/>
        </p:nvGrpSpPr>
        <p:grpSpPr>
          <a:xfrm>
            <a:off x="2162738" y="1732421"/>
            <a:ext cx="470831" cy="367167"/>
            <a:chOff x="2358889" y="2253878"/>
            <a:chExt cx="470831" cy="39646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A64651-FCD8-CFFA-A25B-9CFE659B0D0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EF86ED-DA07-F900-7C6F-A23EA34F2F9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559B20-6AA9-0137-8707-C62FF8B3C0F5}"/>
              </a:ext>
            </a:extLst>
          </p:cNvPr>
          <p:cNvGrpSpPr/>
          <p:nvPr/>
        </p:nvGrpSpPr>
        <p:grpSpPr>
          <a:xfrm>
            <a:off x="1299617" y="1631184"/>
            <a:ext cx="762000" cy="431580"/>
            <a:chOff x="2589335" y="2497165"/>
            <a:chExt cx="762000" cy="431580"/>
          </a:xfrm>
        </p:grpSpPr>
        <p:sp>
          <p:nvSpPr>
            <p:cNvPr id="26" name="Arrow: Left 25">
              <a:extLst>
                <a:ext uri="{FF2B5EF4-FFF2-40B4-BE49-F238E27FC236}">
                  <a16:creationId xmlns:a16="http://schemas.microsoft.com/office/drawing/2014/main" id="{6B236A3A-A160-9AAF-966D-37343E6E1DEB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BCD2D1E-6DC2-16DD-EB67-533B68706E26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EBA80AB-E393-B7C1-2CC5-5EF6D9A408F8}"/>
              </a:ext>
            </a:extLst>
          </p:cNvPr>
          <p:cNvSpPr/>
          <p:nvPr/>
        </p:nvSpPr>
        <p:spPr>
          <a:xfrm>
            <a:off x="4261550" y="2700236"/>
            <a:ext cx="2947523" cy="20241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DD1813-D022-C7B1-B9D3-02D1D4D90C8F}"/>
              </a:ext>
            </a:extLst>
          </p:cNvPr>
          <p:cNvGrpSpPr/>
          <p:nvPr/>
        </p:nvGrpSpPr>
        <p:grpSpPr>
          <a:xfrm>
            <a:off x="5257800" y="4281723"/>
            <a:ext cx="470831" cy="367167"/>
            <a:chOff x="2358889" y="2253878"/>
            <a:chExt cx="470831" cy="3964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25FA37-57AB-FD1A-BF75-DF6AD7B188D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8A65A0-F2C9-EDA5-A7A7-E77E99AB3F81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43A89A-C283-F6D5-EF24-C9F663907688}"/>
              </a:ext>
            </a:extLst>
          </p:cNvPr>
          <p:cNvGrpSpPr/>
          <p:nvPr/>
        </p:nvGrpSpPr>
        <p:grpSpPr>
          <a:xfrm>
            <a:off x="4394679" y="4180486"/>
            <a:ext cx="762000" cy="431580"/>
            <a:chOff x="2589335" y="2497165"/>
            <a:chExt cx="762000" cy="431580"/>
          </a:xfrm>
        </p:grpSpPr>
        <p:sp>
          <p:nvSpPr>
            <p:cNvPr id="29" name="Arrow: Left 28">
              <a:extLst>
                <a:ext uri="{FF2B5EF4-FFF2-40B4-BE49-F238E27FC236}">
                  <a16:creationId xmlns:a16="http://schemas.microsoft.com/office/drawing/2014/main" id="{F0E9B276-40CE-CAE7-7F46-0381860FE4C1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CC2E530-3A12-4286-CA18-78AD23BE65DC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C1FAEE-D22F-49D6-69CE-7151185E4F48}"/>
              </a:ext>
            </a:extLst>
          </p:cNvPr>
          <p:cNvGrpSpPr/>
          <p:nvPr/>
        </p:nvGrpSpPr>
        <p:grpSpPr>
          <a:xfrm>
            <a:off x="2470850" y="3474582"/>
            <a:ext cx="470831" cy="367168"/>
            <a:chOff x="2358889" y="2253878"/>
            <a:chExt cx="470831" cy="3964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5D3569-EFD2-D262-1321-7FD7FEBB8509}"/>
                </a:ext>
              </a:extLst>
            </p:cNvPr>
            <p:cNvSpPr/>
            <p:nvPr/>
          </p:nvSpPr>
          <p:spPr>
            <a:xfrm>
              <a:off x="2358889" y="2259435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BA0969C-814A-9454-35DC-A6E55E58903F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3E08712-9688-D951-585E-B4650D1CA15D}"/>
              </a:ext>
            </a:extLst>
          </p:cNvPr>
          <p:cNvGrpSpPr/>
          <p:nvPr/>
        </p:nvGrpSpPr>
        <p:grpSpPr>
          <a:xfrm>
            <a:off x="1524000" y="3253053"/>
            <a:ext cx="762000" cy="557842"/>
            <a:chOff x="2438399" y="2185358"/>
            <a:chExt cx="762000" cy="55784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0FD8619-53F2-F990-9363-388613A03B18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0C5358-BB14-CDF0-87AD-00FDFA62D0DD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53490-F9DB-A830-21AA-2971CA9636BA}"/>
              </a:ext>
            </a:extLst>
          </p:cNvPr>
          <p:cNvCxnSpPr>
            <a:stCxn id="34" idx="6"/>
            <a:endCxn id="14" idx="1"/>
          </p:cNvCxnSpPr>
          <p:nvPr/>
        </p:nvCxnSpPr>
        <p:spPr>
          <a:xfrm>
            <a:off x="2057400" y="3658495"/>
            <a:ext cx="413450" cy="2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63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BCD11-15A3-2756-B7A9-4CF586B3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0B98832-8216-2F6F-C410-AD70B83372A4}"/>
              </a:ext>
            </a:extLst>
          </p:cNvPr>
          <p:cNvSpPr/>
          <p:nvPr/>
        </p:nvSpPr>
        <p:spPr>
          <a:xfrm>
            <a:off x="1091077" y="270023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0AC9E-FEF0-AEA7-07B2-C61779CE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0221F-921B-900F-B97C-2AC2C638E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E151173-D184-6269-2626-B7F6BD3A1F48}"/>
              </a:ext>
            </a:extLst>
          </p:cNvPr>
          <p:cNvSpPr/>
          <p:nvPr/>
        </p:nvSpPr>
        <p:spPr>
          <a:xfrm>
            <a:off x="8001000" y="3841750"/>
            <a:ext cx="2286000" cy="23545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0EF3BD-8087-67F0-B7BF-75B283B296BC}"/>
              </a:ext>
            </a:extLst>
          </p:cNvPr>
          <p:cNvGrpSpPr/>
          <p:nvPr/>
        </p:nvGrpSpPr>
        <p:grpSpPr>
          <a:xfrm>
            <a:off x="1992399" y="4290325"/>
            <a:ext cx="470831" cy="367167"/>
            <a:chOff x="2358889" y="2253878"/>
            <a:chExt cx="470831" cy="3964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8CD8C8-FA20-3CC9-77CC-8F190360578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EA3135-5858-300B-FB48-4806B7DA6FEB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D11255-9CE7-4AD6-F247-5D0ED28CEC1A}"/>
              </a:ext>
            </a:extLst>
          </p:cNvPr>
          <p:cNvGrpSpPr/>
          <p:nvPr/>
        </p:nvGrpSpPr>
        <p:grpSpPr>
          <a:xfrm>
            <a:off x="1129278" y="4189088"/>
            <a:ext cx="762000" cy="431580"/>
            <a:chOff x="2589335" y="2497165"/>
            <a:chExt cx="762000" cy="431580"/>
          </a:xfrm>
        </p:grpSpPr>
        <p:sp>
          <p:nvSpPr>
            <p:cNvPr id="29" name="Arrow: Left 28">
              <a:extLst>
                <a:ext uri="{FF2B5EF4-FFF2-40B4-BE49-F238E27FC236}">
                  <a16:creationId xmlns:a16="http://schemas.microsoft.com/office/drawing/2014/main" id="{5395945E-18BA-317B-0E0F-FD41FE7796AD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EE37146-345D-A7F2-20B4-BFDE09576BA1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2E99DA-D3BF-985D-0C84-6AA9B9D77280}"/>
              </a:ext>
            </a:extLst>
          </p:cNvPr>
          <p:cNvGrpSpPr/>
          <p:nvPr/>
        </p:nvGrpSpPr>
        <p:grpSpPr>
          <a:xfrm>
            <a:off x="2470850" y="3474582"/>
            <a:ext cx="470831" cy="367168"/>
            <a:chOff x="2358889" y="2253878"/>
            <a:chExt cx="470831" cy="3964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217A27-A805-B815-35CC-77415ED926E4}"/>
                </a:ext>
              </a:extLst>
            </p:cNvPr>
            <p:cNvSpPr/>
            <p:nvPr/>
          </p:nvSpPr>
          <p:spPr>
            <a:xfrm>
              <a:off x="2358889" y="2259435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768DC8A-B4AC-46FD-7ADD-45D78262E6B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5BE8B9C-E8C7-93EC-1746-EC3D0764BB70}"/>
              </a:ext>
            </a:extLst>
          </p:cNvPr>
          <p:cNvGrpSpPr/>
          <p:nvPr/>
        </p:nvGrpSpPr>
        <p:grpSpPr>
          <a:xfrm>
            <a:off x="1524000" y="3253053"/>
            <a:ext cx="762000" cy="557842"/>
            <a:chOff x="2438399" y="2185358"/>
            <a:chExt cx="762000" cy="55784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1FA994B-839B-30E9-C2DF-BBBACB531DEC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70D486-8645-3B50-FA35-CDA5F4D90CF1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71B909-CD48-E343-8500-DF0EE883AB73}"/>
              </a:ext>
            </a:extLst>
          </p:cNvPr>
          <p:cNvCxnSpPr>
            <a:stCxn id="34" idx="6"/>
            <a:endCxn id="14" idx="1"/>
          </p:cNvCxnSpPr>
          <p:nvPr/>
        </p:nvCxnSpPr>
        <p:spPr>
          <a:xfrm>
            <a:off x="2057400" y="3658495"/>
            <a:ext cx="413450" cy="2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Arrow 5">
            <a:extLst>
              <a:ext uri="{FF2B5EF4-FFF2-40B4-BE49-F238E27FC236}">
                <a16:creationId xmlns:a16="http://schemas.microsoft.com/office/drawing/2014/main" id="{A96C69F4-3926-6676-7C4E-18CCAFFC72CE}"/>
              </a:ext>
            </a:extLst>
          </p:cNvPr>
          <p:cNvSpPr/>
          <p:nvPr/>
        </p:nvSpPr>
        <p:spPr>
          <a:xfrm>
            <a:off x="2885090" y="354938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751E7-BCCB-80EB-6C19-7AF803BC4247}"/>
              </a:ext>
            </a:extLst>
          </p:cNvPr>
          <p:cNvSpPr/>
          <p:nvPr/>
        </p:nvSpPr>
        <p:spPr>
          <a:xfrm>
            <a:off x="1193265" y="1187242"/>
            <a:ext cx="2109323" cy="10335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8533E0-B118-5F54-A5AD-59ADDF47212A}"/>
              </a:ext>
            </a:extLst>
          </p:cNvPr>
          <p:cNvGrpSpPr/>
          <p:nvPr/>
        </p:nvGrpSpPr>
        <p:grpSpPr>
          <a:xfrm>
            <a:off x="2162738" y="1732421"/>
            <a:ext cx="470831" cy="367167"/>
            <a:chOff x="2358889" y="2253878"/>
            <a:chExt cx="470831" cy="39646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AB39326-DC73-FD44-8D67-2CDBB7E563A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EED4EE0-95C1-9E64-1F98-95B0C2B1F360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F49EDE-BB1B-1752-D462-1E21FCFD788D}"/>
              </a:ext>
            </a:extLst>
          </p:cNvPr>
          <p:cNvGrpSpPr/>
          <p:nvPr/>
        </p:nvGrpSpPr>
        <p:grpSpPr>
          <a:xfrm>
            <a:off x="1299617" y="1631184"/>
            <a:ext cx="762000" cy="431580"/>
            <a:chOff x="2589335" y="2497165"/>
            <a:chExt cx="762000" cy="431580"/>
          </a:xfrm>
        </p:grpSpPr>
        <p:sp>
          <p:nvSpPr>
            <p:cNvPr id="31" name="Arrow: Left 30">
              <a:extLst>
                <a:ext uri="{FF2B5EF4-FFF2-40B4-BE49-F238E27FC236}">
                  <a16:creationId xmlns:a16="http://schemas.microsoft.com/office/drawing/2014/main" id="{FDD7D2BB-5CEA-E77D-BAC2-DF29AFE761D7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628B74D-A0FB-7E2E-F531-D5A21059E200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043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81481E-6 L 0.09883 -0.1187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35" y="-594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29B4-09A5-87FD-F24E-790A8A6D1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C95723A-2778-33A6-2B1A-0F259871642E}"/>
              </a:ext>
            </a:extLst>
          </p:cNvPr>
          <p:cNvSpPr/>
          <p:nvPr/>
        </p:nvSpPr>
        <p:spPr>
          <a:xfrm>
            <a:off x="1091077" y="2700236"/>
            <a:ext cx="29475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4CC59-13B3-4838-CAF6-BB21AE99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D2ADB-C403-40EF-1BCB-97C8DD9F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D92E6A-8F58-5B78-4E83-3A204DBF96CE}"/>
              </a:ext>
            </a:extLst>
          </p:cNvPr>
          <p:cNvSpPr/>
          <p:nvPr/>
        </p:nvSpPr>
        <p:spPr>
          <a:xfrm>
            <a:off x="4261550" y="2700236"/>
            <a:ext cx="2947523" cy="20241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7B0637-90D7-2C33-C1A5-376035DCBD72}"/>
              </a:ext>
            </a:extLst>
          </p:cNvPr>
          <p:cNvGrpSpPr/>
          <p:nvPr/>
        </p:nvGrpSpPr>
        <p:grpSpPr>
          <a:xfrm>
            <a:off x="3189889" y="3474582"/>
            <a:ext cx="470831" cy="367167"/>
            <a:chOff x="2358889" y="2253878"/>
            <a:chExt cx="470831" cy="3964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2E13C5-9CEC-7CE7-9BDA-44720060BBB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D886E5-DDDB-0390-3A84-BD023AD25A29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D774B4-1E82-6B70-5644-B59F6152A94A}"/>
              </a:ext>
            </a:extLst>
          </p:cNvPr>
          <p:cNvGrpSpPr/>
          <p:nvPr/>
        </p:nvGrpSpPr>
        <p:grpSpPr>
          <a:xfrm>
            <a:off x="2470850" y="3474582"/>
            <a:ext cx="470831" cy="367168"/>
            <a:chOff x="2358889" y="2253878"/>
            <a:chExt cx="470831" cy="3964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0ED58E-177B-4DF8-D3F4-35ABC4F99456}"/>
                </a:ext>
              </a:extLst>
            </p:cNvPr>
            <p:cNvSpPr/>
            <p:nvPr/>
          </p:nvSpPr>
          <p:spPr>
            <a:xfrm>
              <a:off x="2358889" y="2259435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EDC852-E2B0-89FE-E375-0E92AFA6F9F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460EBED-05A1-A85E-D46F-383116508B77}"/>
              </a:ext>
            </a:extLst>
          </p:cNvPr>
          <p:cNvGrpSpPr/>
          <p:nvPr/>
        </p:nvGrpSpPr>
        <p:grpSpPr>
          <a:xfrm>
            <a:off x="1524000" y="3253053"/>
            <a:ext cx="762000" cy="557842"/>
            <a:chOff x="2438399" y="2185358"/>
            <a:chExt cx="762000" cy="55784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74EB24C-C07C-FEA4-F87B-03D6220DE54D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A0F8B9B-8048-8417-CE6E-F53D4B398DB5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DEE48E-C796-D2F4-9E28-596C1D14D415}"/>
              </a:ext>
            </a:extLst>
          </p:cNvPr>
          <p:cNvCxnSpPr>
            <a:stCxn id="34" idx="6"/>
            <a:endCxn id="14" idx="1"/>
          </p:cNvCxnSpPr>
          <p:nvPr/>
        </p:nvCxnSpPr>
        <p:spPr>
          <a:xfrm>
            <a:off x="2057400" y="3658495"/>
            <a:ext cx="413450" cy="2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A8E2DB7-C828-C869-7177-F81EDBAFA040}"/>
              </a:ext>
            </a:extLst>
          </p:cNvPr>
          <p:cNvGrpSpPr/>
          <p:nvPr/>
        </p:nvGrpSpPr>
        <p:grpSpPr>
          <a:xfrm>
            <a:off x="5162771" y="4243848"/>
            <a:ext cx="470831" cy="367167"/>
            <a:chOff x="2358889" y="2253878"/>
            <a:chExt cx="470831" cy="39646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01F13F7-D6C4-E366-2CDE-84E27F9704D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1051154-534D-2923-9DD6-8B8A102D55F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DFFA60-B2F4-692C-FF97-47FB8E0BDBB2}"/>
              </a:ext>
            </a:extLst>
          </p:cNvPr>
          <p:cNvGrpSpPr/>
          <p:nvPr/>
        </p:nvGrpSpPr>
        <p:grpSpPr>
          <a:xfrm>
            <a:off x="4299650" y="4142611"/>
            <a:ext cx="762000" cy="431580"/>
            <a:chOff x="2589335" y="2497165"/>
            <a:chExt cx="762000" cy="431580"/>
          </a:xfrm>
        </p:grpSpPr>
        <p:sp>
          <p:nvSpPr>
            <p:cNvPr id="26" name="Arrow: Left 25">
              <a:extLst>
                <a:ext uri="{FF2B5EF4-FFF2-40B4-BE49-F238E27FC236}">
                  <a16:creationId xmlns:a16="http://schemas.microsoft.com/office/drawing/2014/main" id="{1BD13AB2-DF8E-D857-EE51-2183C486A954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9312B11-D8CD-9B4D-6C23-924B4D0DC85A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sp>
        <p:nvSpPr>
          <p:cNvPr id="11" name="Right Arrow 5">
            <a:extLst>
              <a:ext uri="{FF2B5EF4-FFF2-40B4-BE49-F238E27FC236}">
                <a16:creationId xmlns:a16="http://schemas.microsoft.com/office/drawing/2014/main" id="{BF5FAC31-E428-0379-104D-3D3B18B53FAA}"/>
              </a:ext>
            </a:extLst>
          </p:cNvPr>
          <p:cNvSpPr/>
          <p:nvPr/>
        </p:nvSpPr>
        <p:spPr>
          <a:xfrm>
            <a:off x="2885090" y="354938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6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4AEC-8B7C-E6EF-281E-67968A3E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1DE4861-83BF-7C5B-7F5F-0B1ADDC04881}"/>
              </a:ext>
            </a:extLst>
          </p:cNvPr>
          <p:cNvSpPr/>
          <p:nvPr/>
        </p:nvSpPr>
        <p:spPr>
          <a:xfrm>
            <a:off x="1091077" y="2700236"/>
            <a:ext cx="3938123" cy="20241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SG" dirty="0" err="1"/>
              <a:t>recursive_reverse</a:t>
            </a:r>
            <a:r>
              <a:rPr lang="en-SG" dirty="0"/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BC7D2-8E16-A4E9-DF18-4052D25E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FD1B2-90C3-B1C3-6984-D6624CA9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700236"/>
            <a:ext cx="3496163" cy="1457528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AC893D-9784-59DE-B683-12B6F361A127}"/>
              </a:ext>
            </a:extLst>
          </p:cNvPr>
          <p:cNvSpPr/>
          <p:nvPr/>
        </p:nvSpPr>
        <p:spPr>
          <a:xfrm>
            <a:off x="8001000" y="3841750"/>
            <a:ext cx="2286000" cy="23545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AEDDD3-6F5B-D790-DCEC-53374C0D43D0}"/>
              </a:ext>
            </a:extLst>
          </p:cNvPr>
          <p:cNvGrpSpPr/>
          <p:nvPr/>
        </p:nvGrpSpPr>
        <p:grpSpPr>
          <a:xfrm>
            <a:off x="1992399" y="4290325"/>
            <a:ext cx="470831" cy="367167"/>
            <a:chOff x="2358889" y="2253878"/>
            <a:chExt cx="470831" cy="3964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1D967A-1A42-26A2-BF93-E6CD4E37853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6761FB-BE0E-4842-B439-50E0207FFA7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684EC5B-10DF-5939-FFB1-455324312982}"/>
              </a:ext>
            </a:extLst>
          </p:cNvPr>
          <p:cNvGrpSpPr/>
          <p:nvPr/>
        </p:nvGrpSpPr>
        <p:grpSpPr>
          <a:xfrm>
            <a:off x="1129278" y="4189088"/>
            <a:ext cx="762000" cy="431580"/>
            <a:chOff x="2589335" y="2497165"/>
            <a:chExt cx="762000" cy="431580"/>
          </a:xfrm>
        </p:grpSpPr>
        <p:sp>
          <p:nvSpPr>
            <p:cNvPr id="29" name="Arrow: Left 28">
              <a:extLst>
                <a:ext uri="{FF2B5EF4-FFF2-40B4-BE49-F238E27FC236}">
                  <a16:creationId xmlns:a16="http://schemas.microsoft.com/office/drawing/2014/main" id="{076F9929-1FCC-9610-00E3-4E921538BCD6}"/>
                </a:ext>
              </a:extLst>
            </p:cNvPr>
            <p:cNvSpPr/>
            <p:nvPr/>
          </p:nvSpPr>
          <p:spPr>
            <a:xfrm rot="10800000">
              <a:off x="2682930" y="2735509"/>
              <a:ext cx="609599" cy="19323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F11FCC-B0FF-A298-B642-3589B9801548}"/>
                </a:ext>
              </a:extLst>
            </p:cNvPr>
            <p:cNvSpPr/>
            <p:nvPr/>
          </p:nvSpPr>
          <p:spPr>
            <a:xfrm>
              <a:off x="2589335" y="2497165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item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ED3173F-3EEA-D2E6-61A5-7E6BE09E59DD}"/>
              </a:ext>
            </a:extLst>
          </p:cNvPr>
          <p:cNvGrpSpPr/>
          <p:nvPr/>
        </p:nvGrpSpPr>
        <p:grpSpPr>
          <a:xfrm>
            <a:off x="3189889" y="3474582"/>
            <a:ext cx="470831" cy="367167"/>
            <a:chOff x="2358889" y="2253878"/>
            <a:chExt cx="470831" cy="3964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568A10-9A06-A884-7E75-0F08FA4F618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7AE5E1-A88C-5D4B-E4ED-0695F323372A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4B5AAA-DC16-FE06-4207-27DF59D199EC}"/>
              </a:ext>
            </a:extLst>
          </p:cNvPr>
          <p:cNvGrpSpPr/>
          <p:nvPr/>
        </p:nvGrpSpPr>
        <p:grpSpPr>
          <a:xfrm>
            <a:off x="2470850" y="3474582"/>
            <a:ext cx="470831" cy="367168"/>
            <a:chOff x="2358889" y="2253878"/>
            <a:chExt cx="470831" cy="39646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53B94BA-60C7-3FBF-3B2A-F2E230F2585D}"/>
                </a:ext>
              </a:extLst>
            </p:cNvPr>
            <p:cNvSpPr/>
            <p:nvPr/>
          </p:nvSpPr>
          <p:spPr>
            <a:xfrm>
              <a:off x="2358889" y="2259435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86FF68F-69D5-377D-82A4-43D02DFB65C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5AA84F-EA0B-DFE1-5CE7-0B21F3BFB593}"/>
              </a:ext>
            </a:extLst>
          </p:cNvPr>
          <p:cNvGrpSpPr/>
          <p:nvPr/>
        </p:nvGrpSpPr>
        <p:grpSpPr>
          <a:xfrm>
            <a:off x="1524000" y="3253053"/>
            <a:ext cx="762000" cy="557842"/>
            <a:chOff x="2438399" y="2185358"/>
            <a:chExt cx="762000" cy="55784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984D64B-A825-1C5D-FB80-CA844A0C9952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FAC4ABB-B424-638C-F3DB-A69BC4C68AB0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0CAB867-FEA8-A3B8-523F-39151B676F02}"/>
              </a:ext>
            </a:extLst>
          </p:cNvPr>
          <p:cNvCxnSpPr>
            <a:stCxn id="26" idx="6"/>
            <a:endCxn id="21" idx="1"/>
          </p:cNvCxnSpPr>
          <p:nvPr/>
        </p:nvCxnSpPr>
        <p:spPr>
          <a:xfrm>
            <a:off x="2057400" y="3658495"/>
            <a:ext cx="413450" cy="2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ight Arrow 5">
            <a:extLst>
              <a:ext uri="{FF2B5EF4-FFF2-40B4-BE49-F238E27FC236}">
                <a16:creationId xmlns:a16="http://schemas.microsoft.com/office/drawing/2014/main" id="{49EB19A1-28E7-07C7-8C8E-BD3B6F3864E7}"/>
              </a:ext>
            </a:extLst>
          </p:cNvPr>
          <p:cNvSpPr/>
          <p:nvPr/>
        </p:nvSpPr>
        <p:spPr>
          <a:xfrm>
            <a:off x="2885090" y="354938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38" name="Right Arrow 5">
            <a:extLst>
              <a:ext uri="{FF2B5EF4-FFF2-40B4-BE49-F238E27FC236}">
                <a16:creationId xmlns:a16="http://schemas.microsoft.com/office/drawing/2014/main" id="{006E3689-0BA2-3E60-4DF1-6F12B81DB6F9}"/>
              </a:ext>
            </a:extLst>
          </p:cNvPr>
          <p:cNvSpPr/>
          <p:nvPr/>
        </p:nvSpPr>
        <p:spPr>
          <a:xfrm>
            <a:off x="3617163" y="3549385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53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81481E-6 L 0.15951 -0.119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-599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75C3FB8-3FDB-6A65-5AA0-302538AC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6DB376C-717E-610D-BBC2-000C612045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C734C-E319-B65A-E8D4-0F21EA55EBF3}"/>
              </a:ext>
            </a:extLst>
          </p:cNvPr>
          <p:cNvSpPr/>
          <p:nvPr/>
        </p:nvSpPr>
        <p:spPr>
          <a:xfrm>
            <a:off x="1295400" y="919669"/>
            <a:ext cx="9601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SG" dirty="0"/>
          </a:p>
          <a:p>
            <a:r>
              <a:rPr lang="en-SG" dirty="0"/>
              <a:t> </a:t>
            </a:r>
          </a:p>
          <a:p>
            <a:r>
              <a:rPr lang="en-SG" dirty="0"/>
              <a:t>3. Write a function palindrome() that determines whether a given string is a palindrome. The function accepts a single parameter: the word (a string). The function should return True if the string is a palindrome and False otherwise. The function should ignore whitespace, case, and punctuation. The function definition is as follows: </a:t>
            </a:r>
          </a:p>
          <a:p>
            <a:endParaRPr lang="en-SG" dirty="0"/>
          </a:p>
          <a:p>
            <a:r>
              <a:rPr lang="en-SG" dirty="0"/>
              <a:t>	def palindrome(word): </a:t>
            </a:r>
          </a:p>
          <a:p>
            <a:endParaRPr lang="en-SG" dirty="0"/>
          </a:p>
          <a:p>
            <a:endParaRPr lang="en-SG" dirty="0"/>
          </a:p>
          <a:p>
            <a:r>
              <a:rPr lang="en-SG" i="1" dirty="0"/>
              <a:t>Sample output: </a:t>
            </a:r>
            <a:endParaRPr lang="en-SG" dirty="0"/>
          </a:p>
          <a:p>
            <a:r>
              <a:rPr lang="en-SG" dirty="0"/>
              <a:t>Enter a string: A man a plan a canal Panama </a:t>
            </a:r>
            <a:br>
              <a:rPr lang="en-SG" dirty="0"/>
            </a:br>
            <a:r>
              <a:rPr lang="en-SG" dirty="0"/>
              <a:t>The string is a palindrome. </a:t>
            </a:r>
          </a:p>
          <a:p>
            <a:endParaRPr lang="en-SG" dirty="0"/>
          </a:p>
          <a:p>
            <a:r>
              <a:rPr lang="en-SG" dirty="0"/>
              <a:t>Enter a string: Superman in the sky </a:t>
            </a:r>
            <a:br>
              <a:rPr lang="en-SG" dirty="0"/>
            </a:br>
            <a:r>
              <a:rPr lang="en-SG" dirty="0"/>
              <a:t>The string is not a palindrome.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068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7B10-4E58-B781-6A54-30CA89D8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123C-EFDF-E323-8837-FC95D1A2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42088-0C5F-4813-DA3B-14040B6D5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2423972"/>
            <a:ext cx="3524742" cy="201005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75F49BB-7940-2A40-B8A9-5EA13DEFF6F1}"/>
              </a:ext>
            </a:extLst>
          </p:cNvPr>
          <p:cNvGrpSpPr/>
          <p:nvPr/>
        </p:nvGrpSpPr>
        <p:grpSpPr>
          <a:xfrm>
            <a:off x="1979736" y="4520123"/>
            <a:ext cx="609600" cy="619510"/>
            <a:chOff x="2514600" y="3038088"/>
            <a:chExt cx="609600" cy="6195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F25D11-EB27-9D3F-9FFE-447701CB09DC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9CC099-3A59-63F4-DF8F-5449326AB322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" name="Right Arrow 5">
              <a:extLst>
                <a:ext uri="{FF2B5EF4-FFF2-40B4-BE49-F238E27FC236}">
                  <a16:creationId xmlns:a16="http://schemas.microsoft.com/office/drawing/2014/main" id="{33D653F4-A414-E71E-7971-F228C8BA67D1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B75D754-55E8-51AD-C4B4-C58AD0E73D47}"/>
              </a:ext>
            </a:extLst>
          </p:cNvPr>
          <p:cNvGrpSpPr/>
          <p:nvPr/>
        </p:nvGrpSpPr>
        <p:grpSpPr>
          <a:xfrm>
            <a:off x="1979736" y="5159119"/>
            <a:ext cx="609600" cy="390912"/>
            <a:chOff x="2514600" y="3038088"/>
            <a:chExt cx="609600" cy="3909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E6F62B-4D70-39E5-A7BA-A90B09C10C83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76DA6E-3CE8-DDC3-B6B9-1BCC64C70B37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790AF4-C53D-54C2-5364-03715B403FDF}"/>
              </a:ext>
            </a:extLst>
          </p:cNvPr>
          <p:cNvGrpSpPr/>
          <p:nvPr/>
        </p:nvGrpSpPr>
        <p:grpSpPr>
          <a:xfrm>
            <a:off x="1972906" y="3881127"/>
            <a:ext cx="609600" cy="619510"/>
            <a:chOff x="2514600" y="3038088"/>
            <a:chExt cx="609600" cy="61951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C66F7D-8D2F-BC98-677E-8A412E2B8DDE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316C58-5C14-FB57-9AEF-282E6D1BEF59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5" name="Right Arrow 5">
              <a:extLst>
                <a:ext uri="{FF2B5EF4-FFF2-40B4-BE49-F238E27FC236}">
                  <a16:creationId xmlns:a16="http://schemas.microsoft.com/office/drawing/2014/main" id="{EEBD86DA-C1C4-4F95-9CFC-3DD7186B53C2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1CD71B-8218-92B4-BF29-CA7C8C0EF1DF}"/>
              </a:ext>
            </a:extLst>
          </p:cNvPr>
          <p:cNvGrpSpPr/>
          <p:nvPr/>
        </p:nvGrpSpPr>
        <p:grpSpPr>
          <a:xfrm>
            <a:off x="1972905" y="3251168"/>
            <a:ext cx="609600" cy="619510"/>
            <a:chOff x="2514600" y="3038088"/>
            <a:chExt cx="609600" cy="61951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DCE9C0-34A6-4B15-7BE1-26BEC03FB43A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C42ADF-FB8B-D393-EA10-7A8FD8C9E2E3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9" name="Right Arrow 5">
              <a:extLst>
                <a:ext uri="{FF2B5EF4-FFF2-40B4-BE49-F238E27FC236}">
                  <a16:creationId xmlns:a16="http://schemas.microsoft.com/office/drawing/2014/main" id="{EF213BF6-6623-A2E4-F569-E33F2D37FAE1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329A86-05A4-3E9B-D52F-9C186052DFBD}"/>
              </a:ext>
            </a:extLst>
          </p:cNvPr>
          <p:cNvGrpSpPr/>
          <p:nvPr/>
        </p:nvGrpSpPr>
        <p:grpSpPr>
          <a:xfrm>
            <a:off x="1961403" y="2616253"/>
            <a:ext cx="609600" cy="619510"/>
            <a:chOff x="2514600" y="3038088"/>
            <a:chExt cx="609600" cy="61951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AFD51D7-B32A-EEE1-4AF4-3EFB1895CF1C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550DF15-3C03-C925-FFF6-E2FE27B737D7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3" name="Right Arrow 5">
              <a:extLst>
                <a:ext uri="{FF2B5EF4-FFF2-40B4-BE49-F238E27FC236}">
                  <a16:creationId xmlns:a16="http://schemas.microsoft.com/office/drawing/2014/main" id="{6D78DCB6-B235-CEDC-1C87-0804DA1DB681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9B79C2-9A69-4BC5-9B22-A23DD146F0FA}"/>
              </a:ext>
            </a:extLst>
          </p:cNvPr>
          <p:cNvGrpSpPr/>
          <p:nvPr/>
        </p:nvGrpSpPr>
        <p:grpSpPr>
          <a:xfrm>
            <a:off x="3640014" y="3797796"/>
            <a:ext cx="470831" cy="367167"/>
            <a:chOff x="2358889" y="2253878"/>
            <a:chExt cx="470831" cy="39646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16DF6F1-ACC2-829A-6931-C01ACD00BDE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73B6A1E-38A4-8960-B3EF-6CF8CEE195B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27" name="Right Arrow 5">
            <a:extLst>
              <a:ext uri="{FF2B5EF4-FFF2-40B4-BE49-F238E27FC236}">
                <a16:creationId xmlns:a16="http://schemas.microsoft.com/office/drawing/2014/main" id="{1F6ADBDD-A096-3AB9-2F88-310E8B53CEBC}"/>
              </a:ext>
            </a:extLst>
          </p:cNvPr>
          <p:cNvSpPr/>
          <p:nvPr/>
        </p:nvSpPr>
        <p:spPr>
          <a:xfrm>
            <a:off x="4062426" y="3872599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3DD5E95-25BE-360A-E760-2CD813B53FFB}"/>
              </a:ext>
            </a:extLst>
          </p:cNvPr>
          <p:cNvGrpSpPr/>
          <p:nvPr/>
        </p:nvGrpSpPr>
        <p:grpSpPr>
          <a:xfrm>
            <a:off x="4367225" y="3800368"/>
            <a:ext cx="470831" cy="367167"/>
            <a:chOff x="2358889" y="2253878"/>
            <a:chExt cx="470831" cy="39646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32CD086-CBF5-FA15-DA97-FBBF0790CD2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F571F20-23AD-C29C-8C60-9AD3AA348AA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1" name="Right Arrow 5">
            <a:extLst>
              <a:ext uri="{FF2B5EF4-FFF2-40B4-BE49-F238E27FC236}">
                <a16:creationId xmlns:a16="http://schemas.microsoft.com/office/drawing/2014/main" id="{CF17EFB5-68C0-2530-FEC6-3E45A5BCE874}"/>
              </a:ext>
            </a:extLst>
          </p:cNvPr>
          <p:cNvSpPr/>
          <p:nvPr/>
        </p:nvSpPr>
        <p:spPr>
          <a:xfrm>
            <a:off x="4789637" y="3875171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335BF2F-5F5E-344F-8E0B-1F3AA4F7DC82}"/>
              </a:ext>
            </a:extLst>
          </p:cNvPr>
          <p:cNvGrpSpPr/>
          <p:nvPr/>
        </p:nvGrpSpPr>
        <p:grpSpPr>
          <a:xfrm>
            <a:off x="5098585" y="3797796"/>
            <a:ext cx="470831" cy="367167"/>
            <a:chOff x="2358889" y="2253878"/>
            <a:chExt cx="470831" cy="39646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0F869C0-F25C-7BDD-97AF-AB905BB6FF6D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1FE4682-F52B-E56E-617F-91A5C33B9CF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5" name="Right Arrow 5">
            <a:extLst>
              <a:ext uri="{FF2B5EF4-FFF2-40B4-BE49-F238E27FC236}">
                <a16:creationId xmlns:a16="http://schemas.microsoft.com/office/drawing/2014/main" id="{B2203BC8-9652-A756-23B7-112DD511C169}"/>
              </a:ext>
            </a:extLst>
          </p:cNvPr>
          <p:cNvSpPr/>
          <p:nvPr/>
        </p:nvSpPr>
        <p:spPr>
          <a:xfrm>
            <a:off x="5520997" y="3872599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D760F8-E1B8-422C-9268-3CBBF67D3A50}"/>
              </a:ext>
            </a:extLst>
          </p:cNvPr>
          <p:cNvGrpSpPr/>
          <p:nvPr/>
        </p:nvGrpSpPr>
        <p:grpSpPr>
          <a:xfrm>
            <a:off x="5829945" y="3795224"/>
            <a:ext cx="470831" cy="367167"/>
            <a:chOff x="2358889" y="2253878"/>
            <a:chExt cx="470831" cy="39646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38EBD0F-61EA-50BE-C491-297B1B95FC9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280C9F4-677C-7E53-1055-E86FF156997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9" name="Right Arrow 5">
            <a:extLst>
              <a:ext uri="{FF2B5EF4-FFF2-40B4-BE49-F238E27FC236}">
                <a16:creationId xmlns:a16="http://schemas.microsoft.com/office/drawing/2014/main" id="{F1ECCE8B-19F4-A14A-B348-9AA843E18A21}"/>
              </a:ext>
            </a:extLst>
          </p:cNvPr>
          <p:cNvSpPr/>
          <p:nvPr/>
        </p:nvSpPr>
        <p:spPr>
          <a:xfrm>
            <a:off x="6252357" y="3870027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E3DAE13-78BD-0119-B72A-57B972BA6F42}"/>
              </a:ext>
            </a:extLst>
          </p:cNvPr>
          <p:cNvGrpSpPr/>
          <p:nvPr/>
        </p:nvGrpSpPr>
        <p:grpSpPr>
          <a:xfrm>
            <a:off x="6561305" y="3792652"/>
            <a:ext cx="470831" cy="367167"/>
            <a:chOff x="2358889" y="2253878"/>
            <a:chExt cx="470831" cy="39646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A6C07D2-4856-A74B-0526-2CF8B1AF53C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1E6B162-1004-B5E3-4BD0-1DBA992DE219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6E5EFF5-9B53-2EC2-C014-A4D989E79F4A}"/>
              </a:ext>
            </a:extLst>
          </p:cNvPr>
          <p:cNvSpPr/>
          <p:nvPr/>
        </p:nvSpPr>
        <p:spPr>
          <a:xfrm>
            <a:off x="8490708" y="3528061"/>
            <a:ext cx="3187434" cy="90596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48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35" grpId="0" animBg="1"/>
      <p:bldP spid="3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3B52-9C39-7595-3BAA-3626E5983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065A-869F-539C-ED01-7D9BD5D0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  <a:endParaRPr lang="en-SG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FA32DF8-129E-52EA-277C-4909C73CD5AB}"/>
              </a:ext>
            </a:extLst>
          </p:cNvPr>
          <p:cNvGrpSpPr/>
          <p:nvPr/>
        </p:nvGrpSpPr>
        <p:grpSpPr>
          <a:xfrm>
            <a:off x="1979736" y="4520123"/>
            <a:ext cx="609600" cy="619510"/>
            <a:chOff x="2514600" y="3038088"/>
            <a:chExt cx="609600" cy="6195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A76BF9-6642-99E0-561E-D49B5EA30A24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C6D82A-6C8A-E7FF-BFC0-BFF43B1A2F3E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" name="Right Arrow 5">
              <a:extLst>
                <a:ext uri="{FF2B5EF4-FFF2-40B4-BE49-F238E27FC236}">
                  <a16:creationId xmlns:a16="http://schemas.microsoft.com/office/drawing/2014/main" id="{ABEBDDC9-E5DC-5803-EF90-543CC2F50633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AE3872-19CE-ABD6-F741-9C125755616B}"/>
              </a:ext>
            </a:extLst>
          </p:cNvPr>
          <p:cNvGrpSpPr/>
          <p:nvPr/>
        </p:nvGrpSpPr>
        <p:grpSpPr>
          <a:xfrm>
            <a:off x="1979736" y="5159119"/>
            <a:ext cx="609600" cy="390912"/>
            <a:chOff x="2514600" y="3038088"/>
            <a:chExt cx="609600" cy="3909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794F0E-0A23-597D-AED2-826977ACF15A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49B603-4F95-FB6D-16CC-9877E1036150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D266DE-2960-5EF9-DAE1-529175D44A3E}"/>
              </a:ext>
            </a:extLst>
          </p:cNvPr>
          <p:cNvGrpSpPr/>
          <p:nvPr/>
        </p:nvGrpSpPr>
        <p:grpSpPr>
          <a:xfrm>
            <a:off x="1972906" y="3881127"/>
            <a:ext cx="609600" cy="619510"/>
            <a:chOff x="2514600" y="3038088"/>
            <a:chExt cx="609600" cy="61951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A5130C-8C6A-7F05-1C40-65933820965C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D60A36-6B35-7D5E-B652-473F12B46B9A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5" name="Right Arrow 5">
              <a:extLst>
                <a:ext uri="{FF2B5EF4-FFF2-40B4-BE49-F238E27FC236}">
                  <a16:creationId xmlns:a16="http://schemas.microsoft.com/office/drawing/2014/main" id="{73257FE2-5F4D-51A8-0BA4-BC32E1EAD1B7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ACA670-FDF4-9B3A-6B2C-4777A056E90A}"/>
              </a:ext>
            </a:extLst>
          </p:cNvPr>
          <p:cNvGrpSpPr/>
          <p:nvPr/>
        </p:nvGrpSpPr>
        <p:grpSpPr>
          <a:xfrm>
            <a:off x="1972905" y="3251168"/>
            <a:ext cx="609600" cy="619510"/>
            <a:chOff x="2514600" y="3038088"/>
            <a:chExt cx="609600" cy="61951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AA4B858-4A37-CFF5-4A30-2BDE779B609C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ECE681-A67D-7B60-9F9B-9DA622660EF2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9" name="Right Arrow 5">
              <a:extLst>
                <a:ext uri="{FF2B5EF4-FFF2-40B4-BE49-F238E27FC236}">
                  <a16:creationId xmlns:a16="http://schemas.microsoft.com/office/drawing/2014/main" id="{18DFFB33-2E07-03D7-90D4-058E8C130C64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A6985C-FC41-7DC4-1445-2C0477DE30AA}"/>
              </a:ext>
            </a:extLst>
          </p:cNvPr>
          <p:cNvGrpSpPr/>
          <p:nvPr/>
        </p:nvGrpSpPr>
        <p:grpSpPr>
          <a:xfrm>
            <a:off x="1961403" y="2616253"/>
            <a:ext cx="609600" cy="619510"/>
            <a:chOff x="2514600" y="3038088"/>
            <a:chExt cx="609600" cy="61951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D8071C-6BE8-23DC-B962-15FA22BB13B3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CF1260-05EA-1E93-2527-3083C554A6A0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3" name="Right Arrow 5">
              <a:extLst>
                <a:ext uri="{FF2B5EF4-FFF2-40B4-BE49-F238E27FC236}">
                  <a16:creationId xmlns:a16="http://schemas.microsoft.com/office/drawing/2014/main" id="{76228B12-15AB-0787-A4B4-7EDD7F351179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8BEF330-A5CA-AE24-3A5B-C6325E092674}"/>
              </a:ext>
            </a:extLst>
          </p:cNvPr>
          <p:cNvGrpSpPr/>
          <p:nvPr/>
        </p:nvGrpSpPr>
        <p:grpSpPr>
          <a:xfrm>
            <a:off x="3640014" y="3797796"/>
            <a:ext cx="470831" cy="367167"/>
            <a:chOff x="2358889" y="2253878"/>
            <a:chExt cx="470831" cy="39646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B198206-FEB8-D923-5938-61F91FEB4F0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60DE32-606B-D708-49FE-9D3F496EC800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27" name="Right Arrow 5">
            <a:extLst>
              <a:ext uri="{FF2B5EF4-FFF2-40B4-BE49-F238E27FC236}">
                <a16:creationId xmlns:a16="http://schemas.microsoft.com/office/drawing/2014/main" id="{D9D877E1-B6E4-75C9-8936-4BF26D14977D}"/>
              </a:ext>
            </a:extLst>
          </p:cNvPr>
          <p:cNvSpPr/>
          <p:nvPr/>
        </p:nvSpPr>
        <p:spPr>
          <a:xfrm>
            <a:off x="4062426" y="3872599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BF0394-F01D-9B5E-E9EA-A21AC005C20C}"/>
              </a:ext>
            </a:extLst>
          </p:cNvPr>
          <p:cNvGrpSpPr/>
          <p:nvPr/>
        </p:nvGrpSpPr>
        <p:grpSpPr>
          <a:xfrm>
            <a:off x="4367225" y="3800368"/>
            <a:ext cx="470831" cy="367167"/>
            <a:chOff x="2358889" y="2253878"/>
            <a:chExt cx="470831" cy="39646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54EB996-7DA6-3637-313F-74901983D67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C0E23E-7FA7-93B0-9DAD-E08612A5157F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1" name="Right Arrow 5">
            <a:extLst>
              <a:ext uri="{FF2B5EF4-FFF2-40B4-BE49-F238E27FC236}">
                <a16:creationId xmlns:a16="http://schemas.microsoft.com/office/drawing/2014/main" id="{AC62BBA7-0F0C-53D7-3C7F-2C37C517A2F8}"/>
              </a:ext>
            </a:extLst>
          </p:cNvPr>
          <p:cNvSpPr/>
          <p:nvPr/>
        </p:nvSpPr>
        <p:spPr>
          <a:xfrm>
            <a:off x="4789637" y="3875171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8DE404-89D3-8FB0-99E7-1EBAB89871B4}"/>
              </a:ext>
            </a:extLst>
          </p:cNvPr>
          <p:cNvGrpSpPr/>
          <p:nvPr/>
        </p:nvGrpSpPr>
        <p:grpSpPr>
          <a:xfrm>
            <a:off x="5098585" y="3797796"/>
            <a:ext cx="470831" cy="367167"/>
            <a:chOff x="2358889" y="2253878"/>
            <a:chExt cx="470831" cy="39646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7110BF8-39E9-E977-1CDF-D04F7FE960B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20F8D5-A60A-26A8-37A0-9F630FF81EDE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5" name="Right Arrow 5">
            <a:extLst>
              <a:ext uri="{FF2B5EF4-FFF2-40B4-BE49-F238E27FC236}">
                <a16:creationId xmlns:a16="http://schemas.microsoft.com/office/drawing/2014/main" id="{F38765BA-7397-CDB1-094A-C804362443A4}"/>
              </a:ext>
            </a:extLst>
          </p:cNvPr>
          <p:cNvSpPr/>
          <p:nvPr/>
        </p:nvSpPr>
        <p:spPr>
          <a:xfrm>
            <a:off x="5520997" y="3872599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117B9D-FB1B-D5FB-DADE-7EDA3E51DE5A}"/>
              </a:ext>
            </a:extLst>
          </p:cNvPr>
          <p:cNvGrpSpPr/>
          <p:nvPr/>
        </p:nvGrpSpPr>
        <p:grpSpPr>
          <a:xfrm>
            <a:off x="5829945" y="3795224"/>
            <a:ext cx="470831" cy="367167"/>
            <a:chOff x="2358889" y="2253878"/>
            <a:chExt cx="470831" cy="39646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E2198D1-B08C-3E73-98F6-B1D0558A087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17AD0F6-4A08-776F-F5D4-B5F480F2761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9" name="Right Arrow 5">
            <a:extLst>
              <a:ext uri="{FF2B5EF4-FFF2-40B4-BE49-F238E27FC236}">
                <a16:creationId xmlns:a16="http://schemas.microsoft.com/office/drawing/2014/main" id="{28D67171-E221-09BC-4AE0-96EE7D899D83}"/>
              </a:ext>
            </a:extLst>
          </p:cNvPr>
          <p:cNvSpPr/>
          <p:nvPr/>
        </p:nvSpPr>
        <p:spPr>
          <a:xfrm>
            <a:off x="6252357" y="3870027"/>
            <a:ext cx="304799" cy="217559"/>
          </a:xfrm>
          <a:prstGeom prst="right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ED6FA3C-1657-1FD8-527B-F6EBC683DFB6}"/>
              </a:ext>
            </a:extLst>
          </p:cNvPr>
          <p:cNvGrpSpPr/>
          <p:nvPr/>
        </p:nvGrpSpPr>
        <p:grpSpPr>
          <a:xfrm>
            <a:off x="6561305" y="3792652"/>
            <a:ext cx="470831" cy="367167"/>
            <a:chOff x="2358889" y="2253878"/>
            <a:chExt cx="470831" cy="39646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6F0A6E9-3DCD-2DC4-AF01-A21E95A24E9E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76E37B5-AB66-BBF2-BFCB-4F86C087796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3B0E132-E50E-113A-C18A-896FCD2F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852" y="1244814"/>
            <a:ext cx="5468113" cy="1609950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DB7A968-E3B3-AD8F-9471-19163C71E40C}"/>
              </a:ext>
            </a:extLst>
          </p:cNvPr>
          <p:cNvSpPr/>
          <p:nvPr/>
        </p:nvSpPr>
        <p:spPr>
          <a:xfrm>
            <a:off x="6200355" y="1229574"/>
            <a:ext cx="5475609" cy="9802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539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35" grpId="0" animBg="1"/>
      <p:bldP spid="3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3BDE652-A6B1-8E1E-9445-F7414275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2A5EB0-05CF-9F1E-7CB5-CBCEDEB8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9BA0D-418B-275A-6C9D-95F4ACB60D19}"/>
              </a:ext>
            </a:extLst>
          </p:cNvPr>
          <p:cNvSpPr/>
          <p:nvPr/>
        </p:nvSpPr>
        <p:spPr>
          <a:xfrm>
            <a:off x="1295400" y="919669"/>
            <a:ext cx="9601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SG" dirty="0"/>
          </a:p>
          <a:p>
            <a:r>
              <a:rPr lang="en-SG" dirty="0"/>
              <a:t> </a:t>
            </a:r>
          </a:p>
          <a:p>
            <a:r>
              <a:rPr lang="en-SG" dirty="0"/>
              <a:t>4. Write a function balanced() that determines if an expression comprised of the characters ()[]{} is balanced. The function accepts a single parameter: the expression (a string). The function should return True if the expression is balanced and False otherwise. The function definition is as follows:</a:t>
            </a:r>
          </a:p>
          <a:p>
            <a:r>
              <a:rPr lang="en-SG" dirty="0"/>
              <a:t> </a:t>
            </a:r>
          </a:p>
          <a:p>
            <a:r>
              <a:rPr lang="en-SG" dirty="0"/>
              <a:t>	def balanced(expression): </a:t>
            </a:r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The following expressions are balanced because the order and quantity of the parentheses match: </a:t>
            </a:r>
          </a:p>
          <a:p>
            <a:r>
              <a:rPr lang="en-SG" dirty="0"/>
              <a:t>() ([]) </a:t>
            </a:r>
          </a:p>
          <a:p>
            <a:r>
              <a:rPr lang="en-SG" dirty="0"/>
              <a:t>{[]()[]} </a:t>
            </a:r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The following expressions are not balanced: </a:t>
            </a:r>
          </a:p>
          <a:p>
            <a:r>
              <a:rPr lang="en-SG" dirty="0"/>
              <a:t>{{)] [({{)])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637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B8AF-6937-ECBA-758D-24011918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A995-58A3-9A24-546D-259AFD53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60872-651C-84C4-EC78-4234381C1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09630"/>
            <a:ext cx="7049484" cy="243874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3371B81C-A06E-DF39-5B0F-A0A33F239CA4}"/>
              </a:ext>
            </a:extLst>
          </p:cNvPr>
          <p:cNvGrpSpPr/>
          <p:nvPr/>
        </p:nvGrpSpPr>
        <p:grpSpPr>
          <a:xfrm>
            <a:off x="2514600" y="4785153"/>
            <a:ext cx="609600" cy="390912"/>
            <a:chOff x="2514600" y="3038088"/>
            <a:chExt cx="609600" cy="39091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67E3F6E-3131-CDC9-B02A-192E28ACCD08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[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95F2DC3-ECB3-1E83-A1A3-71D68555EB5A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2C37A404-001A-F428-76D2-DC1D8D756A55}"/>
              </a:ext>
            </a:extLst>
          </p:cNvPr>
          <p:cNvSpPr/>
          <p:nvPr/>
        </p:nvSpPr>
        <p:spPr>
          <a:xfrm>
            <a:off x="5219700" y="1118587"/>
            <a:ext cx="175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600" dirty="0"/>
              <a:t>[ ] [ ( ) ]</a:t>
            </a:r>
            <a:endParaRPr lang="en-US" sz="4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52E7B2AF-CED7-A34D-20D6-55972E811698}"/>
              </a:ext>
            </a:extLst>
          </p:cNvPr>
          <p:cNvSpPr/>
          <p:nvPr/>
        </p:nvSpPr>
        <p:spPr>
          <a:xfrm>
            <a:off x="5316582" y="856847"/>
            <a:ext cx="152400" cy="2923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E9F8B69-931B-A7B2-FC59-B1C300D99628}"/>
              </a:ext>
            </a:extLst>
          </p:cNvPr>
          <p:cNvSpPr/>
          <p:nvPr/>
        </p:nvSpPr>
        <p:spPr>
          <a:xfrm>
            <a:off x="5519055" y="3048000"/>
            <a:ext cx="2329545" cy="4572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547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B56CA-FBC5-B13B-0F0D-8F2126D2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AA0C-7F15-DD8F-AC11-84375348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38309-D0FC-8299-A8C8-936B1E225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09630"/>
            <a:ext cx="7049484" cy="243874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3698873-39FD-6880-C1DF-16EE7495635C}"/>
              </a:ext>
            </a:extLst>
          </p:cNvPr>
          <p:cNvGrpSpPr/>
          <p:nvPr/>
        </p:nvGrpSpPr>
        <p:grpSpPr>
          <a:xfrm>
            <a:off x="2514600" y="4785153"/>
            <a:ext cx="609600" cy="390912"/>
            <a:chOff x="2514600" y="3038088"/>
            <a:chExt cx="609600" cy="39091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BAFE6CF-33B4-80BC-EDDC-50D3230C8C49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[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836ACA0-C97A-A484-CB08-CCC9DB32A351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B12572CA-E0F1-D429-3377-CB85FBC01E87}"/>
              </a:ext>
            </a:extLst>
          </p:cNvPr>
          <p:cNvSpPr/>
          <p:nvPr/>
        </p:nvSpPr>
        <p:spPr>
          <a:xfrm>
            <a:off x="5219700" y="1118587"/>
            <a:ext cx="175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600" dirty="0"/>
              <a:t>[ ] [ ( ) ]</a:t>
            </a:r>
            <a:endParaRPr lang="en-US" sz="4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08806A79-9AC9-DE3F-C305-930A56BADB3B}"/>
              </a:ext>
            </a:extLst>
          </p:cNvPr>
          <p:cNvSpPr/>
          <p:nvPr/>
        </p:nvSpPr>
        <p:spPr>
          <a:xfrm>
            <a:off x="5545182" y="850688"/>
            <a:ext cx="152400" cy="2923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B18152-4A32-4B8A-49BE-5A38B8C27C26}"/>
              </a:ext>
            </a:extLst>
          </p:cNvPr>
          <p:cNvSpPr/>
          <p:nvPr/>
        </p:nvSpPr>
        <p:spPr>
          <a:xfrm>
            <a:off x="5486400" y="3489962"/>
            <a:ext cx="6477000" cy="70103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186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8CF75-14EE-5A4C-4552-8304C44C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2944-EE5B-10CA-B62E-CAFCB0B2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D88902-E85D-1DB7-3082-B92D48BA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09630"/>
            <a:ext cx="7049484" cy="243874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C735EA8-4D6E-6C52-7507-8F0CBC09C6DD}"/>
              </a:ext>
            </a:extLst>
          </p:cNvPr>
          <p:cNvGrpSpPr/>
          <p:nvPr/>
        </p:nvGrpSpPr>
        <p:grpSpPr>
          <a:xfrm>
            <a:off x="2514600" y="4785153"/>
            <a:ext cx="609600" cy="390912"/>
            <a:chOff x="2514600" y="3038088"/>
            <a:chExt cx="609600" cy="39091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7871900-1B82-B5F9-36EE-258B479D1DE8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[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8E94DCE-91B9-059E-8B2D-9A6BED733831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1CBF93E-9954-6CE5-0C5F-4E576DC38A1D}"/>
              </a:ext>
            </a:extLst>
          </p:cNvPr>
          <p:cNvSpPr/>
          <p:nvPr/>
        </p:nvSpPr>
        <p:spPr>
          <a:xfrm>
            <a:off x="5219700" y="1118587"/>
            <a:ext cx="175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600" dirty="0"/>
              <a:t>[ ] [ ( ) ]</a:t>
            </a:r>
            <a:endParaRPr lang="en-US" sz="4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149F55D8-2574-F6AC-112A-AB3C22AB0EB7}"/>
              </a:ext>
            </a:extLst>
          </p:cNvPr>
          <p:cNvSpPr/>
          <p:nvPr/>
        </p:nvSpPr>
        <p:spPr>
          <a:xfrm>
            <a:off x="5791200" y="838200"/>
            <a:ext cx="152400" cy="2923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D52EF88-6254-54B1-EBD1-FFD6891244D4}"/>
              </a:ext>
            </a:extLst>
          </p:cNvPr>
          <p:cNvSpPr/>
          <p:nvPr/>
        </p:nvSpPr>
        <p:spPr>
          <a:xfrm>
            <a:off x="5519055" y="3048000"/>
            <a:ext cx="2329545" cy="4572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895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840B2-ABCE-69E4-B643-861A6A36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59E4-4C36-769F-242D-B116EE70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7FCF5-F88E-1EB7-5CFC-7E25A572D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09630"/>
            <a:ext cx="7049484" cy="243874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8189C1E-0BAB-D164-ABD8-03962E4664A2}"/>
              </a:ext>
            </a:extLst>
          </p:cNvPr>
          <p:cNvGrpSpPr/>
          <p:nvPr/>
        </p:nvGrpSpPr>
        <p:grpSpPr>
          <a:xfrm>
            <a:off x="2514600" y="4785153"/>
            <a:ext cx="609600" cy="390912"/>
            <a:chOff x="2514600" y="3038088"/>
            <a:chExt cx="609600" cy="39091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BAAFC61-12D9-7849-D8B9-3883CC9BD5FD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[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0C786D-C455-519C-4663-7B9CEBF45FFD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665AE39-2CC5-773D-3EDD-6BD751C0A768}"/>
              </a:ext>
            </a:extLst>
          </p:cNvPr>
          <p:cNvSpPr/>
          <p:nvPr/>
        </p:nvSpPr>
        <p:spPr>
          <a:xfrm>
            <a:off x="5219700" y="1118587"/>
            <a:ext cx="175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600" dirty="0"/>
              <a:t>[ ] [ ( ) ]</a:t>
            </a:r>
            <a:endParaRPr lang="en-US" sz="4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741F9FE3-DEC8-02A3-E3D9-5EF6FC99F886}"/>
              </a:ext>
            </a:extLst>
          </p:cNvPr>
          <p:cNvSpPr/>
          <p:nvPr/>
        </p:nvSpPr>
        <p:spPr>
          <a:xfrm>
            <a:off x="6037218" y="855618"/>
            <a:ext cx="152400" cy="2923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5188B19-D79B-E669-0DCC-67509E8935FE}"/>
              </a:ext>
            </a:extLst>
          </p:cNvPr>
          <p:cNvSpPr/>
          <p:nvPr/>
        </p:nvSpPr>
        <p:spPr>
          <a:xfrm>
            <a:off x="5519055" y="3048000"/>
            <a:ext cx="2329545" cy="4572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D8B629-E11F-0732-B2B0-E61BF6BAE8A2}"/>
              </a:ext>
            </a:extLst>
          </p:cNvPr>
          <p:cNvGrpSpPr/>
          <p:nvPr/>
        </p:nvGrpSpPr>
        <p:grpSpPr>
          <a:xfrm>
            <a:off x="2514600" y="4146157"/>
            <a:ext cx="609600" cy="619510"/>
            <a:chOff x="2514600" y="3038088"/>
            <a:chExt cx="609600" cy="61951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147940-8EDF-144E-6B07-4916D0057E11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(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399ABA-119F-2404-E6D8-361CDBD7519B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" name="Right Arrow 5">
              <a:extLst>
                <a:ext uri="{FF2B5EF4-FFF2-40B4-BE49-F238E27FC236}">
                  <a16:creationId xmlns:a16="http://schemas.microsoft.com/office/drawing/2014/main" id="{754342D6-FEFA-0D88-8907-E1BF2FEE2F5C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2827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177B0-2A7D-888B-5F43-C1B51E0D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0DD5-570C-2929-9443-F9F85DDE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DC82A3-8170-82F4-C46B-407F7F55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09630"/>
            <a:ext cx="7049484" cy="243874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1D20A62-E2CA-DEB9-5795-8FB50C31A027}"/>
              </a:ext>
            </a:extLst>
          </p:cNvPr>
          <p:cNvGrpSpPr/>
          <p:nvPr/>
        </p:nvGrpSpPr>
        <p:grpSpPr>
          <a:xfrm>
            <a:off x="2514600" y="4785153"/>
            <a:ext cx="609600" cy="390912"/>
            <a:chOff x="2514600" y="3038088"/>
            <a:chExt cx="609600" cy="39091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DEF05A-7B2A-4BFF-45FD-AC193654D7C5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[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12DD603-C85C-9EB7-A436-5CAF1A76152D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CCAF0790-FF3A-F986-7741-37F51BB80654}"/>
              </a:ext>
            </a:extLst>
          </p:cNvPr>
          <p:cNvSpPr/>
          <p:nvPr/>
        </p:nvSpPr>
        <p:spPr>
          <a:xfrm>
            <a:off x="5219700" y="1118587"/>
            <a:ext cx="175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600" dirty="0"/>
              <a:t>[ ] [ ( ) ]</a:t>
            </a:r>
            <a:endParaRPr lang="en-US" sz="4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998C30F0-C73D-84BD-F053-32713DE4BAD6}"/>
              </a:ext>
            </a:extLst>
          </p:cNvPr>
          <p:cNvSpPr/>
          <p:nvPr/>
        </p:nvSpPr>
        <p:spPr>
          <a:xfrm>
            <a:off x="6248400" y="838200"/>
            <a:ext cx="152400" cy="2923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DEA330-AAA8-8973-96C7-06A614D294AE}"/>
              </a:ext>
            </a:extLst>
          </p:cNvPr>
          <p:cNvGrpSpPr/>
          <p:nvPr/>
        </p:nvGrpSpPr>
        <p:grpSpPr>
          <a:xfrm>
            <a:off x="2514600" y="4146157"/>
            <a:ext cx="609600" cy="619510"/>
            <a:chOff x="2514600" y="3038088"/>
            <a:chExt cx="609600" cy="61951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D01DBF-A096-69D4-A60C-F2BB33370811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(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E09AE9-0936-0464-6DCE-BC219B9F3776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" name="Right Arrow 5">
              <a:extLst>
                <a:ext uri="{FF2B5EF4-FFF2-40B4-BE49-F238E27FC236}">
                  <a16:creationId xmlns:a16="http://schemas.microsoft.com/office/drawing/2014/main" id="{98D8F73D-4B34-9696-C6D5-DCD9AE8DBCDD}"/>
                </a:ext>
              </a:extLst>
            </p:cNvPr>
            <p:cNvSpPr/>
            <p:nvPr/>
          </p:nvSpPr>
          <p:spPr>
            <a:xfrm rot="5400000">
              <a:off x="2667000" y="3200399"/>
              <a:ext cx="304799" cy="609599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1CE2D6-4ECF-AF62-4D16-64207187266C}"/>
              </a:ext>
            </a:extLst>
          </p:cNvPr>
          <p:cNvSpPr/>
          <p:nvPr/>
        </p:nvSpPr>
        <p:spPr>
          <a:xfrm>
            <a:off x="5486400" y="3489962"/>
            <a:ext cx="6477000" cy="70103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910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DFD56-1CA1-F24B-00EE-5886576A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D508-0790-781C-D53F-324BA0D3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D87F4-5910-EF05-388D-A002E2EA6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09630"/>
            <a:ext cx="7049484" cy="243874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DE71C72-73A2-49FF-BE12-898185B5CD37}"/>
              </a:ext>
            </a:extLst>
          </p:cNvPr>
          <p:cNvGrpSpPr/>
          <p:nvPr/>
        </p:nvGrpSpPr>
        <p:grpSpPr>
          <a:xfrm>
            <a:off x="2514600" y="4785153"/>
            <a:ext cx="609600" cy="390912"/>
            <a:chOff x="2514600" y="3038088"/>
            <a:chExt cx="609600" cy="39091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584A64-0FE8-938B-9FD1-098EB136D833}"/>
                </a:ext>
              </a:extLst>
            </p:cNvPr>
            <p:cNvSpPr/>
            <p:nvPr/>
          </p:nvSpPr>
          <p:spPr>
            <a:xfrm>
              <a:off x="2514600" y="3038088"/>
              <a:ext cx="609600" cy="2385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[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A922726-36F7-1914-6132-77F0A1922FDA}"/>
                </a:ext>
              </a:extLst>
            </p:cNvPr>
            <p:cNvSpPr/>
            <p:nvPr/>
          </p:nvSpPr>
          <p:spPr>
            <a:xfrm>
              <a:off x="2514600" y="3276599"/>
              <a:ext cx="609600" cy="1524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F9EBFC7A-AE29-393D-1412-1CC611418F9E}"/>
              </a:ext>
            </a:extLst>
          </p:cNvPr>
          <p:cNvSpPr/>
          <p:nvPr/>
        </p:nvSpPr>
        <p:spPr>
          <a:xfrm>
            <a:off x="5219700" y="1118587"/>
            <a:ext cx="175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600" dirty="0"/>
              <a:t>[ ] [ ( ) ]</a:t>
            </a:r>
            <a:endParaRPr lang="en-US" sz="4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6B91FAE7-BA13-CEDC-E04C-28D37F889523}"/>
              </a:ext>
            </a:extLst>
          </p:cNvPr>
          <p:cNvSpPr/>
          <p:nvPr/>
        </p:nvSpPr>
        <p:spPr>
          <a:xfrm>
            <a:off x="6248400" y="838200"/>
            <a:ext cx="152400" cy="2923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E86FB9-4F8C-FBA3-610E-5AA6D1FE468C}"/>
              </a:ext>
            </a:extLst>
          </p:cNvPr>
          <p:cNvSpPr/>
          <p:nvPr/>
        </p:nvSpPr>
        <p:spPr>
          <a:xfrm>
            <a:off x="5486400" y="3489962"/>
            <a:ext cx="6477000" cy="70103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309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a:spPr>
      <a:bodyPr rtlCol="0">
        <a:normAutofit/>
      </a:bodyPr>
      <a:lstStyle>
        <a:defPPr algn="l" eaLnBrk="1" fontAlgn="auto" hangingPunct="1">
          <a:spcAft>
            <a:spcPts val="0"/>
          </a:spcAft>
          <a:buFont typeface="Arial"/>
          <a:buChar char="•"/>
          <a:defRPr sz="2800" i="1" dirty="0">
            <a:solidFill>
              <a:schemeClr val="tx2"/>
            </a:solidFill>
            <a:latin typeface="Verdana" panose="020B0604030504040204" pitchFamily="34" charset="0"/>
            <a:ea typeface="Verdana" panose="020B0604030504040204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1437</Words>
  <Application>Microsoft Office PowerPoint</Application>
  <PresentationFormat>Widescreen</PresentationFormat>
  <Paragraphs>312</Paragraphs>
  <Slides>35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Courier New</vt:lpstr>
      <vt:lpstr>Times</vt:lpstr>
      <vt:lpstr>Times New Roman</vt:lpstr>
      <vt:lpstr>Verdana</vt:lpstr>
      <vt:lpstr>Office Theme</vt:lpstr>
      <vt:lpstr>Data Structures &amp; Algorithms in Python  Stacks and Queues – Lab Answers  </vt:lpstr>
      <vt:lpstr>linked lists Recap</vt:lpstr>
      <vt:lpstr>Stacks (of pancakes)</vt:lpstr>
      <vt:lpstr>Stacks (of pancakes)</vt:lpstr>
      <vt:lpstr>Stacks (of pancakes)</vt:lpstr>
      <vt:lpstr>Stacks (of pancakes)</vt:lpstr>
      <vt:lpstr>Stacks (of pancakes)</vt:lpstr>
      <vt:lpstr>Queues (of people)</vt:lpstr>
      <vt:lpstr>Queues (of people)</vt:lpstr>
      <vt:lpstr>Queues (of people)</vt:lpstr>
      <vt:lpstr>Queues (of people)</vt:lpstr>
      <vt:lpstr>Summary</vt:lpstr>
      <vt:lpstr>Q01</vt:lpstr>
      <vt:lpstr>Q01 - Answer</vt:lpstr>
      <vt:lpstr>Q01 - Answer</vt:lpstr>
      <vt:lpstr>Q02</vt:lpstr>
      <vt:lpstr>Q02 - Answer</vt:lpstr>
      <vt:lpstr>Q02 - Answer</vt:lpstr>
      <vt:lpstr>Q02 - Answer</vt:lpstr>
      <vt:lpstr>Q02 - Answer</vt:lpstr>
      <vt:lpstr>Q02 - Answer</vt:lpstr>
      <vt:lpstr>Q02 - Answer</vt:lpstr>
      <vt:lpstr>Q02 - Answer</vt:lpstr>
      <vt:lpstr>Q02 - Answer</vt:lpstr>
      <vt:lpstr>Q02 - Answer</vt:lpstr>
      <vt:lpstr>Q03</vt:lpstr>
      <vt:lpstr>Q03 - Answer</vt:lpstr>
      <vt:lpstr>Q03 - Answer</vt:lpstr>
      <vt:lpstr>Q04</vt:lpstr>
      <vt:lpstr>Q04 - Answer</vt:lpstr>
      <vt:lpstr>Q04 - Answer</vt:lpstr>
      <vt:lpstr>Q04 - Answer</vt:lpstr>
      <vt:lpstr>Q04 - Answer</vt:lpstr>
      <vt:lpstr>Q04 - Answer</vt:lpstr>
      <vt:lpstr>Q04 -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&amp; Algorithms in Python  Chapter 01 – Overview  Dr. Owen Noel Newton Fernando</dc:title>
  <dc:creator>Thisura Embuldeniya</dc:creator>
  <cp:lastModifiedBy>Owen Noel Newton Fernando (Dr)</cp:lastModifiedBy>
  <cp:revision>152</cp:revision>
  <dcterms:created xsi:type="dcterms:W3CDTF">2024-09-01T19:11:44Z</dcterms:created>
  <dcterms:modified xsi:type="dcterms:W3CDTF">2026-02-06T14:20:45Z</dcterms:modified>
</cp:coreProperties>
</file>